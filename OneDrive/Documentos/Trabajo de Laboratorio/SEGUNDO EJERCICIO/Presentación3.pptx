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24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9743B-1408-4154-A87E-2974505AE545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4250A-B65D-43F1-838A-4C8C9C9F8A6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103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9743B-1408-4154-A87E-2974505AE545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4250A-B65D-43F1-838A-4C8C9C9F8A6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9777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9743B-1408-4154-A87E-2974505AE545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4250A-B65D-43F1-838A-4C8C9C9F8A6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4694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9743B-1408-4154-A87E-2974505AE545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4250A-B65D-43F1-838A-4C8C9C9F8A6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7301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9743B-1408-4154-A87E-2974505AE545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4250A-B65D-43F1-838A-4C8C9C9F8A6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2805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9743B-1408-4154-A87E-2974505AE545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4250A-B65D-43F1-838A-4C8C9C9F8A6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149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9743B-1408-4154-A87E-2974505AE545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4250A-B65D-43F1-838A-4C8C9C9F8A6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875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9743B-1408-4154-A87E-2974505AE545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4250A-B65D-43F1-838A-4C8C9C9F8A6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9343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9743B-1408-4154-A87E-2974505AE545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4250A-B65D-43F1-838A-4C8C9C9F8A6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1183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9743B-1408-4154-A87E-2974505AE545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4250A-B65D-43F1-838A-4C8C9C9F8A6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3405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9743B-1408-4154-A87E-2974505AE545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4250A-B65D-43F1-838A-4C8C9C9F8A6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2385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F9743B-1408-4154-A87E-2974505AE545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84250A-B65D-43F1-838A-4C8C9C9F8A6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1347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6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Imagen 3" descr="&lt;strong&gt;osos&lt;/strong&gt;,&lt;strong&gt;osos polares&lt;/strong&gt;,wallpapers hd,fondos,bear,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440" y="-169817"/>
            <a:ext cx="12553406" cy="7027817"/>
          </a:xfrm>
          <a:prstGeom prst="rect">
            <a:avLst/>
          </a:prstGeom>
        </p:spPr>
      </p:pic>
      <p:sp>
        <p:nvSpPr>
          <p:cNvPr id="7" name="CuadroTexto 6"/>
          <p:cNvSpPr txBox="1"/>
          <p:nvPr/>
        </p:nvSpPr>
        <p:spPr>
          <a:xfrm>
            <a:off x="-287383" y="-261258"/>
            <a:ext cx="12853852" cy="7458891"/>
          </a:xfrm>
          <a:custGeom>
            <a:avLst/>
            <a:gdLst/>
            <a:ahLst/>
            <a:cxnLst/>
            <a:rect l="l" t="t" r="r" b="b"/>
            <a:pathLst>
              <a:path w="12853852" h="7458891">
                <a:moveTo>
                  <a:pt x="6469999" y="3748212"/>
                </a:moveTo>
                <a:lnTo>
                  <a:pt x="6566328" y="4061941"/>
                </a:lnTo>
                <a:lnTo>
                  <a:pt x="6374675" y="4061941"/>
                </a:lnTo>
                <a:close/>
                <a:moveTo>
                  <a:pt x="4673049" y="3711302"/>
                </a:moveTo>
                <a:cubicBezTo>
                  <a:pt x="4729801" y="3711302"/>
                  <a:pt x="4774747" y="3730253"/>
                  <a:pt x="4807886" y="3768155"/>
                </a:cubicBezTo>
                <a:cubicBezTo>
                  <a:pt x="4841025" y="3806056"/>
                  <a:pt x="4857595" y="3866084"/>
                  <a:pt x="4857595" y="3948237"/>
                </a:cubicBezTo>
                <a:cubicBezTo>
                  <a:pt x="4857595" y="4045868"/>
                  <a:pt x="4841721" y="4113535"/>
                  <a:pt x="4809971" y="4151238"/>
                </a:cubicBezTo>
                <a:cubicBezTo>
                  <a:pt x="4778220" y="4188941"/>
                  <a:pt x="4733373" y="4207793"/>
                  <a:pt x="4675430" y="4207793"/>
                </a:cubicBezTo>
                <a:cubicBezTo>
                  <a:pt x="4619073" y="4207793"/>
                  <a:pt x="4574524" y="4188545"/>
                  <a:pt x="4541782" y="4150048"/>
                </a:cubicBezTo>
                <a:cubicBezTo>
                  <a:pt x="4509040" y="4111551"/>
                  <a:pt x="4492668" y="4048249"/>
                  <a:pt x="4492668" y="3960143"/>
                </a:cubicBezTo>
                <a:cubicBezTo>
                  <a:pt x="4492668" y="3871243"/>
                  <a:pt x="4509139" y="3807545"/>
                  <a:pt x="4542080" y="3769048"/>
                </a:cubicBezTo>
                <a:cubicBezTo>
                  <a:pt x="4575020" y="3730551"/>
                  <a:pt x="4618676" y="3711302"/>
                  <a:pt x="4673049" y="3711302"/>
                </a:cubicBezTo>
                <a:close/>
                <a:moveTo>
                  <a:pt x="3650301" y="3699396"/>
                </a:moveTo>
                <a:lnTo>
                  <a:pt x="3727097" y="3699396"/>
                </a:lnTo>
                <a:cubicBezTo>
                  <a:pt x="3777500" y="3699396"/>
                  <a:pt x="3811830" y="3708921"/>
                  <a:pt x="3830086" y="3727971"/>
                </a:cubicBezTo>
                <a:cubicBezTo>
                  <a:pt x="3848342" y="3747021"/>
                  <a:pt x="3857470" y="3770238"/>
                  <a:pt x="3857470" y="3797623"/>
                </a:cubicBezTo>
                <a:cubicBezTo>
                  <a:pt x="3857470" y="3825801"/>
                  <a:pt x="3846953" y="3848919"/>
                  <a:pt x="3825918" y="3866977"/>
                </a:cubicBezTo>
                <a:cubicBezTo>
                  <a:pt x="3804884" y="3885034"/>
                  <a:pt x="3768372" y="3894063"/>
                  <a:pt x="3716381" y="3894063"/>
                </a:cubicBezTo>
                <a:lnTo>
                  <a:pt x="3650301" y="3894063"/>
                </a:lnTo>
                <a:close/>
                <a:moveTo>
                  <a:pt x="7312664" y="3698206"/>
                </a:moveTo>
                <a:lnTo>
                  <a:pt x="7431131" y="3698206"/>
                </a:lnTo>
                <a:cubicBezTo>
                  <a:pt x="7480343" y="3698206"/>
                  <a:pt x="7513879" y="3705746"/>
                  <a:pt x="7531739" y="3720827"/>
                </a:cubicBezTo>
                <a:cubicBezTo>
                  <a:pt x="7549598" y="3735909"/>
                  <a:pt x="7558528" y="3757538"/>
                  <a:pt x="7558528" y="3785717"/>
                </a:cubicBezTo>
                <a:cubicBezTo>
                  <a:pt x="7558528" y="3804767"/>
                  <a:pt x="7552872" y="3821634"/>
                  <a:pt x="7541561" y="3836318"/>
                </a:cubicBezTo>
                <a:cubicBezTo>
                  <a:pt x="7530250" y="3851002"/>
                  <a:pt x="7515665" y="3860131"/>
                  <a:pt x="7497806" y="3863702"/>
                </a:cubicBezTo>
                <a:cubicBezTo>
                  <a:pt x="7462484" y="3871640"/>
                  <a:pt x="7438671" y="3875609"/>
                  <a:pt x="7426368" y="3875609"/>
                </a:cubicBezTo>
                <a:lnTo>
                  <a:pt x="7312664" y="3875609"/>
                </a:lnTo>
                <a:close/>
                <a:moveTo>
                  <a:pt x="7990130" y="3521993"/>
                </a:moveTo>
                <a:lnTo>
                  <a:pt x="7990130" y="4394721"/>
                </a:lnTo>
                <a:lnTo>
                  <a:pt x="8725935" y="4394721"/>
                </a:lnTo>
                <a:lnTo>
                  <a:pt x="8725935" y="4197077"/>
                </a:lnTo>
                <a:lnTo>
                  <a:pt x="8260401" y="4197077"/>
                </a:lnTo>
                <a:lnTo>
                  <a:pt x="8260401" y="4025032"/>
                </a:lnTo>
                <a:lnTo>
                  <a:pt x="8680097" y="4025032"/>
                </a:lnTo>
                <a:lnTo>
                  <a:pt x="8680097" y="3847034"/>
                </a:lnTo>
                <a:lnTo>
                  <a:pt x="8260401" y="3847034"/>
                </a:lnTo>
                <a:lnTo>
                  <a:pt x="8260401" y="3708326"/>
                </a:lnTo>
                <a:lnTo>
                  <a:pt x="8712839" y="3708326"/>
                </a:lnTo>
                <a:lnTo>
                  <a:pt x="8712839" y="3521993"/>
                </a:lnTo>
                <a:close/>
                <a:moveTo>
                  <a:pt x="7041796" y="3521993"/>
                </a:moveTo>
                <a:lnTo>
                  <a:pt x="7041796" y="4394721"/>
                </a:lnTo>
                <a:lnTo>
                  <a:pt x="7312664" y="4394721"/>
                </a:lnTo>
                <a:lnTo>
                  <a:pt x="7312664" y="4040510"/>
                </a:lnTo>
                <a:lnTo>
                  <a:pt x="7336476" y="4040510"/>
                </a:lnTo>
                <a:cubicBezTo>
                  <a:pt x="7361082" y="4040510"/>
                  <a:pt x="7383109" y="4047257"/>
                  <a:pt x="7402556" y="4060751"/>
                </a:cubicBezTo>
                <a:cubicBezTo>
                  <a:pt x="7416843" y="4071070"/>
                  <a:pt x="7433115" y="4093493"/>
                  <a:pt x="7451371" y="4128021"/>
                </a:cubicBezTo>
                <a:lnTo>
                  <a:pt x="7595521" y="4394721"/>
                </a:lnTo>
                <a:lnTo>
                  <a:pt x="7900237" y="4394721"/>
                </a:lnTo>
                <a:lnTo>
                  <a:pt x="7769640" y="4141834"/>
                </a:lnTo>
                <a:cubicBezTo>
                  <a:pt x="7763297" y="4129122"/>
                  <a:pt x="7750705" y="4111047"/>
                  <a:pt x="7731866" y="4087610"/>
                </a:cubicBezTo>
                <a:cubicBezTo>
                  <a:pt x="7713027" y="4064172"/>
                  <a:pt x="7698649" y="4048879"/>
                  <a:pt x="7688734" y="4041729"/>
                </a:cubicBezTo>
                <a:cubicBezTo>
                  <a:pt x="7674056" y="4031007"/>
                  <a:pt x="7650656" y="4020282"/>
                  <a:pt x="7618533" y="4009554"/>
                </a:cubicBezTo>
                <a:cubicBezTo>
                  <a:pt x="7658643" y="4000426"/>
                  <a:pt x="7690213" y="3988916"/>
                  <a:pt x="7713244" y="3975026"/>
                </a:cubicBezTo>
                <a:cubicBezTo>
                  <a:pt x="7749378" y="3953198"/>
                  <a:pt x="7777770" y="3924722"/>
                  <a:pt x="7798420" y="3889598"/>
                </a:cubicBezTo>
                <a:cubicBezTo>
                  <a:pt x="7819070" y="3854475"/>
                  <a:pt x="7829395" y="3812704"/>
                  <a:pt x="7829395" y="3764285"/>
                </a:cubicBezTo>
                <a:cubicBezTo>
                  <a:pt x="7829395" y="3708723"/>
                  <a:pt x="7815901" y="3661594"/>
                  <a:pt x="7788914" y="3622899"/>
                </a:cubicBezTo>
                <a:cubicBezTo>
                  <a:pt x="7761926" y="3584203"/>
                  <a:pt x="7726406" y="3557712"/>
                  <a:pt x="7682353" y="3543424"/>
                </a:cubicBezTo>
                <a:cubicBezTo>
                  <a:pt x="7638300" y="3529137"/>
                  <a:pt x="7574601" y="3521993"/>
                  <a:pt x="7491257" y="3521993"/>
                </a:cubicBezTo>
                <a:close/>
                <a:moveTo>
                  <a:pt x="6326231" y="3521993"/>
                </a:moveTo>
                <a:lnTo>
                  <a:pt x="5998214" y="4394721"/>
                </a:lnTo>
                <a:lnTo>
                  <a:pt x="6273564" y="4394721"/>
                </a:lnTo>
                <a:lnTo>
                  <a:pt x="6316101" y="4250655"/>
                </a:lnTo>
                <a:lnTo>
                  <a:pt x="6622268" y="4250655"/>
                </a:lnTo>
                <a:lnTo>
                  <a:pt x="6665931" y="4394721"/>
                </a:lnTo>
                <a:lnTo>
                  <a:pt x="6948332" y="4394721"/>
                </a:lnTo>
                <a:lnTo>
                  <a:pt x="6620389" y="3521993"/>
                </a:lnTo>
                <a:close/>
                <a:moveTo>
                  <a:pt x="5276100" y="3521993"/>
                </a:moveTo>
                <a:lnTo>
                  <a:pt x="5276100" y="4394721"/>
                </a:lnTo>
                <a:lnTo>
                  <a:pt x="5966662" y="4394721"/>
                </a:lnTo>
                <a:lnTo>
                  <a:pt x="5966662" y="4179813"/>
                </a:lnTo>
                <a:lnTo>
                  <a:pt x="5545776" y="4179813"/>
                </a:lnTo>
                <a:lnTo>
                  <a:pt x="5545776" y="3521993"/>
                </a:lnTo>
                <a:close/>
                <a:moveTo>
                  <a:pt x="3379434" y="3521993"/>
                </a:moveTo>
                <a:lnTo>
                  <a:pt x="3379434" y="4394721"/>
                </a:lnTo>
                <a:lnTo>
                  <a:pt x="3650301" y="4394721"/>
                </a:lnTo>
                <a:lnTo>
                  <a:pt x="3650301" y="4070871"/>
                </a:lnTo>
                <a:lnTo>
                  <a:pt x="3797939" y="4070871"/>
                </a:lnTo>
                <a:cubicBezTo>
                  <a:pt x="3906682" y="4070871"/>
                  <a:pt x="3987546" y="4046066"/>
                  <a:pt x="4040529" y="3996457"/>
                </a:cubicBezTo>
                <a:cubicBezTo>
                  <a:pt x="4093512" y="3946848"/>
                  <a:pt x="4120003" y="3877990"/>
                  <a:pt x="4120003" y="3789884"/>
                </a:cubicBezTo>
                <a:cubicBezTo>
                  <a:pt x="4120003" y="3704159"/>
                  <a:pt x="4095694" y="3638079"/>
                  <a:pt x="4047077" y="3591645"/>
                </a:cubicBezTo>
                <a:cubicBezTo>
                  <a:pt x="3998460" y="3545210"/>
                  <a:pt x="3925336" y="3521993"/>
                  <a:pt x="3827705" y="3521993"/>
                </a:cubicBezTo>
                <a:close/>
                <a:moveTo>
                  <a:pt x="9223617" y="3507110"/>
                </a:moveTo>
                <a:cubicBezTo>
                  <a:pt x="9132732" y="3507110"/>
                  <a:pt x="9061196" y="3518520"/>
                  <a:pt x="9009007" y="3541341"/>
                </a:cubicBezTo>
                <a:cubicBezTo>
                  <a:pt x="8956817" y="3564161"/>
                  <a:pt x="8917725" y="3595514"/>
                  <a:pt x="8891730" y="3635400"/>
                </a:cubicBezTo>
                <a:cubicBezTo>
                  <a:pt x="8865735" y="3675286"/>
                  <a:pt x="8852737" y="3717652"/>
                  <a:pt x="8852737" y="3762499"/>
                </a:cubicBezTo>
                <a:cubicBezTo>
                  <a:pt x="8852737" y="3830762"/>
                  <a:pt x="8878137" y="3886920"/>
                  <a:pt x="8928937" y="3930973"/>
                </a:cubicBezTo>
                <a:cubicBezTo>
                  <a:pt x="8979341" y="3975026"/>
                  <a:pt x="9063676" y="4010348"/>
                  <a:pt x="9181945" y="4036938"/>
                </a:cubicBezTo>
                <a:cubicBezTo>
                  <a:pt x="9254176" y="4052813"/>
                  <a:pt x="9300214" y="4069681"/>
                  <a:pt x="9320057" y="4087540"/>
                </a:cubicBezTo>
                <a:cubicBezTo>
                  <a:pt x="9339901" y="4105399"/>
                  <a:pt x="9349823" y="4125640"/>
                  <a:pt x="9349823" y="4148262"/>
                </a:cubicBezTo>
                <a:cubicBezTo>
                  <a:pt x="9349823" y="4172074"/>
                  <a:pt x="9339405" y="4193009"/>
                  <a:pt x="9318569" y="4211067"/>
                </a:cubicBezTo>
                <a:cubicBezTo>
                  <a:pt x="9297733" y="4229125"/>
                  <a:pt x="9268067" y="4238154"/>
                  <a:pt x="9229570" y="4238154"/>
                </a:cubicBezTo>
                <a:cubicBezTo>
                  <a:pt x="9177976" y="4238154"/>
                  <a:pt x="9138289" y="4220493"/>
                  <a:pt x="9110507" y="4185171"/>
                </a:cubicBezTo>
                <a:cubicBezTo>
                  <a:pt x="9093441" y="4163343"/>
                  <a:pt x="9082131" y="4131593"/>
                  <a:pt x="9076575" y="4089921"/>
                </a:cubicBezTo>
                <a:lnTo>
                  <a:pt x="8819995" y="4105995"/>
                </a:lnTo>
                <a:cubicBezTo>
                  <a:pt x="8827535" y="4194101"/>
                  <a:pt x="8859881" y="4266729"/>
                  <a:pt x="8917031" y="4323879"/>
                </a:cubicBezTo>
                <a:cubicBezTo>
                  <a:pt x="8974181" y="4381029"/>
                  <a:pt x="9076971" y="4409604"/>
                  <a:pt x="9225403" y="4409604"/>
                </a:cubicBezTo>
                <a:cubicBezTo>
                  <a:pt x="9309937" y="4409604"/>
                  <a:pt x="9379985" y="4397400"/>
                  <a:pt x="9435548" y="4372992"/>
                </a:cubicBezTo>
                <a:cubicBezTo>
                  <a:pt x="9491111" y="4348584"/>
                  <a:pt x="9534370" y="4312766"/>
                  <a:pt x="9565326" y="4265538"/>
                </a:cubicBezTo>
                <a:cubicBezTo>
                  <a:pt x="9596283" y="4218310"/>
                  <a:pt x="9611761" y="4166716"/>
                  <a:pt x="9611761" y="4110757"/>
                </a:cubicBezTo>
                <a:cubicBezTo>
                  <a:pt x="9611761" y="4063132"/>
                  <a:pt x="9600152" y="4020071"/>
                  <a:pt x="9576935" y="3981574"/>
                </a:cubicBezTo>
                <a:cubicBezTo>
                  <a:pt x="9553717" y="3943077"/>
                  <a:pt x="9516610" y="3910831"/>
                  <a:pt x="9465611" y="3884836"/>
                </a:cubicBezTo>
                <a:cubicBezTo>
                  <a:pt x="9414613" y="3858841"/>
                  <a:pt x="9330177" y="3833143"/>
                  <a:pt x="9212306" y="3807743"/>
                </a:cubicBezTo>
                <a:cubicBezTo>
                  <a:pt x="9164681" y="3797821"/>
                  <a:pt x="9134518" y="3787106"/>
                  <a:pt x="9121819" y="3775596"/>
                </a:cubicBezTo>
                <a:cubicBezTo>
                  <a:pt x="9108721" y="3764484"/>
                  <a:pt x="9102173" y="3751982"/>
                  <a:pt x="9102173" y="3738092"/>
                </a:cubicBezTo>
                <a:cubicBezTo>
                  <a:pt x="9102173" y="3719042"/>
                  <a:pt x="9110111" y="3702869"/>
                  <a:pt x="9125985" y="3689574"/>
                </a:cubicBezTo>
                <a:cubicBezTo>
                  <a:pt x="9141861" y="3676278"/>
                  <a:pt x="9165475" y="3669631"/>
                  <a:pt x="9196827" y="3669631"/>
                </a:cubicBezTo>
                <a:cubicBezTo>
                  <a:pt x="9234927" y="3669631"/>
                  <a:pt x="9264793" y="3678560"/>
                  <a:pt x="9286423" y="3696420"/>
                </a:cubicBezTo>
                <a:cubicBezTo>
                  <a:pt x="9308052" y="3714279"/>
                  <a:pt x="9322241" y="3742854"/>
                  <a:pt x="9328987" y="3782145"/>
                </a:cubicBezTo>
                <a:lnTo>
                  <a:pt x="9583185" y="3767262"/>
                </a:lnTo>
                <a:cubicBezTo>
                  <a:pt x="9572073" y="3676774"/>
                  <a:pt x="9537247" y="3610794"/>
                  <a:pt x="9478708" y="3569320"/>
                </a:cubicBezTo>
                <a:cubicBezTo>
                  <a:pt x="9420169" y="3527847"/>
                  <a:pt x="9335139" y="3507110"/>
                  <a:pt x="9223617" y="3507110"/>
                </a:cubicBezTo>
                <a:close/>
                <a:moveTo>
                  <a:pt x="4673643" y="3507110"/>
                </a:moveTo>
                <a:cubicBezTo>
                  <a:pt x="4531959" y="3507110"/>
                  <a:pt x="4421430" y="3546798"/>
                  <a:pt x="4342054" y="3626173"/>
                </a:cubicBezTo>
                <a:cubicBezTo>
                  <a:pt x="4262679" y="3705548"/>
                  <a:pt x="4222992" y="3816474"/>
                  <a:pt x="4222992" y="3958952"/>
                </a:cubicBezTo>
                <a:cubicBezTo>
                  <a:pt x="4222992" y="4060949"/>
                  <a:pt x="4243034" y="4145881"/>
                  <a:pt x="4283119" y="4213746"/>
                </a:cubicBezTo>
                <a:cubicBezTo>
                  <a:pt x="4323203" y="4281612"/>
                  <a:pt x="4375491" y="4331221"/>
                  <a:pt x="4439983" y="4362574"/>
                </a:cubicBezTo>
                <a:cubicBezTo>
                  <a:pt x="4504475" y="4393927"/>
                  <a:pt x="4585934" y="4409604"/>
                  <a:pt x="4684359" y="4409604"/>
                </a:cubicBezTo>
                <a:cubicBezTo>
                  <a:pt x="4781196" y="4409604"/>
                  <a:pt x="4862060" y="4391447"/>
                  <a:pt x="4926949" y="4355133"/>
                </a:cubicBezTo>
                <a:cubicBezTo>
                  <a:pt x="4991838" y="4318819"/>
                  <a:pt x="5041447" y="4268019"/>
                  <a:pt x="5075777" y="4202733"/>
                </a:cubicBezTo>
                <a:cubicBezTo>
                  <a:pt x="5110106" y="4137447"/>
                  <a:pt x="5127271" y="4053805"/>
                  <a:pt x="5127271" y="3951809"/>
                </a:cubicBezTo>
                <a:cubicBezTo>
                  <a:pt x="5127271" y="3811315"/>
                  <a:pt x="5087981" y="3702075"/>
                  <a:pt x="5009400" y="3624089"/>
                </a:cubicBezTo>
                <a:cubicBezTo>
                  <a:pt x="4930818" y="3546103"/>
                  <a:pt x="4818900" y="3507110"/>
                  <a:pt x="4673643" y="3507110"/>
                </a:cubicBezTo>
                <a:close/>
                <a:moveTo>
                  <a:pt x="6978098" y="2253977"/>
                </a:moveTo>
                <a:cubicBezTo>
                  <a:pt x="7034851" y="2253977"/>
                  <a:pt x="7079797" y="2272928"/>
                  <a:pt x="7112936" y="2310830"/>
                </a:cubicBezTo>
                <a:cubicBezTo>
                  <a:pt x="7146075" y="2348731"/>
                  <a:pt x="7162645" y="2408759"/>
                  <a:pt x="7162645" y="2490912"/>
                </a:cubicBezTo>
                <a:cubicBezTo>
                  <a:pt x="7162645" y="2588543"/>
                  <a:pt x="7146770" y="2656210"/>
                  <a:pt x="7115020" y="2693914"/>
                </a:cubicBezTo>
                <a:cubicBezTo>
                  <a:pt x="7083270" y="2731617"/>
                  <a:pt x="7038423" y="2750468"/>
                  <a:pt x="6980479" y="2750468"/>
                </a:cubicBezTo>
                <a:cubicBezTo>
                  <a:pt x="6924123" y="2750468"/>
                  <a:pt x="6879574" y="2731220"/>
                  <a:pt x="6846831" y="2692723"/>
                </a:cubicBezTo>
                <a:cubicBezTo>
                  <a:pt x="6814089" y="2654226"/>
                  <a:pt x="6797718" y="2590924"/>
                  <a:pt x="6797718" y="2502818"/>
                </a:cubicBezTo>
                <a:cubicBezTo>
                  <a:pt x="6797718" y="2413918"/>
                  <a:pt x="6814189" y="2350220"/>
                  <a:pt x="6847129" y="2311723"/>
                </a:cubicBezTo>
                <a:cubicBezTo>
                  <a:pt x="6880070" y="2273226"/>
                  <a:pt x="6923726" y="2253977"/>
                  <a:pt x="6978098" y="2253977"/>
                </a:cubicBezTo>
                <a:close/>
                <a:moveTo>
                  <a:pt x="5082624" y="2253977"/>
                </a:moveTo>
                <a:cubicBezTo>
                  <a:pt x="5139376" y="2253977"/>
                  <a:pt x="5184322" y="2272928"/>
                  <a:pt x="5217461" y="2310830"/>
                </a:cubicBezTo>
                <a:cubicBezTo>
                  <a:pt x="5250600" y="2348731"/>
                  <a:pt x="5267170" y="2408759"/>
                  <a:pt x="5267170" y="2490912"/>
                </a:cubicBezTo>
                <a:cubicBezTo>
                  <a:pt x="5267170" y="2588543"/>
                  <a:pt x="5251295" y="2656210"/>
                  <a:pt x="5219545" y="2693914"/>
                </a:cubicBezTo>
                <a:cubicBezTo>
                  <a:pt x="5187795" y="2731617"/>
                  <a:pt x="5142948" y="2750468"/>
                  <a:pt x="5085005" y="2750468"/>
                </a:cubicBezTo>
                <a:cubicBezTo>
                  <a:pt x="5028648" y="2750468"/>
                  <a:pt x="4984099" y="2731220"/>
                  <a:pt x="4951357" y="2692723"/>
                </a:cubicBezTo>
                <a:cubicBezTo>
                  <a:pt x="4918615" y="2654226"/>
                  <a:pt x="4902243" y="2590924"/>
                  <a:pt x="4902243" y="2502818"/>
                </a:cubicBezTo>
                <a:cubicBezTo>
                  <a:pt x="4902243" y="2413918"/>
                  <a:pt x="4918714" y="2350220"/>
                  <a:pt x="4951654" y="2311723"/>
                </a:cubicBezTo>
                <a:cubicBezTo>
                  <a:pt x="4984595" y="2273226"/>
                  <a:pt x="5028251" y="2253977"/>
                  <a:pt x="5082624" y="2253977"/>
                </a:cubicBezTo>
                <a:close/>
                <a:moveTo>
                  <a:pt x="7937742" y="2049785"/>
                </a:moveTo>
                <a:cubicBezTo>
                  <a:pt x="7846857" y="2049785"/>
                  <a:pt x="7775321" y="2061195"/>
                  <a:pt x="7723132" y="2084016"/>
                </a:cubicBezTo>
                <a:cubicBezTo>
                  <a:pt x="7670943" y="2106836"/>
                  <a:pt x="7631850" y="2138189"/>
                  <a:pt x="7605855" y="2178075"/>
                </a:cubicBezTo>
                <a:cubicBezTo>
                  <a:pt x="7579860" y="2217961"/>
                  <a:pt x="7566862" y="2260327"/>
                  <a:pt x="7566862" y="2305174"/>
                </a:cubicBezTo>
                <a:cubicBezTo>
                  <a:pt x="7566862" y="2373437"/>
                  <a:pt x="7592262" y="2429595"/>
                  <a:pt x="7643062" y="2473648"/>
                </a:cubicBezTo>
                <a:cubicBezTo>
                  <a:pt x="7693465" y="2517701"/>
                  <a:pt x="7777801" y="2553023"/>
                  <a:pt x="7896070" y="2579613"/>
                </a:cubicBezTo>
                <a:cubicBezTo>
                  <a:pt x="7968301" y="2595488"/>
                  <a:pt x="8014339" y="2612356"/>
                  <a:pt x="8034183" y="2630215"/>
                </a:cubicBezTo>
                <a:cubicBezTo>
                  <a:pt x="8054026" y="2648074"/>
                  <a:pt x="8063948" y="2668315"/>
                  <a:pt x="8063948" y="2690937"/>
                </a:cubicBezTo>
                <a:cubicBezTo>
                  <a:pt x="8063948" y="2714749"/>
                  <a:pt x="8053530" y="2735684"/>
                  <a:pt x="8032694" y="2753742"/>
                </a:cubicBezTo>
                <a:cubicBezTo>
                  <a:pt x="8011858" y="2771800"/>
                  <a:pt x="7982192" y="2780829"/>
                  <a:pt x="7943695" y="2780829"/>
                </a:cubicBezTo>
                <a:cubicBezTo>
                  <a:pt x="7892101" y="2780829"/>
                  <a:pt x="7852414" y="2763168"/>
                  <a:pt x="7824632" y="2727846"/>
                </a:cubicBezTo>
                <a:cubicBezTo>
                  <a:pt x="7807567" y="2706018"/>
                  <a:pt x="7796256" y="2674268"/>
                  <a:pt x="7790700" y="2632596"/>
                </a:cubicBezTo>
                <a:lnTo>
                  <a:pt x="7534120" y="2648670"/>
                </a:lnTo>
                <a:cubicBezTo>
                  <a:pt x="7541660" y="2736776"/>
                  <a:pt x="7574006" y="2809404"/>
                  <a:pt x="7631156" y="2866554"/>
                </a:cubicBezTo>
                <a:cubicBezTo>
                  <a:pt x="7688306" y="2923704"/>
                  <a:pt x="7791096" y="2952279"/>
                  <a:pt x="7939528" y="2952279"/>
                </a:cubicBezTo>
                <a:cubicBezTo>
                  <a:pt x="8024062" y="2952279"/>
                  <a:pt x="8094110" y="2940075"/>
                  <a:pt x="8149673" y="2915667"/>
                </a:cubicBezTo>
                <a:cubicBezTo>
                  <a:pt x="8205236" y="2891259"/>
                  <a:pt x="8248495" y="2855442"/>
                  <a:pt x="8279451" y="2808214"/>
                </a:cubicBezTo>
                <a:cubicBezTo>
                  <a:pt x="8310408" y="2760985"/>
                  <a:pt x="8325886" y="2709392"/>
                  <a:pt x="8325886" y="2653432"/>
                </a:cubicBezTo>
                <a:cubicBezTo>
                  <a:pt x="8325886" y="2605807"/>
                  <a:pt x="8314277" y="2562746"/>
                  <a:pt x="8291060" y="2524249"/>
                </a:cubicBezTo>
                <a:cubicBezTo>
                  <a:pt x="8267843" y="2485752"/>
                  <a:pt x="8230735" y="2453507"/>
                  <a:pt x="8179737" y="2427511"/>
                </a:cubicBezTo>
                <a:cubicBezTo>
                  <a:pt x="8128738" y="2401516"/>
                  <a:pt x="8044303" y="2375818"/>
                  <a:pt x="7926431" y="2350418"/>
                </a:cubicBezTo>
                <a:cubicBezTo>
                  <a:pt x="7878806" y="2340496"/>
                  <a:pt x="7848643" y="2329781"/>
                  <a:pt x="7835944" y="2318271"/>
                </a:cubicBezTo>
                <a:cubicBezTo>
                  <a:pt x="7822846" y="2307159"/>
                  <a:pt x="7816298" y="2294657"/>
                  <a:pt x="7816298" y="2280766"/>
                </a:cubicBezTo>
                <a:cubicBezTo>
                  <a:pt x="7816298" y="2261716"/>
                  <a:pt x="7824236" y="2245544"/>
                  <a:pt x="7840111" y="2232249"/>
                </a:cubicBezTo>
                <a:cubicBezTo>
                  <a:pt x="7855985" y="2218953"/>
                  <a:pt x="7879600" y="2212306"/>
                  <a:pt x="7910953" y="2212306"/>
                </a:cubicBezTo>
                <a:cubicBezTo>
                  <a:pt x="7949053" y="2212306"/>
                  <a:pt x="7978917" y="2221235"/>
                  <a:pt x="8000548" y="2239095"/>
                </a:cubicBezTo>
                <a:cubicBezTo>
                  <a:pt x="8022177" y="2256954"/>
                  <a:pt x="8036365" y="2285529"/>
                  <a:pt x="8043112" y="2324820"/>
                </a:cubicBezTo>
                <a:lnTo>
                  <a:pt x="8297311" y="2309937"/>
                </a:lnTo>
                <a:cubicBezTo>
                  <a:pt x="8286198" y="2219449"/>
                  <a:pt x="8251372" y="2153469"/>
                  <a:pt x="8192833" y="2111995"/>
                </a:cubicBezTo>
                <a:cubicBezTo>
                  <a:pt x="8134294" y="2070522"/>
                  <a:pt x="8049264" y="2049785"/>
                  <a:pt x="7937742" y="2049785"/>
                </a:cubicBezTo>
                <a:close/>
                <a:moveTo>
                  <a:pt x="6978693" y="2049785"/>
                </a:moveTo>
                <a:cubicBezTo>
                  <a:pt x="6837009" y="2049785"/>
                  <a:pt x="6726479" y="2089473"/>
                  <a:pt x="6647104" y="2168848"/>
                </a:cubicBezTo>
                <a:cubicBezTo>
                  <a:pt x="6567729" y="2248223"/>
                  <a:pt x="6528042" y="2359149"/>
                  <a:pt x="6528042" y="2501627"/>
                </a:cubicBezTo>
                <a:cubicBezTo>
                  <a:pt x="6528042" y="2603624"/>
                  <a:pt x="6548084" y="2688556"/>
                  <a:pt x="6588168" y="2756421"/>
                </a:cubicBezTo>
                <a:cubicBezTo>
                  <a:pt x="6628253" y="2824287"/>
                  <a:pt x="6680541" y="2873896"/>
                  <a:pt x="6745033" y="2905249"/>
                </a:cubicBezTo>
                <a:cubicBezTo>
                  <a:pt x="6809525" y="2936602"/>
                  <a:pt x="6890984" y="2952279"/>
                  <a:pt x="6989409" y="2952279"/>
                </a:cubicBezTo>
                <a:cubicBezTo>
                  <a:pt x="7086246" y="2952279"/>
                  <a:pt x="7167110" y="2934122"/>
                  <a:pt x="7231999" y="2897808"/>
                </a:cubicBezTo>
                <a:cubicBezTo>
                  <a:pt x="7296888" y="2861494"/>
                  <a:pt x="7346497" y="2810694"/>
                  <a:pt x="7380827" y="2745408"/>
                </a:cubicBezTo>
                <a:cubicBezTo>
                  <a:pt x="7415157" y="2680122"/>
                  <a:pt x="7432321" y="2596481"/>
                  <a:pt x="7432321" y="2494484"/>
                </a:cubicBezTo>
                <a:cubicBezTo>
                  <a:pt x="7432321" y="2353990"/>
                  <a:pt x="7393031" y="2244750"/>
                  <a:pt x="7314450" y="2166764"/>
                </a:cubicBezTo>
                <a:cubicBezTo>
                  <a:pt x="7235868" y="2088778"/>
                  <a:pt x="7123949" y="2049785"/>
                  <a:pt x="6978693" y="2049785"/>
                </a:cubicBezTo>
                <a:close/>
                <a:moveTo>
                  <a:pt x="6042267" y="2049785"/>
                </a:moveTo>
                <a:cubicBezTo>
                  <a:pt x="5951382" y="2049785"/>
                  <a:pt x="5879846" y="2061195"/>
                  <a:pt x="5827656" y="2084016"/>
                </a:cubicBezTo>
                <a:cubicBezTo>
                  <a:pt x="5775468" y="2106836"/>
                  <a:pt x="5736375" y="2138189"/>
                  <a:pt x="5710380" y="2178075"/>
                </a:cubicBezTo>
                <a:cubicBezTo>
                  <a:pt x="5684385" y="2217961"/>
                  <a:pt x="5671387" y="2260327"/>
                  <a:pt x="5671387" y="2305174"/>
                </a:cubicBezTo>
                <a:cubicBezTo>
                  <a:pt x="5671387" y="2373437"/>
                  <a:pt x="5696788" y="2429595"/>
                  <a:pt x="5747587" y="2473648"/>
                </a:cubicBezTo>
                <a:cubicBezTo>
                  <a:pt x="5797990" y="2517701"/>
                  <a:pt x="5882326" y="2553023"/>
                  <a:pt x="6000595" y="2579613"/>
                </a:cubicBezTo>
                <a:cubicBezTo>
                  <a:pt x="6072826" y="2595488"/>
                  <a:pt x="6118864" y="2612356"/>
                  <a:pt x="6138707" y="2630215"/>
                </a:cubicBezTo>
                <a:cubicBezTo>
                  <a:pt x="6158551" y="2648074"/>
                  <a:pt x="6168473" y="2668315"/>
                  <a:pt x="6168473" y="2690937"/>
                </a:cubicBezTo>
                <a:cubicBezTo>
                  <a:pt x="6168473" y="2714749"/>
                  <a:pt x="6158055" y="2735684"/>
                  <a:pt x="6137219" y="2753742"/>
                </a:cubicBezTo>
                <a:cubicBezTo>
                  <a:pt x="6116383" y="2771800"/>
                  <a:pt x="6086717" y="2780829"/>
                  <a:pt x="6048220" y="2780829"/>
                </a:cubicBezTo>
                <a:cubicBezTo>
                  <a:pt x="5996626" y="2780829"/>
                  <a:pt x="5956939" y="2763168"/>
                  <a:pt x="5929157" y="2727846"/>
                </a:cubicBezTo>
                <a:cubicBezTo>
                  <a:pt x="5912092" y="2706018"/>
                  <a:pt x="5900781" y="2674268"/>
                  <a:pt x="5895224" y="2632596"/>
                </a:cubicBezTo>
                <a:lnTo>
                  <a:pt x="5638645" y="2648670"/>
                </a:lnTo>
                <a:cubicBezTo>
                  <a:pt x="5646186" y="2736776"/>
                  <a:pt x="5678531" y="2809404"/>
                  <a:pt x="5735681" y="2866554"/>
                </a:cubicBezTo>
                <a:cubicBezTo>
                  <a:pt x="5792831" y="2923704"/>
                  <a:pt x="5895622" y="2952279"/>
                  <a:pt x="6044053" y="2952279"/>
                </a:cubicBezTo>
                <a:cubicBezTo>
                  <a:pt x="6128587" y="2952279"/>
                  <a:pt x="6198636" y="2940075"/>
                  <a:pt x="6254198" y="2915667"/>
                </a:cubicBezTo>
                <a:cubicBezTo>
                  <a:pt x="6309760" y="2891259"/>
                  <a:pt x="6353020" y="2855442"/>
                  <a:pt x="6383977" y="2808214"/>
                </a:cubicBezTo>
                <a:cubicBezTo>
                  <a:pt x="6414933" y="2760985"/>
                  <a:pt x="6430410" y="2709392"/>
                  <a:pt x="6430410" y="2653432"/>
                </a:cubicBezTo>
                <a:cubicBezTo>
                  <a:pt x="6430410" y="2605807"/>
                  <a:pt x="6418802" y="2562746"/>
                  <a:pt x="6395585" y="2524249"/>
                </a:cubicBezTo>
                <a:cubicBezTo>
                  <a:pt x="6372367" y="2485752"/>
                  <a:pt x="6335260" y="2453507"/>
                  <a:pt x="6284261" y="2427511"/>
                </a:cubicBezTo>
                <a:cubicBezTo>
                  <a:pt x="6233263" y="2401516"/>
                  <a:pt x="6148828" y="2375818"/>
                  <a:pt x="6030956" y="2350418"/>
                </a:cubicBezTo>
                <a:cubicBezTo>
                  <a:pt x="5983331" y="2340496"/>
                  <a:pt x="5953168" y="2329781"/>
                  <a:pt x="5940468" y="2318271"/>
                </a:cubicBezTo>
                <a:cubicBezTo>
                  <a:pt x="5927372" y="2307159"/>
                  <a:pt x="5920823" y="2294657"/>
                  <a:pt x="5920823" y="2280766"/>
                </a:cubicBezTo>
                <a:cubicBezTo>
                  <a:pt x="5920823" y="2261716"/>
                  <a:pt x="5928760" y="2245544"/>
                  <a:pt x="5944636" y="2232249"/>
                </a:cubicBezTo>
                <a:cubicBezTo>
                  <a:pt x="5960511" y="2218953"/>
                  <a:pt x="5984125" y="2212306"/>
                  <a:pt x="6015478" y="2212306"/>
                </a:cubicBezTo>
                <a:cubicBezTo>
                  <a:pt x="6053578" y="2212306"/>
                  <a:pt x="6083443" y="2221235"/>
                  <a:pt x="6105073" y="2239095"/>
                </a:cubicBezTo>
                <a:cubicBezTo>
                  <a:pt x="6126702" y="2256954"/>
                  <a:pt x="6140890" y="2285529"/>
                  <a:pt x="6147637" y="2324820"/>
                </a:cubicBezTo>
                <a:lnTo>
                  <a:pt x="6401835" y="2309937"/>
                </a:lnTo>
                <a:cubicBezTo>
                  <a:pt x="6390723" y="2219449"/>
                  <a:pt x="6355898" y="2153469"/>
                  <a:pt x="6297358" y="2111995"/>
                </a:cubicBezTo>
                <a:cubicBezTo>
                  <a:pt x="6238819" y="2070522"/>
                  <a:pt x="6153789" y="2049785"/>
                  <a:pt x="6042267" y="2049785"/>
                </a:cubicBezTo>
                <a:close/>
                <a:moveTo>
                  <a:pt x="5083218" y="2049785"/>
                </a:moveTo>
                <a:cubicBezTo>
                  <a:pt x="4941534" y="2049785"/>
                  <a:pt x="4831004" y="2089473"/>
                  <a:pt x="4751629" y="2168848"/>
                </a:cubicBezTo>
                <a:cubicBezTo>
                  <a:pt x="4672254" y="2248223"/>
                  <a:pt x="4632567" y="2359149"/>
                  <a:pt x="4632567" y="2501627"/>
                </a:cubicBezTo>
                <a:cubicBezTo>
                  <a:pt x="4632567" y="2603624"/>
                  <a:pt x="4652609" y="2688556"/>
                  <a:pt x="4692693" y="2756421"/>
                </a:cubicBezTo>
                <a:cubicBezTo>
                  <a:pt x="4732778" y="2824287"/>
                  <a:pt x="4785066" y="2873896"/>
                  <a:pt x="4849558" y="2905249"/>
                </a:cubicBezTo>
                <a:cubicBezTo>
                  <a:pt x="4914050" y="2936602"/>
                  <a:pt x="4995509" y="2952279"/>
                  <a:pt x="5093934" y="2952279"/>
                </a:cubicBezTo>
                <a:cubicBezTo>
                  <a:pt x="5190771" y="2952279"/>
                  <a:pt x="5271635" y="2934122"/>
                  <a:pt x="5336524" y="2897808"/>
                </a:cubicBezTo>
                <a:cubicBezTo>
                  <a:pt x="5401413" y="2861494"/>
                  <a:pt x="5451022" y="2810694"/>
                  <a:pt x="5485352" y="2745408"/>
                </a:cubicBezTo>
                <a:cubicBezTo>
                  <a:pt x="5519681" y="2680122"/>
                  <a:pt x="5536846" y="2596481"/>
                  <a:pt x="5536846" y="2494484"/>
                </a:cubicBezTo>
                <a:cubicBezTo>
                  <a:pt x="5536846" y="2353990"/>
                  <a:pt x="5497556" y="2244750"/>
                  <a:pt x="5418975" y="2166764"/>
                </a:cubicBezTo>
                <a:cubicBezTo>
                  <a:pt x="5340393" y="2088778"/>
                  <a:pt x="5228475" y="2049785"/>
                  <a:pt x="5083218" y="2049785"/>
                </a:cubicBezTo>
                <a:close/>
                <a:moveTo>
                  <a:pt x="0" y="0"/>
                </a:moveTo>
                <a:lnTo>
                  <a:pt x="12853852" y="0"/>
                </a:lnTo>
                <a:lnTo>
                  <a:pt x="12853852" y="7458891"/>
                </a:lnTo>
                <a:lnTo>
                  <a:pt x="0" y="7458891"/>
                </a:lnTo>
                <a:close/>
              </a:path>
            </a:pathLst>
          </a:custGeom>
          <a:solidFill>
            <a:schemeClr val="tx1">
              <a:alpha val="65000"/>
            </a:schemeClr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9600" b="1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5156527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Marcador de contenido 3" descr="Clima &lt;strong&gt;polar&lt;/strong&gt; (E) Hielos perpetuos - Unidad de Apoyo Para el Aprendizaje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3742126" cy="7080069"/>
          </a:xfrm>
        </p:spPr>
      </p:pic>
      <p:sp>
        <p:nvSpPr>
          <p:cNvPr id="9" name="CuadroTexto 8"/>
          <p:cNvSpPr txBox="1"/>
          <p:nvPr/>
        </p:nvSpPr>
        <p:spPr>
          <a:xfrm>
            <a:off x="-35105" y="-399279"/>
            <a:ext cx="5066118" cy="7676232"/>
          </a:xfrm>
          <a:custGeom>
            <a:avLst/>
            <a:gdLst/>
            <a:ahLst/>
            <a:cxnLst/>
            <a:rect l="l" t="t" r="r" b="b"/>
            <a:pathLst>
              <a:path w="5066118" h="7676232">
                <a:moveTo>
                  <a:pt x="2128868" y="6436501"/>
                </a:moveTo>
                <a:lnTo>
                  <a:pt x="2128868" y="6482042"/>
                </a:lnTo>
                <a:lnTo>
                  <a:pt x="2177423" y="6482042"/>
                </a:lnTo>
                <a:lnTo>
                  <a:pt x="2177423" y="6436501"/>
                </a:lnTo>
                <a:close/>
                <a:moveTo>
                  <a:pt x="2057170" y="6425785"/>
                </a:moveTo>
                <a:lnTo>
                  <a:pt x="2057170" y="6433040"/>
                </a:lnTo>
                <a:cubicBezTo>
                  <a:pt x="2057170" y="6438696"/>
                  <a:pt x="2056259" y="6443291"/>
                  <a:pt x="2054436" y="6446826"/>
                </a:cubicBezTo>
                <a:cubicBezTo>
                  <a:pt x="2052612" y="6450360"/>
                  <a:pt x="2049524" y="6453355"/>
                  <a:pt x="2045171" y="6455811"/>
                </a:cubicBezTo>
                <a:cubicBezTo>
                  <a:pt x="2040818" y="6458267"/>
                  <a:pt x="2036111" y="6459495"/>
                  <a:pt x="2031051" y="6459495"/>
                </a:cubicBezTo>
                <a:cubicBezTo>
                  <a:pt x="2026214" y="6459495"/>
                  <a:pt x="2022549" y="6458360"/>
                  <a:pt x="2020056" y="6456090"/>
                </a:cubicBezTo>
                <a:cubicBezTo>
                  <a:pt x="2017564" y="6453820"/>
                  <a:pt x="2016317" y="6450900"/>
                  <a:pt x="2016317" y="6447328"/>
                </a:cubicBezTo>
                <a:cubicBezTo>
                  <a:pt x="2016317" y="6444202"/>
                  <a:pt x="2017582" y="6441412"/>
                  <a:pt x="2020112" y="6438956"/>
                </a:cubicBezTo>
                <a:cubicBezTo>
                  <a:pt x="2022568" y="6436575"/>
                  <a:pt x="2028409" y="6434157"/>
                  <a:pt x="2037637" y="6431701"/>
                </a:cubicBezTo>
                <a:cubicBezTo>
                  <a:pt x="2044408" y="6429989"/>
                  <a:pt x="2050920" y="6428017"/>
                  <a:pt x="2057170" y="6425785"/>
                </a:cubicBezTo>
                <a:close/>
                <a:moveTo>
                  <a:pt x="1210524" y="6392075"/>
                </a:moveTo>
                <a:cubicBezTo>
                  <a:pt x="1216775" y="6392075"/>
                  <a:pt x="1222021" y="6394587"/>
                  <a:pt x="1226263" y="6399610"/>
                </a:cubicBezTo>
                <a:cubicBezTo>
                  <a:pt x="1230505" y="6404633"/>
                  <a:pt x="1232625" y="6412279"/>
                  <a:pt x="1232625" y="6422548"/>
                </a:cubicBezTo>
                <a:cubicBezTo>
                  <a:pt x="1232625" y="6433561"/>
                  <a:pt x="1230523" y="6441561"/>
                  <a:pt x="1226319" y="6446547"/>
                </a:cubicBezTo>
                <a:cubicBezTo>
                  <a:pt x="1222114" y="6451532"/>
                  <a:pt x="1216738" y="6454025"/>
                  <a:pt x="1210190" y="6454025"/>
                </a:cubicBezTo>
                <a:cubicBezTo>
                  <a:pt x="1203716" y="6454025"/>
                  <a:pt x="1198339" y="6451495"/>
                  <a:pt x="1194060" y="6446435"/>
                </a:cubicBezTo>
                <a:cubicBezTo>
                  <a:pt x="1189781" y="6441375"/>
                  <a:pt x="1187642" y="6433561"/>
                  <a:pt x="1187642" y="6422994"/>
                </a:cubicBezTo>
                <a:cubicBezTo>
                  <a:pt x="1187642" y="6412576"/>
                  <a:pt x="1189800" y="6404819"/>
                  <a:pt x="1194116" y="6399721"/>
                </a:cubicBezTo>
                <a:cubicBezTo>
                  <a:pt x="1198432" y="6394624"/>
                  <a:pt x="1203901" y="6392075"/>
                  <a:pt x="1210524" y="6392075"/>
                </a:cubicBezTo>
                <a:close/>
                <a:moveTo>
                  <a:pt x="1556810" y="6363500"/>
                </a:moveTo>
                <a:lnTo>
                  <a:pt x="1556810" y="6438956"/>
                </a:lnTo>
                <a:cubicBezTo>
                  <a:pt x="1556810" y="6454509"/>
                  <a:pt x="1560364" y="6466024"/>
                  <a:pt x="1567470" y="6473503"/>
                </a:cubicBezTo>
                <a:cubicBezTo>
                  <a:pt x="1574577" y="6480982"/>
                  <a:pt x="1584381" y="6484721"/>
                  <a:pt x="1596882" y="6484721"/>
                </a:cubicBezTo>
                <a:cubicBezTo>
                  <a:pt x="1606258" y="6484721"/>
                  <a:pt x="1614165" y="6483047"/>
                  <a:pt x="1620602" y="6479698"/>
                </a:cubicBezTo>
                <a:cubicBezTo>
                  <a:pt x="1627039" y="6476349"/>
                  <a:pt x="1633420" y="6470731"/>
                  <a:pt x="1639745" y="6462843"/>
                </a:cubicBezTo>
                <a:lnTo>
                  <a:pt x="1639745" y="6482042"/>
                </a:lnTo>
                <a:lnTo>
                  <a:pt x="1682161" y="6482042"/>
                </a:lnTo>
                <a:lnTo>
                  <a:pt x="1682161" y="6363500"/>
                </a:lnTo>
                <a:lnTo>
                  <a:pt x="1636731" y="6363500"/>
                </a:lnTo>
                <a:lnTo>
                  <a:pt x="1636731" y="6420539"/>
                </a:lnTo>
                <a:cubicBezTo>
                  <a:pt x="1636731" y="6431329"/>
                  <a:pt x="1635001" y="6438807"/>
                  <a:pt x="1631540" y="6442975"/>
                </a:cubicBezTo>
                <a:cubicBezTo>
                  <a:pt x="1628080" y="6447142"/>
                  <a:pt x="1623634" y="6449225"/>
                  <a:pt x="1618202" y="6449225"/>
                </a:cubicBezTo>
                <a:cubicBezTo>
                  <a:pt x="1613216" y="6449225"/>
                  <a:pt x="1609346" y="6447663"/>
                  <a:pt x="1606593" y="6444537"/>
                </a:cubicBezTo>
                <a:cubicBezTo>
                  <a:pt x="1603840" y="6441412"/>
                  <a:pt x="1602463" y="6436129"/>
                  <a:pt x="1602463" y="6428687"/>
                </a:cubicBezTo>
                <a:lnTo>
                  <a:pt x="1602463" y="6363500"/>
                </a:lnTo>
                <a:close/>
                <a:moveTo>
                  <a:pt x="2035628" y="6360822"/>
                </a:moveTo>
                <a:cubicBezTo>
                  <a:pt x="2027144" y="6360822"/>
                  <a:pt x="2019256" y="6361454"/>
                  <a:pt x="2011964" y="6362719"/>
                </a:cubicBezTo>
                <a:cubicBezTo>
                  <a:pt x="2004671" y="6363984"/>
                  <a:pt x="1998941" y="6365770"/>
                  <a:pt x="1994774" y="6368077"/>
                </a:cubicBezTo>
                <a:cubicBezTo>
                  <a:pt x="1988970" y="6371277"/>
                  <a:pt x="1984524" y="6375053"/>
                  <a:pt x="1981436" y="6379406"/>
                </a:cubicBezTo>
                <a:cubicBezTo>
                  <a:pt x="1978347" y="6383760"/>
                  <a:pt x="1975985" y="6389731"/>
                  <a:pt x="1974348" y="6397322"/>
                </a:cubicBezTo>
                <a:lnTo>
                  <a:pt x="2017768" y="6401898"/>
                </a:lnTo>
                <a:cubicBezTo>
                  <a:pt x="2019554" y="6396763"/>
                  <a:pt x="2021898" y="6393266"/>
                  <a:pt x="2024800" y="6391406"/>
                </a:cubicBezTo>
                <a:cubicBezTo>
                  <a:pt x="2028521" y="6389024"/>
                  <a:pt x="2034102" y="6387834"/>
                  <a:pt x="2041543" y="6387834"/>
                </a:cubicBezTo>
                <a:cubicBezTo>
                  <a:pt x="2047348" y="6387834"/>
                  <a:pt x="2051403" y="6388950"/>
                  <a:pt x="2053710" y="6391182"/>
                </a:cubicBezTo>
                <a:cubicBezTo>
                  <a:pt x="2056017" y="6393415"/>
                  <a:pt x="2057170" y="6397322"/>
                  <a:pt x="2057170" y="6402903"/>
                </a:cubicBezTo>
                <a:cubicBezTo>
                  <a:pt x="2051515" y="6405135"/>
                  <a:pt x="2046157" y="6406940"/>
                  <a:pt x="2041097" y="6408316"/>
                </a:cubicBezTo>
                <a:cubicBezTo>
                  <a:pt x="2036037" y="6409693"/>
                  <a:pt x="2024986" y="6412093"/>
                  <a:pt x="2007945" y="6415516"/>
                </a:cubicBezTo>
                <a:cubicBezTo>
                  <a:pt x="1993732" y="6418344"/>
                  <a:pt x="1983984" y="6422660"/>
                  <a:pt x="1978701" y="6428464"/>
                </a:cubicBezTo>
                <a:cubicBezTo>
                  <a:pt x="1973417" y="6434268"/>
                  <a:pt x="1970776" y="6441672"/>
                  <a:pt x="1970776" y="6450676"/>
                </a:cubicBezTo>
                <a:cubicBezTo>
                  <a:pt x="1970776" y="6460276"/>
                  <a:pt x="1974441" y="6468350"/>
                  <a:pt x="1981770" y="6474898"/>
                </a:cubicBezTo>
                <a:cubicBezTo>
                  <a:pt x="1989100" y="6481447"/>
                  <a:pt x="1999834" y="6484721"/>
                  <a:pt x="2013973" y="6484721"/>
                </a:cubicBezTo>
                <a:cubicBezTo>
                  <a:pt x="2024614" y="6484721"/>
                  <a:pt x="2033953" y="6483084"/>
                  <a:pt x="2041990" y="6479810"/>
                </a:cubicBezTo>
                <a:cubicBezTo>
                  <a:pt x="2047869" y="6477354"/>
                  <a:pt x="2053784" y="6473261"/>
                  <a:pt x="2059738" y="6467531"/>
                </a:cubicBezTo>
                <a:cubicBezTo>
                  <a:pt x="2060259" y="6470954"/>
                  <a:pt x="2060779" y="6473466"/>
                  <a:pt x="2061300" y="6475066"/>
                </a:cubicBezTo>
                <a:cubicBezTo>
                  <a:pt x="2061821" y="6476666"/>
                  <a:pt x="2062937" y="6478991"/>
                  <a:pt x="2064649" y="6482042"/>
                </a:cubicBezTo>
                <a:lnTo>
                  <a:pt x="2107288" y="6482042"/>
                </a:lnTo>
                <a:cubicBezTo>
                  <a:pt x="2104907" y="6477131"/>
                  <a:pt x="2103363" y="6473094"/>
                  <a:pt x="2102656" y="6469931"/>
                </a:cubicBezTo>
                <a:cubicBezTo>
                  <a:pt x="2101949" y="6466769"/>
                  <a:pt x="2101596" y="6462397"/>
                  <a:pt x="2101596" y="6456816"/>
                </a:cubicBezTo>
                <a:lnTo>
                  <a:pt x="2101596" y="6404465"/>
                </a:lnTo>
                <a:cubicBezTo>
                  <a:pt x="2101596" y="6398884"/>
                  <a:pt x="2100479" y="6393024"/>
                  <a:pt x="2098247" y="6386885"/>
                </a:cubicBezTo>
                <a:cubicBezTo>
                  <a:pt x="2096014" y="6380746"/>
                  <a:pt x="2092964" y="6376002"/>
                  <a:pt x="2089094" y="6372653"/>
                </a:cubicBezTo>
                <a:cubicBezTo>
                  <a:pt x="2083587" y="6367816"/>
                  <a:pt x="2076704" y="6364635"/>
                  <a:pt x="2068444" y="6363110"/>
                </a:cubicBezTo>
                <a:cubicBezTo>
                  <a:pt x="2060184" y="6361584"/>
                  <a:pt x="2049245" y="6360822"/>
                  <a:pt x="2035628" y="6360822"/>
                </a:cubicBezTo>
                <a:close/>
                <a:moveTo>
                  <a:pt x="1909124" y="6360822"/>
                </a:moveTo>
                <a:cubicBezTo>
                  <a:pt x="1899822" y="6360822"/>
                  <a:pt x="1891934" y="6362514"/>
                  <a:pt x="1885460" y="6365900"/>
                </a:cubicBezTo>
                <a:cubicBezTo>
                  <a:pt x="1878986" y="6369286"/>
                  <a:pt x="1872586" y="6374923"/>
                  <a:pt x="1866261" y="6382811"/>
                </a:cubicBezTo>
                <a:lnTo>
                  <a:pt x="1866261" y="6363500"/>
                </a:lnTo>
                <a:lnTo>
                  <a:pt x="1823957" y="6363500"/>
                </a:lnTo>
                <a:lnTo>
                  <a:pt x="1823957" y="6482042"/>
                </a:lnTo>
                <a:lnTo>
                  <a:pt x="1869387" y="6482042"/>
                </a:lnTo>
                <a:lnTo>
                  <a:pt x="1869387" y="6425115"/>
                </a:lnTo>
                <a:cubicBezTo>
                  <a:pt x="1869387" y="6414325"/>
                  <a:pt x="1871098" y="6406847"/>
                  <a:pt x="1874521" y="6402679"/>
                </a:cubicBezTo>
                <a:cubicBezTo>
                  <a:pt x="1877944" y="6398512"/>
                  <a:pt x="1882409" y="6396429"/>
                  <a:pt x="1887916" y="6396429"/>
                </a:cubicBezTo>
                <a:cubicBezTo>
                  <a:pt x="1892901" y="6396429"/>
                  <a:pt x="1896771" y="6397973"/>
                  <a:pt x="1899524" y="6401061"/>
                </a:cubicBezTo>
                <a:cubicBezTo>
                  <a:pt x="1902278" y="6404149"/>
                  <a:pt x="1903654" y="6409414"/>
                  <a:pt x="1903654" y="6416855"/>
                </a:cubicBezTo>
                <a:lnTo>
                  <a:pt x="1903654" y="6482042"/>
                </a:lnTo>
                <a:lnTo>
                  <a:pt x="1949307" y="6482042"/>
                </a:lnTo>
                <a:lnTo>
                  <a:pt x="1949307" y="6406698"/>
                </a:lnTo>
                <a:cubicBezTo>
                  <a:pt x="1949307" y="6391071"/>
                  <a:pt x="1945754" y="6379518"/>
                  <a:pt x="1938647" y="6372039"/>
                </a:cubicBezTo>
                <a:cubicBezTo>
                  <a:pt x="1931541" y="6364561"/>
                  <a:pt x="1921700" y="6360822"/>
                  <a:pt x="1909124" y="6360822"/>
                </a:cubicBezTo>
                <a:close/>
                <a:moveTo>
                  <a:pt x="1781429" y="6360822"/>
                </a:moveTo>
                <a:cubicBezTo>
                  <a:pt x="1775029" y="6360822"/>
                  <a:pt x="1769653" y="6362403"/>
                  <a:pt x="1765300" y="6365565"/>
                </a:cubicBezTo>
                <a:cubicBezTo>
                  <a:pt x="1760946" y="6368728"/>
                  <a:pt x="1756724" y="6374514"/>
                  <a:pt x="1752631" y="6382922"/>
                </a:cubicBezTo>
                <a:lnTo>
                  <a:pt x="1752631" y="6363500"/>
                </a:lnTo>
                <a:lnTo>
                  <a:pt x="1710103" y="6363500"/>
                </a:lnTo>
                <a:lnTo>
                  <a:pt x="1710103" y="6482042"/>
                </a:lnTo>
                <a:lnTo>
                  <a:pt x="1755756" y="6482042"/>
                </a:lnTo>
                <a:lnTo>
                  <a:pt x="1755756" y="6442305"/>
                </a:lnTo>
                <a:cubicBezTo>
                  <a:pt x="1755756" y="6423329"/>
                  <a:pt x="1758100" y="6410381"/>
                  <a:pt x="1762788" y="6403461"/>
                </a:cubicBezTo>
                <a:cubicBezTo>
                  <a:pt x="1766063" y="6398549"/>
                  <a:pt x="1770676" y="6396094"/>
                  <a:pt x="1776629" y="6396094"/>
                </a:cubicBezTo>
                <a:cubicBezTo>
                  <a:pt x="1779755" y="6396094"/>
                  <a:pt x="1783996" y="6397210"/>
                  <a:pt x="1789354" y="6399442"/>
                </a:cubicBezTo>
                <a:lnTo>
                  <a:pt x="1803418" y="6367072"/>
                </a:lnTo>
                <a:cubicBezTo>
                  <a:pt x="1795456" y="6362905"/>
                  <a:pt x="1788126" y="6360822"/>
                  <a:pt x="1781429" y="6360822"/>
                </a:cubicBezTo>
                <a:close/>
                <a:moveTo>
                  <a:pt x="1363706" y="6360822"/>
                </a:moveTo>
                <a:cubicBezTo>
                  <a:pt x="1349865" y="6360822"/>
                  <a:pt x="1338517" y="6362643"/>
                  <a:pt x="1329661" y="6366286"/>
                </a:cubicBezTo>
                <a:cubicBezTo>
                  <a:pt x="1324080" y="6368590"/>
                  <a:pt x="1318648" y="6372103"/>
                  <a:pt x="1313365" y="6376824"/>
                </a:cubicBezTo>
                <a:cubicBezTo>
                  <a:pt x="1308081" y="6381546"/>
                  <a:pt x="1303914" y="6386880"/>
                  <a:pt x="1300863" y="6392827"/>
                </a:cubicBezTo>
                <a:cubicBezTo>
                  <a:pt x="1296696" y="6400931"/>
                  <a:pt x="1294612" y="6411080"/>
                  <a:pt x="1294612" y="6423274"/>
                </a:cubicBezTo>
                <a:cubicBezTo>
                  <a:pt x="1294612" y="6434946"/>
                  <a:pt x="1296324" y="6444314"/>
                  <a:pt x="1299747" y="6451377"/>
                </a:cubicBezTo>
                <a:cubicBezTo>
                  <a:pt x="1303170" y="6458440"/>
                  <a:pt x="1307895" y="6464592"/>
                  <a:pt x="1313923" y="6469833"/>
                </a:cubicBezTo>
                <a:cubicBezTo>
                  <a:pt x="1319950" y="6475075"/>
                  <a:pt x="1327150" y="6478867"/>
                  <a:pt x="1335521" y="6481208"/>
                </a:cubicBezTo>
                <a:cubicBezTo>
                  <a:pt x="1343893" y="6483550"/>
                  <a:pt x="1354367" y="6484721"/>
                  <a:pt x="1366943" y="6484721"/>
                </a:cubicBezTo>
                <a:cubicBezTo>
                  <a:pt x="1379965" y="6484721"/>
                  <a:pt x="1390699" y="6482898"/>
                  <a:pt x="1399146" y="6479251"/>
                </a:cubicBezTo>
                <a:cubicBezTo>
                  <a:pt x="1407592" y="6475605"/>
                  <a:pt x="1414531" y="6470489"/>
                  <a:pt x="1419963" y="6463904"/>
                </a:cubicBezTo>
                <a:cubicBezTo>
                  <a:pt x="1425395" y="6457318"/>
                  <a:pt x="1429302" y="6449523"/>
                  <a:pt x="1431683" y="6440519"/>
                </a:cubicBezTo>
                <a:lnTo>
                  <a:pt x="1388485" y="6435608"/>
                </a:lnTo>
                <a:cubicBezTo>
                  <a:pt x="1386476" y="6441933"/>
                  <a:pt x="1383444" y="6446621"/>
                  <a:pt x="1379389" y="6449672"/>
                </a:cubicBezTo>
                <a:cubicBezTo>
                  <a:pt x="1375333" y="6452723"/>
                  <a:pt x="1370329" y="6454248"/>
                  <a:pt x="1364376" y="6454248"/>
                </a:cubicBezTo>
                <a:cubicBezTo>
                  <a:pt x="1357232" y="6454248"/>
                  <a:pt x="1351353" y="6451723"/>
                  <a:pt x="1346739" y="6446672"/>
                </a:cubicBezTo>
                <a:cubicBezTo>
                  <a:pt x="1342126" y="6441621"/>
                  <a:pt x="1339819" y="6434230"/>
                  <a:pt x="1339819" y="6424500"/>
                </a:cubicBezTo>
                <a:cubicBezTo>
                  <a:pt x="1339819" y="6413579"/>
                  <a:pt x="1342144" y="6405427"/>
                  <a:pt x="1346795" y="6400041"/>
                </a:cubicBezTo>
                <a:cubicBezTo>
                  <a:pt x="1351446" y="6394656"/>
                  <a:pt x="1357529" y="6391964"/>
                  <a:pt x="1365045" y="6391964"/>
                </a:cubicBezTo>
                <a:cubicBezTo>
                  <a:pt x="1370998" y="6391964"/>
                  <a:pt x="1375742" y="6393247"/>
                  <a:pt x="1379277" y="6395815"/>
                </a:cubicBezTo>
                <a:cubicBezTo>
                  <a:pt x="1382812" y="6398382"/>
                  <a:pt x="1385249" y="6402196"/>
                  <a:pt x="1386588" y="6407256"/>
                </a:cubicBezTo>
                <a:lnTo>
                  <a:pt x="1429339" y="6401563"/>
                </a:lnTo>
                <a:cubicBezTo>
                  <a:pt x="1425246" y="6388243"/>
                  <a:pt x="1418121" y="6378123"/>
                  <a:pt x="1407964" y="6371202"/>
                </a:cubicBezTo>
                <a:cubicBezTo>
                  <a:pt x="1397806" y="6364282"/>
                  <a:pt x="1383053" y="6360822"/>
                  <a:pt x="1363706" y="6360822"/>
                </a:cubicBezTo>
                <a:close/>
                <a:moveTo>
                  <a:pt x="1209855" y="6360822"/>
                </a:moveTo>
                <a:cubicBezTo>
                  <a:pt x="1189093" y="6360822"/>
                  <a:pt x="1172610" y="6366682"/>
                  <a:pt x="1160406" y="6378402"/>
                </a:cubicBezTo>
                <a:cubicBezTo>
                  <a:pt x="1148203" y="6390122"/>
                  <a:pt x="1142101" y="6405023"/>
                  <a:pt x="1142101" y="6423106"/>
                </a:cubicBezTo>
                <a:cubicBezTo>
                  <a:pt x="1142101" y="6442528"/>
                  <a:pt x="1149319" y="6458230"/>
                  <a:pt x="1163755" y="6470210"/>
                </a:cubicBezTo>
                <a:cubicBezTo>
                  <a:pt x="1175512" y="6479884"/>
                  <a:pt x="1190916" y="6484721"/>
                  <a:pt x="1209966" y="6484721"/>
                </a:cubicBezTo>
                <a:cubicBezTo>
                  <a:pt x="1231323" y="6484721"/>
                  <a:pt x="1248048" y="6478898"/>
                  <a:pt x="1260140" y="6467252"/>
                </a:cubicBezTo>
                <a:cubicBezTo>
                  <a:pt x="1272232" y="6455606"/>
                  <a:pt x="1278278" y="6440668"/>
                  <a:pt x="1278278" y="6422436"/>
                </a:cubicBezTo>
                <a:cubicBezTo>
                  <a:pt x="1278278" y="6406214"/>
                  <a:pt x="1273404" y="6392559"/>
                  <a:pt x="1263656" y="6381471"/>
                </a:cubicBezTo>
                <a:cubicBezTo>
                  <a:pt x="1251527" y="6367705"/>
                  <a:pt x="1233593" y="6360822"/>
                  <a:pt x="1209855" y="6360822"/>
                </a:cubicBezTo>
                <a:close/>
                <a:moveTo>
                  <a:pt x="1080449" y="6360822"/>
                </a:moveTo>
                <a:cubicBezTo>
                  <a:pt x="1071147" y="6360822"/>
                  <a:pt x="1063259" y="6362514"/>
                  <a:pt x="1056785" y="6365900"/>
                </a:cubicBezTo>
                <a:cubicBezTo>
                  <a:pt x="1050311" y="6369286"/>
                  <a:pt x="1043911" y="6374923"/>
                  <a:pt x="1037586" y="6382811"/>
                </a:cubicBezTo>
                <a:lnTo>
                  <a:pt x="1037586" y="6363500"/>
                </a:lnTo>
                <a:lnTo>
                  <a:pt x="995282" y="6363500"/>
                </a:lnTo>
                <a:lnTo>
                  <a:pt x="995282" y="6482042"/>
                </a:lnTo>
                <a:lnTo>
                  <a:pt x="1040711" y="6482042"/>
                </a:lnTo>
                <a:lnTo>
                  <a:pt x="1040711" y="6425115"/>
                </a:lnTo>
                <a:cubicBezTo>
                  <a:pt x="1040711" y="6414325"/>
                  <a:pt x="1042423" y="6406847"/>
                  <a:pt x="1045846" y="6402679"/>
                </a:cubicBezTo>
                <a:cubicBezTo>
                  <a:pt x="1049269" y="6398512"/>
                  <a:pt x="1053734" y="6396429"/>
                  <a:pt x="1059240" y="6396429"/>
                </a:cubicBezTo>
                <a:cubicBezTo>
                  <a:pt x="1064226" y="6396429"/>
                  <a:pt x="1068096" y="6397973"/>
                  <a:pt x="1070849" y="6401061"/>
                </a:cubicBezTo>
                <a:cubicBezTo>
                  <a:pt x="1073602" y="6404149"/>
                  <a:pt x="1074979" y="6409414"/>
                  <a:pt x="1074979" y="6416855"/>
                </a:cubicBezTo>
                <a:lnTo>
                  <a:pt x="1074979" y="6482042"/>
                </a:lnTo>
                <a:lnTo>
                  <a:pt x="1120632" y="6482042"/>
                </a:lnTo>
                <a:lnTo>
                  <a:pt x="1120632" y="6406698"/>
                </a:lnTo>
                <a:cubicBezTo>
                  <a:pt x="1120632" y="6391071"/>
                  <a:pt x="1117079" y="6379518"/>
                  <a:pt x="1109972" y="6372039"/>
                </a:cubicBezTo>
                <a:cubicBezTo>
                  <a:pt x="1102866" y="6364561"/>
                  <a:pt x="1093025" y="6360822"/>
                  <a:pt x="1080449" y="6360822"/>
                </a:cubicBezTo>
                <a:close/>
                <a:moveTo>
                  <a:pt x="1507287" y="6318405"/>
                </a:moveTo>
                <a:lnTo>
                  <a:pt x="1461746" y="6341734"/>
                </a:lnTo>
                <a:lnTo>
                  <a:pt x="1461746" y="6363500"/>
                </a:lnTo>
                <a:lnTo>
                  <a:pt x="1445003" y="6363500"/>
                </a:lnTo>
                <a:lnTo>
                  <a:pt x="1445003" y="6396763"/>
                </a:lnTo>
                <a:lnTo>
                  <a:pt x="1461746" y="6396763"/>
                </a:lnTo>
                <a:lnTo>
                  <a:pt x="1461746" y="6438457"/>
                </a:lnTo>
                <a:cubicBezTo>
                  <a:pt x="1461746" y="6451686"/>
                  <a:pt x="1463030" y="6461254"/>
                  <a:pt x="1465597" y="6467162"/>
                </a:cubicBezTo>
                <a:cubicBezTo>
                  <a:pt x="1468164" y="6473071"/>
                  <a:pt x="1472127" y="6477474"/>
                  <a:pt x="1477485" y="6480373"/>
                </a:cubicBezTo>
                <a:cubicBezTo>
                  <a:pt x="1482843" y="6483272"/>
                  <a:pt x="1491177" y="6484721"/>
                  <a:pt x="1502488" y="6484721"/>
                </a:cubicBezTo>
                <a:cubicBezTo>
                  <a:pt x="1512236" y="6484721"/>
                  <a:pt x="1522729" y="6483493"/>
                  <a:pt x="1533965" y="6481037"/>
                </a:cubicBezTo>
                <a:lnTo>
                  <a:pt x="1530616" y="6449677"/>
                </a:lnTo>
                <a:cubicBezTo>
                  <a:pt x="1524589" y="6451608"/>
                  <a:pt x="1519901" y="6452574"/>
                  <a:pt x="1516552" y="6452574"/>
                </a:cubicBezTo>
                <a:cubicBezTo>
                  <a:pt x="1512831" y="6452574"/>
                  <a:pt x="1510227" y="6451311"/>
                  <a:pt x="1508739" y="6448786"/>
                </a:cubicBezTo>
                <a:cubicBezTo>
                  <a:pt x="1507771" y="6447152"/>
                  <a:pt x="1507287" y="6443811"/>
                  <a:pt x="1507287" y="6438761"/>
                </a:cubicBezTo>
                <a:lnTo>
                  <a:pt x="1507287" y="6396763"/>
                </a:lnTo>
                <a:lnTo>
                  <a:pt x="1532291" y="6396763"/>
                </a:lnTo>
                <a:lnTo>
                  <a:pt x="1532291" y="6363500"/>
                </a:lnTo>
                <a:lnTo>
                  <a:pt x="1507287" y="6363500"/>
                </a:lnTo>
                <a:close/>
                <a:moveTo>
                  <a:pt x="2482409" y="6118529"/>
                </a:moveTo>
                <a:cubicBezTo>
                  <a:pt x="2488437" y="6118529"/>
                  <a:pt x="2493423" y="6120818"/>
                  <a:pt x="2497367" y="6125394"/>
                </a:cubicBezTo>
                <a:cubicBezTo>
                  <a:pt x="2501311" y="6129970"/>
                  <a:pt x="2503283" y="6136910"/>
                  <a:pt x="2503283" y="6146211"/>
                </a:cubicBezTo>
                <a:cubicBezTo>
                  <a:pt x="2503283" y="6156480"/>
                  <a:pt x="2501348" y="6163885"/>
                  <a:pt x="2497478" y="6168424"/>
                </a:cubicBezTo>
                <a:cubicBezTo>
                  <a:pt x="2493609" y="6172963"/>
                  <a:pt x="2488772" y="6175233"/>
                  <a:pt x="2482968" y="6175233"/>
                </a:cubicBezTo>
                <a:cubicBezTo>
                  <a:pt x="2477535" y="6175233"/>
                  <a:pt x="2472977" y="6172982"/>
                  <a:pt x="2469294" y="6168480"/>
                </a:cubicBezTo>
                <a:cubicBezTo>
                  <a:pt x="2465610" y="6163978"/>
                  <a:pt x="2463769" y="6156890"/>
                  <a:pt x="2463769" y="6147216"/>
                </a:cubicBezTo>
                <a:cubicBezTo>
                  <a:pt x="2463769" y="6136872"/>
                  <a:pt x="2465555" y="6129505"/>
                  <a:pt x="2469127" y="6125115"/>
                </a:cubicBezTo>
                <a:cubicBezTo>
                  <a:pt x="2472698" y="6120725"/>
                  <a:pt x="2477126" y="6118529"/>
                  <a:pt x="2482409" y="6118529"/>
                </a:cubicBezTo>
                <a:close/>
                <a:moveTo>
                  <a:pt x="3306024" y="6115850"/>
                </a:moveTo>
                <a:cubicBezTo>
                  <a:pt x="3312275" y="6115850"/>
                  <a:pt x="3317521" y="6118362"/>
                  <a:pt x="3321763" y="6123385"/>
                </a:cubicBezTo>
                <a:cubicBezTo>
                  <a:pt x="3326004" y="6128408"/>
                  <a:pt x="3328125" y="6136054"/>
                  <a:pt x="3328125" y="6146323"/>
                </a:cubicBezTo>
                <a:cubicBezTo>
                  <a:pt x="3328125" y="6157336"/>
                  <a:pt x="3326023" y="6165336"/>
                  <a:pt x="3321819" y="6170322"/>
                </a:cubicBezTo>
                <a:cubicBezTo>
                  <a:pt x="3317614" y="6175307"/>
                  <a:pt x="3312238" y="6177800"/>
                  <a:pt x="3305689" y="6177800"/>
                </a:cubicBezTo>
                <a:cubicBezTo>
                  <a:pt x="3299215" y="6177800"/>
                  <a:pt x="3293839" y="6175270"/>
                  <a:pt x="3289560" y="6170210"/>
                </a:cubicBezTo>
                <a:cubicBezTo>
                  <a:pt x="3285281" y="6165150"/>
                  <a:pt x="3283142" y="6157336"/>
                  <a:pt x="3283142" y="6146769"/>
                </a:cubicBezTo>
                <a:cubicBezTo>
                  <a:pt x="3283142" y="6136351"/>
                  <a:pt x="3285300" y="6128594"/>
                  <a:pt x="3289616" y="6123496"/>
                </a:cubicBezTo>
                <a:cubicBezTo>
                  <a:pt x="3293932" y="6118399"/>
                  <a:pt x="3299401" y="6115850"/>
                  <a:pt x="3306024" y="6115850"/>
                </a:cubicBezTo>
                <a:close/>
                <a:moveTo>
                  <a:pt x="1867749" y="6115850"/>
                </a:moveTo>
                <a:cubicBezTo>
                  <a:pt x="1874000" y="6115850"/>
                  <a:pt x="1879246" y="6118362"/>
                  <a:pt x="1883488" y="6123385"/>
                </a:cubicBezTo>
                <a:cubicBezTo>
                  <a:pt x="1887729" y="6128408"/>
                  <a:pt x="1889850" y="6136054"/>
                  <a:pt x="1889850" y="6146323"/>
                </a:cubicBezTo>
                <a:cubicBezTo>
                  <a:pt x="1889850" y="6157336"/>
                  <a:pt x="1887748" y="6165336"/>
                  <a:pt x="1883544" y="6170322"/>
                </a:cubicBezTo>
                <a:cubicBezTo>
                  <a:pt x="1879339" y="6175307"/>
                  <a:pt x="1873963" y="6177800"/>
                  <a:pt x="1867415" y="6177800"/>
                </a:cubicBezTo>
                <a:cubicBezTo>
                  <a:pt x="1860940" y="6177800"/>
                  <a:pt x="1855564" y="6175270"/>
                  <a:pt x="1851285" y="6170210"/>
                </a:cubicBezTo>
                <a:cubicBezTo>
                  <a:pt x="1847007" y="6165150"/>
                  <a:pt x="1844867" y="6157336"/>
                  <a:pt x="1844867" y="6146769"/>
                </a:cubicBezTo>
                <a:cubicBezTo>
                  <a:pt x="1844867" y="6136351"/>
                  <a:pt x="1847025" y="6128594"/>
                  <a:pt x="1851341" y="6123496"/>
                </a:cubicBezTo>
                <a:cubicBezTo>
                  <a:pt x="1855657" y="6118399"/>
                  <a:pt x="1861127" y="6115850"/>
                  <a:pt x="1867749" y="6115850"/>
                </a:cubicBezTo>
                <a:close/>
                <a:moveTo>
                  <a:pt x="1134324" y="6115850"/>
                </a:moveTo>
                <a:cubicBezTo>
                  <a:pt x="1140575" y="6115850"/>
                  <a:pt x="1145821" y="6118362"/>
                  <a:pt x="1150063" y="6123385"/>
                </a:cubicBezTo>
                <a:cubicBezTo>
                  <a:pt x="1154304" y="6128408"/>
                  <a:pt x="1156425" y="6136054"/>
                  <a:pt x="1156425" y="6146323"/>
                </a:cubicBezTo>
                <a:cubicBezTo>
                  <a:pt x="1156425" y="6157336"/>
                  <a:pt x="1154323" y="6165336"/>
                  <a:pt x="1150119" y="6170322"/>
                </a:cubicBezTo>
                <a:cubicBezTo>
                  <a:pt x="1145914" y="6175307"/>
                  <a:pt x="1140538" y="6177800"/>
                  <a:pt x="1133990" y="6177800"/>
                </a:cubicBezTo>
                <a:cubicBezTo>
                  <a:pt x="1127515" y="6177800"/>
                  <a:pt x="1122139" y="6175270"/>
                  <a:pt x="1117860" y="6170210"/>
                </a:cubicBezTo>
                <a:cubicBezTo>
                  <a:pt x="1113582" y="6165150"/>
                  <a:pt x="1111442" y="6157336"/>
                  <a:pt x="1111442" y="6146769"/>
                </a:cubicBezTo>
                <a:cubicBezTo>
                  <a:pt x="1111442" y="6136351"/>
                  <a:pt x="1113600" y="6128594"/>
                  <a:pt x="1117916" y="6123496"/>
                </a:cubicBezTo>
                <a:cubicBezTo>
                  <a:pt x="1122232" y="6118399"/>
                  <a:pt x="1127702" y="6115850"/>
                  <a:pt x="1134324" y="6115850"/>
                </a:cubicBezTo>
                <a:close/>
                <a:moveTo>
                  <a:pt x="2639609" y="6111497"/>
                </a:moveTo>
                <a:cubicBezTo>
                  <a:pt x="2645860" y="6111497"/>
                  <a:pt x="2650902" y="6113395"/>
                  <a:pt x="2654734" y="6117190"/>
                </a:cubicBezTo>
                <a:cubicBezTo>
                  <a:pt x="2658566" y="6120985"/>
                  <a:pt x="2660929" y="6127273"/>
                  <a:pt x="2661822" y="6136054"/>
                </a:cubicBezTo>
                <a:lnTo>
                  <a:pt x="2617062" y="6136054"/>
                </a:lnTo>
                <a:cubicBezTo>
                  <a:pt x="2617806" y="6128984"/>
                  <a:pt x="2619555" y="6123664"/>
                  <a:pt x="2622308" y="6120092"/>
                </a:cubicBezTo>
                <a:cubicBezTo>
                  <a:pt x="2626624" y="6114362"/>
                  <a:pt x="2632391" y="6111497"/>
                  <a:pt x="2639609" y="6111497"/>
                </a:cubicBezTo>
                <a:close/>
                <a:moveTo>
                  <a:pt x="2125259" y="6111497"/>
                </a:moveTo>
                <a:cubicBezTo>
                  <a:pt x="2131510" y="6111497"/>
                  <a:pt x="2136552" y="6113395"/>
                  <a:pt x="2140384" y="6117190"/>
                </a:cubicBezTo>
                <a:cubicBezTo>
                  <a:pt x="2144216" y="6120985"/>
                  <a:pt x="2146579" y="6127273"/>
                  <a:pt x="2147472" y="6136054"/>
                </a:cubicBezTo>
                <a:lnTo>
                  <a:pt x="2102712" y="6136054"/>
                </a:lnTo>
                <a:cubicBezTo>
                  <a:pt x="2103456" y="6128984"/>
                  <a:pt x="2105205" y="6123664"/>
                  <a:pt x="2107958" y="6120092"/>
                </a:cubicBezTo>
                <a:cubicBezTo>
                  <a:pt x="2112274" y="6114362"/>
                  <a:pt x="2118041" y="6111497"/>
                  <a:pt x="2125259" y="6111497"/>
                </a:cubicBezTo>
                <a:close/>
                <a:moveTo>
                  <a:pt x="3168656" y="6087275"/>
                </a:moveTo>
                <a:lnTo>
                  <a:pt x="3168656" y="6205817"/>
                </a:lnTo>
                <a:lnTo>
                  <a:pt x="3214086" y="6205817"/>
                </a:lnTo>
                <a:lnTo>
                  <a:pt x="3214086" y="6087275"/>
                </a:lnTo>
                <a:close/>
                <a:moveTo>
                  <a:pt x="2949581" y="6087275"/>
                </a:moveTo>
                <a:lnTo>
                  <a:pt x="2949581" y="6205817"/>
                </a:lnTo>
                <a:lnTo>
                  <a:pt x="2995011" y="6205817"/>
                </a:lnTo>
                <a:lnTo>
                  <a:pt x="2995011" y="6087275"/>
                </a:lnTo>
                <a:close/>
                <a:moveTo>
                  <a:pt x="2791637" y="6087275"/>
                </a:moveTo>
                <a:lnTo>
                  <a:pt x="2840935" y="6205817"/>
                </a:lnTo>
                <a:lnTo>
                  <a:pt x="2881229" y="6205817"/>
                </a:lnTo>
                <a:lnTo>
                  <a:pt x="2931610" y="6087275"/>
                </a:lnTo>
                <a:lnTo>
                  <a:pt x="2885765" y="6087275"/>
                </a:lnTo>
                <a:lnTo>
                  <a:pt x="2861903" y="6162396"/>
                </a:lnTo>
                <a:lnTo>
                  <a:pt x="2838905" y="6087275"/>
                </a:lnTo>
                <a:close/>
                <a:moveTo>
                  <a:pt x="1587506" y="6087275"/>
                </a:moveTo>
                <a:lnTo>
                  <a:pt x="1587506" y="6205817"/>
                </a:lnTo>
                <a:lnTo>
                  <a:pt x="1632936" y="6205817"/>
                </a:lnTo>
                <a:lnTo>
                  <a:pt x="1632936" y="6087275"/>
                </a:lnTo>
                <a:close/>
                <a:moveTo>
                  <a:pt x="1429562" y="6087275"/>
                </a:moveTo>
                <a:lnTo>
                  <a:pt x="1478860" y="6205817"/>
                </a:lnTo>
                <a:lnTo>
                  <a:pt x="1519154" y="6205817"/>
                </a:lnTo>
                <a:lnTo>
                  <a:pt x="1569535" y="6087275"/>
                </a:lnTo>
                <a:lnTo>
                  <a:pt x="1523690" y="6087275"/>
                </a:lnTo>
                <a:lnTo>
                  <a:pt x="1499828" y="6162396"/>
                </a:lnTo>
                <a:lnTo>
                  <a:pt x="1476830" y="6087275"/>
                </a:lnTo>
                <a:close/>
                <a:moveTo>
                  <a:pt x="3480748" y="6084597"/>
                </a:moveTo>
                <a:cubicBezTo>
                  <a:pt x="3471447" y="6084597"/>
                  <a:pt x="3463559" y="6086289"/>
                  <a:pt x="3457085" y="6089675"/>
                </a:cubicBezTo>
                <a:cubicBezTo>
                  <a:pt x="3450611" y="6093061"/>
                  <a:pt x="3444211" y="6098698"/>
                  <a:pt x="3437886" y="6106586"/>
                </a:cubicBezTo>
                <a:lnTo>
                  <a:pt x="3437886" y="6087275"/>
                </a:lnTo>
                <a:lnTo>
                  <a:pt x="3395582" y="6087275"/>
                </a:lnTo>
                <a:lnTo>
                  <a:pt x="3395582" y="6205817"/>
                </a:lnTo>
                <a:lnTo>
                  <a:pt x="3441011" y="6205817"/>
                </a:lnTo>
                <a:lnTo>
                  <a:pt x="3441011" y="6148890"/>
                </a:lnTo>
                <a:cubicBezTo>
                  <a:pt x="3441011" y="6138100"/>
                  <a:pt x="3442723" y="6130622"/>
                  <a:pt x="3446146" y="6126454"/>
                </a:cubicBezTo>
                <a:cubicBezTo>
                  <a:pt x="3449569" y="6122287"/>
                  <a:pt x="3454034" y="6120204"/>
                  <a:pt x="3459540" y="6120204"/>
                </a:cubicBezTo>
                <a:cubicBezTo>
                  <a:pt x="3464526" y="6120204"/>
                  <a:pt x="3468396" y="6121748"/>
                  <a:pt x="3471149" y="6124836"/>
                </a:cubicBezTo>
                <a:cubicBezTo>
                  <a:pt x="3473902" y="6127924"/>
                  <a:pt x="3475279" y="6133189"/>
                  <a:pt x="3475279" y="6140630"/>
                </a:cubicBezTo>
                <a:lnTo>
                  <a:pt x="3475279" y="6205817"/>
                </a:lnTo>
                <a:lnTo>
                  <a:pt x="3520932" y="6205817"/>
                </a:lnTo>
                <a:lnTo>
                  <a:pt x="3520932" y="6130473"/>
                </a:lnTo>
                <a:cubicBezTo>
                  <a:pt x="3520932" y="6114846"/>
                  <a:pt x="3517379" y="6103293"/>
                  <a:pt x="3510272" y="6095814"/>
                </a:cubicBezTo>
                <a:cubicBezTo>
                  <a:pt x="3503166" y="6088336"/>
                  <a:pt x="3493324" y="6084597"/>
                  <a:pt x="3480748" y="6084597"/>
                </a:cubicBezTo>
                <a:close/>
                <a:moveTo>
                  <a:pt x="3305355" y="6084597"/>
                </a:moveTo>
                <a:cubicBezTo>
                  <a:pt x="3284593" y="6084597"/>
                  <a:pt x="3268110" y="6090457"/>
                  <a:pt x="3255906" y="6102177"/>
                </a:cubicBezTo>
                <a:cubicBezTo>
                  <a:pt x="3243702" y="6113897"/>
                  <a:pt x="3237601" y="6128798"/>
                  <a:pt x="3237601" y="6146881"/>
                </a:cubicBezTo>
                <a:cubicBezTo>
                  <a:pt x="3237601" y="6166303"/>
                  <a:pt x="3244819" y="6182005"/>
                  <a:pt x="3259255" y="6193985"/>
                </a:cubicBezTo>
                <a:cubicBezTo>
                  <a:pt x="3271012" y="6203659"/>
                  <a:pt x="3286416" y="6208496"/>
                  <a:pt x="3305466" y="6208496"/>
                </a:cubicBezTo>
                <a:cubicBezTo>
                  <a:pt x="3326823" y="6208496"/>
                  <a:pt x="3343548" y="6202673"/>
                  <a:pt x="3355640" y="6191027"/>
                </a:cubicBezTo>
                <a:cubicBezTo>
                  <a:pt x="3367732" y="6179381"/>
                  <a:pt x="3373778" y="6164443"/>
                  <a:pt x="3373778" y="6146211"/>
                </a:cubicBezTo>
                <a:cubicBezTo>
                  <a:pt x="3373778" y="6129989"/>
                  <a:pt x="3368904" y="6116334"/>
                  <a:pt x="3359156" y="6105246"/>
                </a:cubicBezTo>
                <a:cubicBezTo>
                  <a:pt x="3347026" y="6091480"/>
                  <a:pt x="3329093" y="6084597"/>
                  <a:pt x="3305355" y="6084597"/>
                </a:cubicBezTo>
                <a:close/>
                <a:moveTo>
                  <a:pt x="3078689" y="6084597"/>
                </a:moveTo>
                <a:cubicBezTo>
                  <a:pt x="3065295" y="6084597"/>
                  <a:pt x="3054616" y="6085990"/>
                  <a:pt x="3046654" y="6088778"/>
                </a:cubicBezTo>
                <a:cubicBezTo>
                  <a:pt x="3038692" y="6091566"/>
                  <a:pt x="3032441" y="6095784"/>
                  <a:pt x="3027902" y="6101434"/>
                </a:cubicBezTo>
                <a:cubicBezTo>
                  <a:pt x="3023362" y="6107084"/>
                  <a:pt x="3021093" y="6113812"/>
                  <a:pt x="3021093" y="6121618"/>
                </a:cubicBezTo>
                <a:cubicBezTo>
                  <a:pt x="3021093" y="6128755"/>
                  <a:pt x="3023195" y="6135111"/>
                  <a:pt x="3027399" y="6140686"/>
                </a:cubicBezTo>
                <a:cubicBezTo>
                  <a:pt x="3031604" y="6146261"/>
                  <a:pt x="3036776" y="6150220"/>
                  <a:pt x="3042915" y="6152562"/>
                </a:cubicBezTo>
                <a:cubicBezTo>
                  <a:pt x="3049054" y="6154903"/>
                  <a:pt x="3060011" y="6157449"/>
                  <a:pt x="3075787" y="6160199"/>
                </a:cubicBezTo>
                <a:cubicBezTo>
                  <a:pt x="3086354" y="6162057"/>
                  <a:pt x="3092865" y="6163617"/>
                  <a:pt x="3095321" y="6164880"/>
                </a:cubicBezTo>
                <a:cubicBezTo>
                  <a:pt x="3098744" y="6166664"/>
                  <a:pt x="3100455" y="6169190"/>
                  <a:pt x="3100455" y="6172460"/>
                </a:cubicBezTo>
                <a:cubicBezTo>
                  <a:pt x="3100455" y="6175357"/>
                  <a:pt x="3099153" y="6177772"/>
                  <a:pt x="3096549" y="6179703"/>
                </a:cubicBezTo>
                <a:cubicBezTo>
                  <a:pt x="3093200" y="6182304"/>
                  <a:pt x="3088475" y="6183604"/>
                  <a:pt x="3082373" y="6183604"/>
                </a:cubicBezTo>
                <a:cubicBezTo>
                  <a:pt x="3076792" y="6183604"/>
                  <a:pt x="3072327" y="6182451"/>
                  <a:pt x="3068978" y="6180144"/>
                </a:cubicBezTo>
                <a:cubicBezTo>
                  <a:pt x="3065630" y="6177837"/>
                  <a:pt x="3063025" y="6174005"/>
                  <a:pt x="3061165" y="6168647"/>
                </a:cubicBezTo>
                <a:lnTo>
                  <a:pt x="3016070" y="6172889"/>
                </a:lnTo>
                <a:cubicBezTo>
                  <a:pt x="3018674" y="6184274"/>
                  <a:pt x="3024572" y="6193055"/>
                  <a:pt x="3033762" y="6199231"/>
                </a:cubicBezTo>
                <a:cubicBezTo>
                  <a:pt x="3042952" y="6205408"/>
                  <a:pt x="3058374" y="6208496"/>
                  <a:pt x="3080029" y="6208496"/>
                </a:cubicBezTo>
                <a:cubicBezTo>
                  <a:pt x="3095358" y="6208496"/>
                  <a:pt x="3107469" y="6206582"/>
                  <a:pt x="3116361" y="6202754"/>
                </a:cubicBezTo>
                <a:cubicBezTo>
                  <a:pt x="3125254" y="6198925"/>
                  <a:pt x="3131765" y="6193777"/>
                  <a:pt x="3135895" y="6187310"/>
                </a:cubicBezTo>
                <a:cubicBezTo>
                  <a:pt x="3140025" y="6180842"/>
                  <a:pt x="3142090" y="6174189"/>
                  <a:pt x="3142090" y="6167350"/>
                </a:cubicBezTo>
                <a:cubicBezTo>
                  <a:pt x="3142090" y="6160585"/>
                  <a:pt x="3140137" y="6154378"/>
                  <a:pt x="3136230" y="6148728"/>
                </a:cubicBezTo>
                <a:cubicBezTo>
                  <a:pt x="3132323" y="6143078"/>
                  <a:pt x="3126686" y="6138730"/>
                  <a:pt x="3119319" y="6135681"/>
                </a:cubicBezTo>
                <a:cubicBezTo>
                  <a:pt x="3111952" y="6132633"/>
                  <a:pt x="3100716" y="6130255"/>
                  <a:pt x="3085610" y="6128546"/>
                </a:cubicBezTo>
                <a:cubicBezTo>
                  <a:pt x="3075638" y="6127356"/>
                  <a:pt x="3069164" y="6126018"/>
                  <a:pt x="3066188" y="6124532"/>
                </a:cubicBezTo>
                <a:cubicBezTo>
                  <a:pt x="3063211" y="6123046"/>
                  <a:pt x="3061723" y="6120855"/>
                  <a:pt x="3061723" y="6117957"/>
                </a:cubicBezTo>
                <a:cubicBezTo>
                  <a:pt x="3061723" y="6115356"/>
                  <a:pt x="3062895" y="6113146"/>
                  <a:pt x="3065239" y="6111325"/>
                </a:cubicBezTo>
                <a:cubicBezTo>
                  <a:pt x="3067583" y="6109505"/>
                  <a:pt x="3071322" y="6108595"/>
                  <a:pt x="3076457" y="6108595"/>
                </a:cubicBezTo>
                <a:cubicBezTo>
                  <a:pt x="3081517" y="6108595"/>
                  <a:pt x="3085833" y="6109786"/>
                  <a:pt x="3089405" y="6112167"/>
                </a:cubicBezTo>
                <a:cubicBezTo>
                  <a:pt x="3092009" y="6113953"/>
                  <a:pt x="3093870" y="6116743"/>
                  <a:pt x="3094986" y="6120538"/>
                </a:cubicBezTo>
                <a:lnTo>
                  <a:pt x="3138072" y="6116297"/>
                </a:lnTo>
                <a:cubicBezTo>
                  <a:pt x="3135095" y="6108558"/>
                  <a:pt x="3131356" y="6102419"/>
                  <a:pt x="3126854" y="6097879"/>
                </a:cubicBezTo>
                <a:cubicBezTo>
                  <a:pt x="3122352" y="6093340"/>
                  <a:pt x="3116733" y="6089992"/>
                  <a:pt x="3109999" y="6087834"/>
                </a:cubicBezTo>
                <a:cubicBezTo>
                  <a:pt x="3103265" y="6085676"/>
                  <a:pt x="3092828" y="6084597"/>
                  <a:pt x="3078689" y="6084597"/>
                </a:cubicBezTo>
                <a:close/>
                <a:moveTo>
                  <a:pt x="2637712" y="6084597"/>
                </a:moveTo>
                <a:cubicBezTo>
                  <a:pt x="2616801" y="6084597"/>
                  <a:pt x="2600412" y="6090326"/>
                  <a:pt x="2588543" y="6101786"/>
                </a:cubicBezTo>
                <a:cubicBezTo>
                  <a:pt x="2576673" y="6113246"/>
                  <a:pt x="2570739" y="6128240"/>
                  <a:pt x="2570739" y="6146769"/>
                </a:cubicBezTo>
                <a:cubicBezTo>
                  <a:pt x="2570739" y="6159792"/>
                  <a:pt x="2573697" y="6171121"/>
                  <a:pt x="2579613" y="6180758"/>
                </a:cubicBezTo>
                <a:cubicBezTo>
                  <a:pt x="2585529" y="6190395"/>
                  <a:pt x="2592989" y="6197427"/>
                  <a:pt x="2601993" y="6201854"/>
                </a:cubicBezTo>
                <a:cubicBezTo>
                  <a:pt x="2610997" y="6206282"/>
                  <a:pt x="2623350" y="6208496"/>
                  <a:pt x="2639051" y="6208496"/>
                </a:cubicBezTo>
                <a:cubicBezTo>
                  <a:pt x="2657134" y="6208496"/>
                  <a:pt x="2671012" y="6205910"/>
                  <a:pt x="2680686" y="6200738"/>
                </a:cubicBezTo>
                <a:cubicBezTo>
                  <a:pt x="2690360" y="6195566"/>
                  <a:pt x="2698620" y="6187027"/>
                  <a:pt x="2705466" y="6175121"/>
                </a:cubicBezTo>
                <a:lnTo>
                  <a:pt x="2660706" y="6170991"/>
                </a:lnTo>
                <a:cubicBezTo>
                  <a:pt x="2657878" y="6174563"/>
                  <a:pt x="2655236" y="6177056"/>
                  <a:pt x="2652780" y="6178470"/>
                </a:cubicBezTo>
                <a:cubicBezTo>
                  <a:pt x="2648762" y="6180702"/>
                  <a:pt x="2644521" y="6181818"/>
                  <a:pt x="2640056" y="6181818"/>
                </a:cubicBezTo>
                <a:cubicBezTo>
                  <a:pt x="2632986" y="6181818"/>
                  <a:pt x="2627256" y="6179251"/>
                  <a:pt x="2622866" y="6174117"/>
                </a:cubicBezTo>
                <a:cubicBezTo>
                  <a:pt x="2619741" y="6170545"/>
                  <a:pt x="2617769" y="6165113"/>
                  <a:pt x="2616950" y="6157820"/>
                </a:cubicBezTo>
                <a:lnTo>
                  <a:pt x="2708033" y="6157820"/>
                </a:lnTo>
                <a:lnTo>
                  <a:pt x="2708033" y="6152685"/>
                </a:lnTo>
                <a:cubicBezTo>
                  <a:pt x="2708033" y="6137058"/>
                  <a:pt x="2705466" y="6124371"/>
                  <a:pt x="2700331" y="6114623"/>
                </a:cubicBezTo>
                <a:cubicBezTo>
                  <a:pt x="2695196" y="6104874"/>
                  <a:pt x="2687718" y="6097433"/>
                  <a:pt x="2677895" y="6092298"/>
                </a:cubicBezTo>
                <a:cubicBezTo>
                  <a:pt x="2668073" y="6087164"/>
                  <a:pt x="2654678" y="6084597"/>
                  <a:pt x="2637712" y="6084597"/>
                </a:cubicBezTo>
                <a:close/>
                <a:moveTo>
                  <a:pt x="2269064" y="6084597"/>
                </a:moveTo>
                <a:cubicBezTo>
                  <a:pt x="2255670" y="6084597"/>
                  <a:pt x="2244991" y="6085990"/>
                  <a:pt x="2237029" y="6088778"/>
                </a:cubicBezTo>
                <a:cubicBezTo>
                  <a:pt x="2229067" y="6091566"/>
                  <a:pt x="2222816" y="6095784"/>
                  <a:pt x="2218277" y="6101434"/>
                </a:cubicBezTo>
                <a:cubicBezTo>
                  <a:pt x="2213737" y="6107084"/>
                  <a:pt x="2211468" y="6113812"/>
                  <a:pt x="2211468" y="6121618"/>
                </a:cubicBezTo>
                <a:cubicBezTo>
                  <a:pt x="2211468" y="6128755"/>
                  <a:pt x="2213570" y="6135111"/>
                  <a:pt x="2217774" y="6140686"/>
                </a:cubicBezTo>
                <a:cubicBezTo>
                  <a:pt x="2221979" y="6146261"/>
                  <a:pt x="2227151" y="6150220"/>
                  <a:pt x="2233290" y="6152562"/>
                </a:cubicBezTo>
                <a:cubicBezTo>
                  <a:pt x="2239429" y="6154903"/>
                  <a:pt x="2250386" y="6157449"/>
                  <a:pt x="2266162" y="6160199"/>
                </a:cubicBezTo>
                <a:cubicBezTo>
                  <a:pt x="2276729" y="6162057"/>
                  <a:pt x="2283240" y="6163617"/>
                  <a:pt x="2285696" y="6164880"/>
                </a:cubicBezTo>
                <a:cubicBezTo>
                  <a:pt x="2289119" y="6166664"/>
                  <a:pt x="2290830" y="6169190"/>
                  <a:pt x="2290830" y="6172460"/>
                </a:cubicBezTo>
                <a:cubicBezTo>
                  <a:pt x="2290830" y="6175357"/>
                  <a:pt x="2289528" y="6177772"/>
                  <a:pt x="2286924" y="6179703"/>
                </a:cubicBezTo>
                <a:cubicBezTo>
                  <a:pt x="2283575" y="6182304"/>
                  <a:pt x="2278850" y="6183604"/>
                  <a:pt x="2272748" y="6183604"/>
                </a:cubicBezTo>
                <a:cubicBezTo>
                  <a:pt x="2267167" y="6183604"/>
                  <a:pt x="2262702" y="6182451"/>
                  <a:pt x="2259353" y="6180144"/>
                </a:cubicBezTo>
                <a:cubicBezTo>
                  <a:pt x="2256005" y="6177837"/>
                  <a:pt x="2253400" y="6174005"/>
                  <a:pt x="2251540" y="6168647"/>
                </a:cubicBezTo>
                <a:lnTo>
                  <a:pt x="2206445" y="6172889"/>
                </a:lnTo>
                <a:cubicBezTo>
                  <a:pt x="2209049" y="6184274"/>
                  <a:pt x="2214947" y="6193055"/>
                  <a:pt x="2224137" y="6199231"/>
                </a:cubicBezTo>
                <a:cubicBezTo>
                  <a:pt x="2233327" y="6205408"/>
                  <a:pt x="2248749" y="6208496"/>
                  <a:pt x="2270404" y="6208496"/>
                </a:cubicBezTo>
                <a:cubicBezTo>
                  <a:pt x="2285733" y="6208496"/>
                  <a:pt x="2297844" y="6206582"/>
                  <a:pt x="2306736" y="6202754"/>
                </a:cubicBezTo>
                <a:cubicBezTo>
                  <a:pt x="2315629" y="6198925"/>
                  <a:pt x="2322140" y="6193777"/>
                  <a:pt x="2326270" y="6187310"/>
                </a:cubicBezTo>
                <a:cubicBezTo>
                  <a:pt x="2330400" y="6180842"/>
                  <a:pt x="2332465" y="6174189"/>
                  <a:pt x="2332465" y="6167350"/>
                </a:cubicBezTo>
                <a:cubicBezTo>
                  <a:pt x="2332465" y="6160585"/>
                  <a:pt x="2330512" y="6154378"/>
                  <a:pt x="2326605" y="6148728"/>
                </a:cubicBezTo>
                <a:cubicBezTo>
                  <a:pt x="2322698" y="6143078"/>
                  <a:pt x="2317061" y="6138730"/>
                  <a:pt x="2309694" y="6135681"/>
                </a:cubicBezTo>
                <a:cubicBezTo>
                  <a:pt x="2302327" y="6132633"/>
                  <a:pt x="2291091" y="6130255"/>
                  <a:pt x="2275985" y="6128546"/>
                </a:cubicBezTo>
                <a:cubicBezTo>
                  <a:pt x="2266013" y="6127356"/>
                  <a:pt x="2259539" y="6126018"/>
                  <a:pt x="2256563" y="6124532"/>
                </a:cubicBezTo>
                <a:cubicBezTo>
                  <a:pt x="2253586" y="6123046"/>
                  <a:pt x="2252098" y="6120855"/>
                  <a:pt x="2252098" y="6117957"/>
                </a:cubicBezTo>
                <a:cubicBezTo>
                  <a:pt x="2252098" y="6115356"/>
                  <a:pt x="2253270" y="6113146"/>
                  <a:pt x="2255614" y="6111325"/>
                </a:cubicBezTo>
                <a:cubicBezTo>
                  <a:pt x="2257958" y="6109505"/>
                  <a:pt x="2261697" y="6108595"/>
                  <a:pt x="2266832" y="6108595"/>
                </a:cubicBezTo>
                <a:cubicBezTo>
                  <a:pt x="2271892" y="6108595"/>
                  <a:pt x="2276208" y="6109786"/>
                  <a:pt x="2279780" y="6112167"/>
                </a:cubicBezTo>
                <a:cubicBezTo>
                  <a:pt x="2282384" y="6113953"/>
                  <a:pt x="2284245" y="6116743"/>
                  <a:pt x="2285361" y="6120538"/>
                </a:cubicBezTo>
                <a:lnTo>
                  <a:pt x="2328447" y="6116297"/>
                </a:lnTo>
                <a:cubicBezTo>
                  <a:pt x="2325470" y="6108558"/>
                  <a:pt x="2321731" y="6102419"/>
                  <a:pt x="2317229" y="6097879"/>
                </a:cubicBezTo>
                <a:cubicBezTo>
                  <a:pt x="2312727" y="6093340"/>
                  <a:pt x="2307109" y="6089992"/>
                  <a:pt x="2300374" y="6087834"/>
                </a:cubicBezTo>
                <a:cubicBezTo>
                  <a:pt x="2293640" y="6085676"/>
                  <a:pt x="2283203" y="6084597"/>
                  <a:pt x="2269064" y="6084597"/>
                </a:cubicBezTo>
                <a:close/>
                <a:moveTo>
                  <a:pt x="2123362" y="6084597"/>
                </a:moveTo>
                <a:cubicBezTo>
                  <a:pt x="2102451" y="6084597"/>
                  <a:pt x="2086062" y="6090326"/>
                  <a:pt x="2074193" y="6101786"/>
                </a:cubicBezTo>
                <a:cubicBezTo>
                  <a:pt x="2062324" y="6113246"/>
                  <a:pt x="2056389" y="6128240"/>
                  <a:pt x="2056389" y="6146769"/>
                </a:cubicBezTo>
                <a:cubicBezTo>
                  <a:pt x="2056389" y="6159792"/>
                  <a:pt x="2059347" y="6171121"/>
                  <a:pt x="2065263" y="6180758"/>
                </a:cubicBezTo>
                <a:cubicBezTo>
                  <a:pt x="2071179" y="6190395"/>
                  <a:pt x="2078639" y="6197427"/>
                  <a:pt x="2087643" y="6201854"/>
                </a:cubicBezTo>
                <a:cubicBezTo>
                  <a:pt x="2096647" y="6206282"/>
                  <a:pt x="2109000" y="6208496"/>
                  <a:pt x="2124701" y="6208496"/>
                </a:cubicBezTo>
                <a:cubicBezTo>
                  <a:pt x="2142784" y="6208496"/>
                  <a:pt x="2156662" y="6205910"/>
                  <a:pt x="2166336" y="6200738"/>
                </a:cubicBezTo>
                <a:cubicBezTo>
                  <a:pt x="2176010" y="6195566"/>
                  <a:pt x="2184270" y="6187027"/>
                  <a:pt x="2191116" y="6175121"/>
                </a:cubicBezTo>
                <a:lnTo>
                  <a:pt x="2146356" y="6170991"/>
                </a:lnTo>
                <a:cubicBezTo>
                  <a:pt x="2143528" y="6174563"/>
                  <a:pt x="2140886" y="6177056"/>
                  <a:pt x="2138430" y="6178470"/>
                </a:cubicBezTo>
                <a:cubicBezTo>
                  <a:pt x="2134412" y="6180702"/>
                  <a:pt x="2130171" y="6181818"/>
                  <a:pt x="2125706" y="6181818"/>
                </a:cubicBezTo>
                <a:cubicBezTo>
                  <a:pt x="2118636" y="6181818"/>
                  <a:pt x="2112907" y="6179251"/>
                  <a:pt x="2108516" y="6174117"/>
                </a:cubicBezTo>
                <a:cubicBezTo>
                  <a:pt x="2105391" y="6170545"/>
                  <a:pt x="2103419" y="6165113"/>
                  <a:pt x="2102600" y="6157820"/>
                </a:cubicBezTo>
                <a:lnTo>
                  <a:pt x="2193683" y="6157820"/>
                </a:lnTo>
                <a:lnTo>
                  <a:pt x="2193683" y="6152685"/>
                </a:lnTo>
                <a:cubicBezTo>
                  <a:pt x="2193683" y="6137058"/>
                  <a:pt x="2191116" y="6124371"/>
                  <a:pt x="2185981" y="6114623"/>
                </a:cubicBezTo>
                <a:cubicBezTo>
                  <a:pt x="2180846" y="6104874"/>
                  <a:pt x="2173368" y="6097433"/>
                  <a:pt x="2163545" y="6092298"/>
                </a:cubicBezTo>
                <a:cubicBezTo>
                  <a:pt x="2153723" y="6087164"/>
                  <a:pt x="2140328" y="6084597"/>
                  <a:pt x="2123362" y="6084597"/>
                </a:cubicBezTo>
                <a:close/>
                <a:moveTo>
                  <a:pt x="2029079" y="6084597"/>
                </a:moveTo>
                <a:cubicBezTo>
                  <a:pt x="2022680" y="6084597"/>
                  <a:pt x="2017303" y="6086178"/>
                  <a:pt x="2012950" y="6089340"/>
                </a:cubicBezTo>
                <a:cubicBezTo>
                  <a:pt x="2008597" y="6092503"/>
                  <a:pt x="2004374" y="6098289"/>
                  <a:pt x="2000281" y="6106697"/>
                </a:cubicBezTo>
                <a:lnTo>
                  <a:pt x="2000281" y="6087275"/>
                </a:lnTo>
                <a:lnTo>
                  <a:pt x="1957753" y="6087275"/>
                </a:lnTo>
                <a:lnTo>
                  <a:pt x="1957753" y="6205817"/>
                </a:lnTo>
                <a:lnTo>
                  <a:pt x="2003406" y="6205817"/>
                </a:lnTo>
                <a:lnTo>
                  <a:pt x="2003406" y="6166080"/>
                </a:lnTo>
                <a:cubicBezTo>
                  <a:pt x="2003406" y="6147104"/>
                  <a:pt x="2005750" y="6134156"/>
                  <a:pt x="2010438" y="6127236"/>
                </a:cubicBezTo>
                <a:cubicBezTo>
                  <a:pt x="2013712" y="6122324"/>
                  <a:pt x="2018326" y="6119869"/>
                  <a:pt x="2024279" y="6119869"/>
                </a:cubicBezTo>
                <a:cubicBezTo>
                  <a:pt x="2027405" y="6119869"/>
                  <a:pt x="2031646" y="6120985"/>
                  <a:pt x="2037004" y="6123217"/>
                </a:cubicBezTo>
                <a:lnTo>
                  <a:pt x="2051068" y="6090847"/>
                </a:lnTo>
                <a:cubicBezTo>
                  <a:pt x="2043106" y="6086680"/>
                  <a:pt x="2035776" y="6084597"/>
                  <a:pt x="2029079" y="6084597"/>
                </a:cubicBezTo>
                <a:close/>
                <a:moveTo>
                  <a:pt x="1867080" y="6084597"/>
                </a:moveTo>
                <a:cubicBezTo>
                  <a:pt x="1846318" y="6084597"/>
                  <a:pt x="1829835" y="6090457"/>
                  <a:pt x="1817632" y="6102177"/>
                </a:cubicBezTo>
                <a:cubicBezTo>
                  <a:pt x="1805428" y="6113897"/>
                  <a:pt x="1799326" y="6128798"/>
                  <a:pt x="1799326" y="6146881"/>
                </a:cubicBezTo>
                <a:cubicBezTo>
                  <a:pt x="1799326" y="6166303"/>
                  <a:pt x="1806544" y="6182005"/>
                  <a:pt x="1820980" y="6193985"/>
                </a:cubicBezTo>
                <a:cubicBezTo>
                  <a:pt x="1832737" y="6203659"/>
                  <a:pt x="1848141" y="6208496"/>
                  <a:pt x="1867191" y="6208496"/>
                </a:cubicBezTo>
                <a:cubicBezTo>
                  <a:pt x="1888548" y="6208496"/>
                  <a:pt x="1905273" y="6202673"/>
                  <a:pt x="1917365" y="6191027"/>
                </a:cubicBezTo>
                <a:cubicBezTo>
                  <a:pt x="1929457" y="6179381"/>
                  <a:pt x="1935503" y="6164443"/>
                  <a:pt x="1935503" y="6146211"/>
                </a:cubicBezTo>
                <a:cubicBezTo>
                  <a:pt x="1935503" y="6129989"/>
                  <a:pt x="1930629" y="6116334"/>
                  <a:pt x="1920881" y="6105246"/>
                </a:cubicBezTo>
                <a:cubicBezTo>
                  <a:pt x="1908752" y="6091480"/>
                  <a:pt x="1890818" y="6084597"/>
                  <a:pt x="1867080" y="6084597"/>
                </a:cubicBezTo>
                <a:close/>
                <a:moveTo>
                  <a:pt x="1716614" y="6084597"/>
                </a:moveTo>
                <a:cubicBezTo>
                  <a:pt x="1703220" y="6084597"/>
                  <a:pt x="1692541" y="6085990"/>
                  <a:pt x="1684579" y="6088778"/>
                </a:cubicBezTo>
                <a:cubicBezTo>
                  <a:pt x="1676617" y="6091566"/>
                  <a:pt x="1670366" y="6095784"/>
                  <a:pt x="1665827" y="6101434"/>
                </a:cubicBezTo>
                <a:cubicBezTo>
                  <a:pt x="1661288" y="6107084"/>
                  <a:pt x="1659018" y="6113812"/>
                  <a:pt x="1659018" y="6121618"/>
                </a:cubicBezTo>
                <a:cubicBezTo>
                  <a:pt x="1659018" y="6128755"/>
                  <a:pt x="1661120" y="6135111"/>
                  <a:pt x="1665325" y="6140686"/>
                </a:cubicBezTo>
                <a:cubicBezTo>
                  <a:pt x="1669529" y="6146261"/>
                  <a:pt x="1674701" y="6150220"/>
                  <a:pt x="1680840" y="6152562"/>
                </a:cubicBezTo>
                <a:cubicBezTo>
                  <a:pt x="1686979" y="6154903"/>
                  <a:pt x="1697936" y="6157449"/>
                  <a:pt x="1713712" y="6160199"/>
                </a:cubicBezTo>
                <a:cubicBezTo>
                  <a:pt x="1724279" y="6162057"/>
                  <a:pt x="1730790" y="6163617"/>
                  <a:pt x="1733246" y="6164880"/>
                </a:cubicBezTo>
                <a:cubicBezTo>
                  <a:pt x="1736669" y="6166664"/>
                  <a:pt x="1738381" y="6169190"/>
                  <a:pt x="1738381" y="6172460"/>
                </a:cubicBezTo>
                <a:cubicBezTo>
                  <a:pt x="1738381" y="6175357"/>
                  <a:pt x="1737078" y="6177772"/>
                  <a:pt x="1734474" y="6179703"/>
                </a:cubicBezTo>
                <a:cubicBezTo>
                  <a:pt x="1731125" y="6182304"/>
                  <a:pt x="1726400" y="6183604"/>
                  <a:pt x="1720298" y="6183604"/>
                </a:cubicBezTo>
                <a:cubicBezTo>
                  <a:pt x="1714717" y="6183604"/>
                  <a:pt x="1710252" y="6182451"/>
                  <a:pt x="1706903" y="6180144"/>
                </a:cubicBezTo>
                <a:cubicBezTo>
                  <a:pt x="1703555" y="6177837"/>
                  <a:pt x="1700950" y="6174005"/>
                  <a:pt x="1699090" y="6168647"/>
                </a:cubicBezTo>
                <a:lnTo>
                  <a:pt x="1653995" y="6172889"/>
                </a:lnTo>
                <a:cubicBezTo>
                  <a:pt x="1656600" y="6184274"/>
                  <a:pt x="1662497" y="6193055"/>
                  <a:pt x="1671687" y="6199231"/>
                </a:cubicBezTo>
                <a:cubicBezTo>
                  <a:pt x="1680877" y="6205408"/>
                  <a:pt x="1696299" y="6208496"/>
                  <a:pt x="1717954" y="6208496"/>
                </a:cubicBezTo>
                <a:cubicBezTo>
                  <a:pt x="1733283" y="6208496"/>
                  <a:pt x="1745394" y="6206582"/>
                  <a:pt x="1754287" y="6202754"/>
                </a:cubicBezTo>
                <a:cubicBezTo>
                  <a:pt x="1763179" y="6198925"/>
                  <a:pt x="1769690" y="6193777"/>
                  <a:pt x="1773820" y="6187310"/>
                </a:cubicBezTo>
                <a:cubicBezTo>
                  <a:pt x="1777950" y="6180842"/>
                  <a:pt x="1780015" y="6174189"/>
                  <a:pt x="1780015" y="6167350"/>
                </a:cubicBezTo>
                <a:cubicBezTo>
                  <a:pt x="1780015" y="6160585"/>
                  <a:pt x="1778062" y="6154378"/>
                  <a:pt x="1774155" y="6148728"/>
                </a:cubicBezTo>
                <a:cubicBezTo>
                  <a:pt x="1770248" y="6143078"/>
                  <a:pt x="1764611" y="6138730"/>
                  <a:pt x="1757244" y="6135681"/>
                </a:cubicBezTo>
                <a:cubicBezTo>
                  <a:pt x="1749878" y="6132633"/>
                  <a:pt x="1738641" y="6130255"/>
                  <a:pt x="1723535" y="6128546"/>
                </a:cubicBezTo>
                <a:cubicBezTo>
                  <a:pt x="1713563" y="6127356"/>
                  <a:pt x="1707089" y="6126018"/>
                  <a:pt x="1704113" y="6124532"/>
                </a:cubicBezTo>
                <a:cubicBezTo>
                  <a:pt x="1701136" y="6123046"/>
                  <a:pt x="1699648" y="6120855"/>
                  <a:pt x="1699648" y="6117957"/>
                </a:cubicBezTo>
                <a:cubicBezTo>
                  <a:pt x="1699648" y="6115356"/>
                  <a:pt x="1700820" y="6113146"/>
                  <a:pt x="1703164" y="6111325"/>
                </a:cubicBezTo>
                <a:cubicBezTo>
                  <a:pt x="1705508" y="6109505"/>
                  <a:pt x="1709247" y="6108595"/>
                  <a:pt x="1714382" y="6108595"/>
                </a:cubicBezTo>
                <a:cubicBezTo>
                  <a:pt x="1719442" y="6108595"/>
                  <a:pt x="1723758" y="6109786"/>
                  <a:pt x="1727330" y="6112167"/>
                </a:cubicBezTo>
                <a:cubicBezTo>
                  <a:pt x="1729935" y="6113953"/>
                  <a:pt x="1731795" y="6116743"/>
                  <a:pt x="1732911" y="6120538"/>
                </a:cubicBezTo>
                <a:lnTo>
                  <a:pt x="1775997" y="6116297"/>
                </a:lnTo>
                <a:cubicBezTo>
                  <a:pt x="1773020" y="6108558"/>
                  <a:pt x="1769281" y="6102419"/>
                  <a:pt x="1764779" y="6097879"/>
                </a:cubicBezTo>
                <a:cubicBezTo>
                  <a:pt x="1760277" y="6093340"/>
                  <a:pt x="1754659" y="6089992"/>
                  <a:pt x="1747924" y="6087834"/>
                </a:cubicBezTo>
                <a:cubicBezTo>
                  <a:pt x="1741190" y="6085676"/>
                  <a:pt x="1730753" y="6084597"/>
                  <a:pt x="1716614" y="6084597"/>
                </a:cubicBezTo>
                <a:close/>
                <a:moveTo>
                  <a:pt x="1278465" y="6084597"/>
                </a:moveTo>
                <a:cubicBezTo>
                  <a:pt x="1265070" y="6084597"/>
                  <a:pt x="1254391" y="6085990"/>
                  <a:pt x="1246429" y="6088778"/>
                </a:cubicBezTo>
                <a:cubicBezTo>
                  <a:pt x="1238467" y="6091566"/>
                  <a:pt x="1232216" y="6095784"/>
                  <a:pt x="1227677" y="6101434"/>
                </a:cubicBezTo>
                <a:cubicBezTo>
                  <a:pt x="1223138" y="6107084"/>
                  <a:pt x="1220868" y="6113812"/>
                  <a:pt x="1220868" y="6121618"/>
                </a:cubicBezTo>
                <a:cubicBezTo>
                  <a:pt x="1220868" y="6128755"/>
                  <a:pt x="1222970" y="6135111"/>
                  <a:pt x="1227174" y="6140686"/>
                </a:cubicBezTo>
                <a:cubicBezTo>
                  <a:pt x="1231379" y="6146261"/>
                  <a:pt x="1236551" y="6150220"/>
                  <a:pt x="1242690" y="6152562"/>
                </a:cubicBezTo>
                <a:cubicBezTo>
                  <a:pt x="1248829" y="6154903"/>
                  <a:pt x="1259787" y="6157449"/>
                  <a:pt x="1275562" y="6160199"/>
                </a:cubicBezTo>
                <a:cubicBezTo>
                  <a:pt x="1286129" y="6162057"/>
                  <a:pt x="1292640" y="6163617"/>
                  <a:pt x="1295096" y="6164880"/>
                </a:cubicBezTo>
                <a:cubicBezTo>
                  <a:pt x="1298519" y="6166664"/>
                  <a:pt x="1300230" y="6169190"/>
                  <a:pt x="1300230" y="6172460"/>
                </a:cubicBezTo>
                <a:cubicBezTo>
                  <a:pt x="1300230" y="6175357"/>
                  <a:pt x="1298928" y="6177772"/>
                  <a:pt x="1296324" y="6179703"/>
                </a:cubicBezTo>
                <a:cubicBezTo>
                  <a:pt x="1292975" y="6182304"/>
                  <a:pt x="1288250" y="6183604"/>
                  <a:pt x="1282148" y="6183604"/>
                </a:cubicBezTo>
                <a:cubicBezTo>
                  <a:pt x="1276567" y="6183604"/>
                  <a:pt x="1272102" y="6182451"/>
                  <a:pt x="1268753" y="6180144"/>
                </a:cubicBezTo>
                <a:cubicBezTo>
                  <a:pt x="1265405" y="6177837"/>
                  <a:pt x="1262800" y="6174005"/>
                  <a:pt x="1260940" y="6168647"/>
                </a:cubicBezTo>
                <a:lnTo>
                  <a:pt x="1215845" y="6172889"/>
                </a:lnTo>
                <a:cubicBezTo>
                  <a:pt x="1218449" y="6184274"/>
                  <a:pt x="1224347" y="6193055"/>
                  <a:pt x="1233537" y="6199231"/>
                </a:cubicBezTo>
                <a:cubicBezTo>
                  <a:pt x="1242727" y="6205408"/>
                  <a:pt x="1258149" y="6208496"/>
                  <a:pt x="1279804" y="6208496"/>
                </a:cubicBezTo>
                <a:cubicBezTo>
                  <a:pt x="1295133" y="6208496"/>
                  <a:pt x="1307244" y="6206582"/>
                  <a:pt x="1316137" y="6202754"/>
                </a:cubicBezTo>
                <a:cubicBezTo>
                  <a:pt x="1325029" y="6198925"/>
                  <a:pt x="1331540" y="6193777"/>
                  <a:pt x="1335670" y="6187310"/>
                </a:cubicBezTo>
                <a:cubicBezTo>
                  <a:pt x="1339800" y="6180842"/>
                  <a:pt x="1341865" y="6174189"/>
                  <a:pt x="1341865" y="6167350"/>
                </a:cubicBezTo>
                <a:cubicBezTo>
                  <a:pt x="1341865" y="6160585"/>
                  <a:pt x="1339912" y="6154378"/>
                  <a:pt x="1336005" y="6148728"/>
                </a:cubicBezTo>
                <a:cubicBezTo>
                  <a:pt x="1332098" y="6143078"/>
                  <a:pt x="1326462" y="6138730"/>
                  <a:pt x="1319094" y="6135681"/>
                </a:cubicBezTo>
                <a:cubicBezTo>
                  <a:pt x="1311727" y="6132633"/>
                  <a:pt x="1300491" y="6130255"/>
                  <a:pt x="1285385" y="6128546"/>
                </a:cubicBezTo>
                <a:cubicBezTo>
                  <a:pt x="1275413" y="6127356"/>
                  <a:pt x="1268939" y="6126018"/>
                  <a:pt x="1265963" y="6124532"/>
                </a:cubicBezTo>
                <a:cubicBezTo>
                  <a:pt x="1262986" y="6123046"/>
                  <a:pt x="1261498" y="6120855"/>
                  <a:pt x="1261498" y="6117957"/>
                </a:cubicBezTo>
                <a:cubicBezTo>
                  <a:pt x="1261498" y="6115356"/>
                  <a:pt x="1262670" y="6113146"/>
                  <a:pt x="1265014" y="6111325"/>
                </a:cubicBezTo>
                <a:cubicBezTo>
                  <a:pt x="1267358" y="6109505"/>
                  <a:pt x="1271098" y="6108595"/>
                  <a:pt x="1276232" y="6108595"/>
                </a:cubicBezTo>
                <a:cubicBezTo>
                  <a:pt x="1281292" y="6108595"/>
                  <a:pt x="1285608" y="6109786"/>
                  <a:pt x="1289180" y="6112167"/>
                </a:cubicBezTo>
                <a:cubicBezTo>
                  <a:pt x="1291784" y="6113953"/>
                  <a:pt x="1293645" y="6116743"/>
                  <a:pt x="1294761" y="6120538"/>
                </a:cubicBezTo>
                <a:lnTo>
                  <a:pt x="1337847" y="6116297"/>
                </a:lnTo>
                <a:cubicBezTo>
                  <a:pt x="1334870" y="6108558"/>
                  <a:pt x="1331131" y="6102419"/>
                  <a:pt x="1326629" y="6097879"/>
                </a:cubicBezTo>
                <a:cubicBezTo>
                  <a:pt x="1322127" y="6093340"/>
                  <a:pt x="1316508" y="6089992"/>
                  <a:pt x="1309774" y="6087834"/>
                </a:cubicBezTo>
                <a:cubicBezTo>
                  <a:pt x="1303040" y="6085676"/>
                  <a:pt x="1292603" y="6084597"/>
                  <a:pt x="1278465" y="6084597"/>
                </a:cubicBezTo>
                <a:close/>
                <a:moveTo>
                  <a:pt x="1133655" y="6084597"/>
                </a:moveTo>
                <a:cubicBezTo>
                  <a:pt x="1112893" y="6084597"/>
                  <a:pt x="1096410" y="6090457"/>
                  <a:pt x="1084207" y="6102177"/>
                </a:cubicBezTo>
                <a:cubicBezTo>
                  <a:pt x="1072003" y="6113897"/>
                  <a:pt x="1065901" y="6128798"/>
                  <a:pt x="1065901" y="6146881"/>
                </a:cubicBezTo>
                <a:cubicBezTo>
                  <a:pt x="1065901" y="6166303"/>
                  <a:pt x="1073119" y="6182005"/>
                  <a:pt x="1087555" y="6193985"/>
                </a:cubicBezTo>
                <a:cubicBezTo>
                  <a:pt x="1099312" y="6203659"/>
                  <a:pt x="1114716" y="6208496"/>
                  <a:pt x="1133766" y="6208496"/>
                </a:cubicBezTo>
                <a:cubicBezTo>
                  <a:pt x="1155123" y="6208496"/>
                  <a:pt x="1171848" y="6202673"/>
                  <a:pt x="1183940" y="6191027"/>
                </a:cubicBezTo>
                <a:cubicBezTo>
                  <a:pt x="1196032" y="6179381"/>
                  <a:pt x="1202078" y="6164443"/>
                  <a:pt x="1202078" y="6146211"/>
                </a:cubicBezTo>
                <a:cubicBezTo>
                  <a:pt x="1202078" y="6129989"/>
                  <a:pt x="1197204" y="6116334"/>
                  <a:pt x="1187456" y="6105246"/>
                </a:cubicBezTo>
                <a:cubicBezTo>
                  <a:pt x="1175327" y="6091480"/>
                  <a:pt x="1157393" y="6084597"/>
                  <a:pt x="1133655" y="6084597"/>
                </a:cubicBezTo>
                <a:close/>
                <a:moveTo>
                  <a:pt x="3168656" y="6042180"/>
                </a:moveTo>
                <a:lnTo>
                  <a:pt x="3168656" y="6073100"/>
                </a:lnTo>
                <a:lnTo>
                  <a:pt x="3214086" y="6073100"/>
                </a:lnTo>
                <a:lnTo>
                  <a:pt x="3214086" y="6042180"/>
                </a:lnTo>
                <a:close/>
                <a:moveTo>
                  <a:pt x="2949581" y="6042180"/>
                </a:moveTo>
                <a:lnTo>
                  <a:pt x="2949581" y="6073100"/>
                </a:lnTo>
                <a:lnTo>
                  <a:pt x="2995011" y="6073100"/>
                </a:lnTo>
                <a:lnTo>
                  <a:pt x="2995011" y="6042180"/>
                </a:lnTo>
                <a:close/>
                <a:moveTo>
                  <a:pt x="2502948" y="6042180"/>
                </a:moveTo>
                <a:lnTo>
                  <a:pt x="2502948" y="6098884"/>
                </a:lnTo>
                <a:cubicBezTo>
                  <a:pt x="2498483" y="6094122"/>
                  <a:pt x="2493367" y="6090550"/>
                  <a:pt x="2487600" y="6088168"/>
                </a:cubicBezTo>
                <a:cubicBezTo>
                  <a:pt x="2481833" y="6085787"/>
                  <a:pt x="2475415" y="6084597"/>
                  <a:pt x="2468345" y="6084597"/>
                </a:cubicBezTo>
                <a:cubicBezTo>
                  <a:pt x="2453834" y="6084597"/>
                  <a:pt x="2441872" y="6089805"/>
                  <a:pt x="2432459" y="6100223"/>
                </a:cubicBezTo>
                <a:cubicBezTo>
                  <a:pt x="2423046" y="6110641"/>
                  <a:pt x="2418339" y="6125673"/>
                  <a:pt x="2418339" y="6145318"/>
                </a:cubicBezTo>
                <a:cubicBezTo>
                  <a:pt x="2418339" y="6162880"/>
                  <a:pt x="2422599" y="6177800"/>
                  <a:pt x="2431120" y="6190078"/>
                </a:cubicBezTo>
                <a:cubicBezTo>
                  <a:pt x="2439640" y="6202357"/>
                  <a:pt x="2451974" y="6208496"/>
                  <a:pt x="2468122" y="6208496"/>
                </a:cubicBezTo>
                <a:cubicBezTo>
                  <a:pt x="2476159" y="6208496"/>
                  <a:pt x="2483451" y="6206784"/>
                  <a:pt x="2490000" y="6203361"/>
                </a:cubicBezTo>
                <a:cubicBezTo>
                  <a:pt x="2494911" y="6200757"/>
                  <a:pt x="2500343" y="6195734"/>
                  <a:pt x="2506296" y="6188292"/>
                </a:cubicBezTo>
                <a:lnTo>
                  <a:pt x="2506296" y="6205817"/>
                </a:lnTo>
                <a:lnTo>
                  <a:pt x="2548824" y="6205817"/>
                </a:lnTo>
                <a:lnTo>
                  <a:pt x="2548824" y="6042180"/>
                </a:lnTo>
                <a:close/>
                <a:moveTo>
                  <a:pt x="1587506" y="6042180"/>
                </a:moveTo>
                <a:lnTo>
                  <a:pt x="1587506" y="6073100"/>
                </a:lnTo>
                <a:lnTo>
                  <a:pt x="1632936" y="6073100"/>
                </a:lnTo>
                <a:lnTo>
                  <a:pt x="1632936" y="6042180"/>
                </a:lnTo>
                <a:close/>
                <a:moveTo>
                  <a:pt x="996844" y="6042180"/>
                </a:moveTo>
                <a:lnTo>
                  <a:pt x="996844" y="6205817"/>
                </a:lnTo>
                <a:lnTo>
                  <a:pt x="1042386" y="6205817"/>
                </a:lnTo>
                <a:lnTo>
                  <a:pt x="1042386" y="6042180"/>
                </a:lnTo>
                <a:close/>
                <a:moveTo>
                  <a:pt x="3304462" y="6039390"/>
                </a:moveTo>
                <a:lnTo>
                  <a:pt x="3285709" y="6072765"/>
                </a:lnTo>
                <a:lnTo>
                  <a:pt x="3307475" y="6072765"/>
                </a:lnTo>
                <a:lnTo>
                  <a:pt x="3343529" y="6039390"/>
                </a:lnTo>
                <a:close/>
                <a:moveTo>
                  <a:pt x="3285895" y="5873335"/>
                </a:moveTo>
                <a:lnTo>
                  <a:pt x="3285895" y="5880590"/>
                </a:lnTo>
                <a:cubicBezTo>
                  <a:pt x="3285895" y="5886246"/>
                  <a:pt x="3284984" y="5890841"/>
                  <a:pt x="3283161" y="5894376"/>
                </a:cubicBezTo>
                <a:cubicBezTo>
                  <a:pt x="3281337" y="5897910"/>
                  <a:pt x="3278249" y="5900905"/>
                  <a:pt x="3273896" y="5903361"/>
                </a:cubicBezTo>
                <a:cubicBezTo>
                  <a:pt x="3269543" y="5905817"/>
                  <a:pt x="3264836" y="5907045"/>
                  <a:pt x="3259776" y="5907045"/>
                </a:cubicBezTo>
                <a:cubicBezTo>
                  <a:pt x="3254939" y="5907045"/>
                  <a:pt x="3251274" y="5905910"/>
                  <a:pt x="3248781" y="5903640"/>
                </a:cubicBezTo>
                <a:cubicBezTo>
                  <a:pt x="3246288" y="5901370"/>
                  <a:pt x="3245042" y="5898450"/>
                  <a:pt x="3245042" y="5894878"/>
                </a:cubicBezTo>
                <a:cubicBezTo>
                  <a:pt x="3245042" y="5891752"/>
                  <a:pt x="3246307" y="5888962"/>
                  <a:pt x="3248837" y="5886506"/>
                </a:cubicBezTo>
                <a:cubicBezTo>
                  <a:pt x="3251293" y="5884125"/>
                  <a:pt x="3257134" y="5881707"/>
                  <a:pt x="3266362" y="5879251"/>
                </a:cubicBezTo>
                <a:cubicBezTo>
                  <a:pt x="3273133" y="5877539"/>
                  <a:pt x="3279644" y="5875567"/>
                  <a:pt x="3285895" y="5873335"/>
                </a:cubicBezTo>
                <a:close/>
                <a:moveTo>
                  <a:pt x="3028720" y="5873335"/>
                </a:moveTo>
                <a:lnTo>
                  <a:pt x="3028720" y="5880590"/>
                </a:lnTo>
                <a:cubicBezTo>
                  <a:pt x="3028720" y="5886246"/>
                  <a:pt x="3027809" y="5890841"/>
                  <a:pt x="3025986" y="5894376"/>
                </a:cubicBezTo>
                <a:cubicBezTo>
                  <a:pt x="3024162" y="5897910"/>
                  <a:pt x="3021074" y="5900905"/>
                  <a:pt x="3016721" y="5903361"/>
                </a:cubicBezTo>
                <a:cubicBezTo>
                  <a:pt x="3012368" y="5905817"/>
                  <a:pt x="3007661" y="5907045"/>
                  <a:pt x="3002601" y="5907045"/>
                </a:cubicBezTo>
                <a:cubicBezTo>
                  <a:pt x="2997764" y="5907045"/>
                  <a:pt x="2994099" y="5905910"/>
                  <a:pt x="2991606" y="5903640"/>
                </a:cubicBezTo>
                <a:cubicBezTo>
                  <a:pt x="2989113" y="5901370"/>
                  <a:pt x="2987867" y="5898450"/>
                  <a:pt x="2987867" y="5894878"/>
                </a:cubicBezTo>
                <a:cubicBezTo>
                  <a:pt x="2987867" y="5891752"/>
                  <a:pt x="2989132" y="5888962"/>
                  <a:pt x="2991662" y="5886506"/>
                </a:cubicBezTo>
                <a:cubicBezTo>
                  <a:pt x="2994118" y="5884125"/>
                  <a:pt x="2999959" y="5881707"/>
                  <a:pt x="3009187" y="5879251"/>
                </a:cubicBezTo>
                <a:cubicBezTo>
                  <a:pt x="3015958" y="5877539"/>
                  <a:pt x="3022469" y="5875567"/>
                  <a:pt x="3028720" y="5873335"/>
                </a:cubicBezTo>
                <a:close/>
                <a:moveTo>
                  <a:pt x="2262181" y="5842304"/>
                </a:moveTo>
                <a:cubicBezTo>
                  <a:pt x="2267316" y="5842304"/>
                  <a:pt x="2271687" y="5844500"/>
                  <a:pt x="2275297" y="5848890"/>
                </a:cubicBezTo>
                <a:cubicBezTo>
                  <a:pt x="2278906" y="5853280"/>
                  <a:pt x="2280710" y="5860164"/>
                  <a:pt x="2280710" y="5869540"/>
                </a:cubicBezTo>
                <a:cubicBezTo>
                  <a:pt x="2280710" y="5880181"/>
                  <a:pt x="2278868" y="5887753"/>
                  <a:pt x="2275185" y="5892255"/>
                </a:cubicBezTo>
                <a:cubicBezTo>
                  <a:pt x="2271501" y="5896757"/>
                  <a:pt x="2266944" y="5899008"/>
                  <a:pt x="2261511" y="5899008"/>
                </a:cubicBezTo>
                <a:cubicBezTo>
                  <a:pt x="2255633" y="5899008"/>
                  <a:pt x="2250777" y="5896720"/>
                  <a:pt x="2246945" y="5892143"/>
                </a:cubicBezTo>
                <a:cubicBezTo>
                  <a:pt x="2243112" y="5887567"/>
                  <a:pt x="2241196" y="5880181"/>
                  <a:pt x="2241196" y="5869986"/>
                </a:cubicBezTo>
                <a:cubicBezTo>
                  <a:pt x="2241196" y="5860685"/>
                  <a:pt x="2243150" y="5853745"/>
                  <a:pt x="2247056" y="5849169"/>
                </a:cubicBezTo>
                <a:cubicBezTo>
                  <a:pt x="2250963" y="5844593"/>
                  <a:pt x="2256005" y="5842304"/>
                  <a:pt x="2262181" y="5842304"/>
                </a:cubicBezTo>
                <a:close/>
                <a:moveTo>
                  <a:pt x="2861586" y="5841746"/>
                </a:moveTo>
                <a:cubicBezTo>
                  <a:pt x="2866944" y="5841746"/>
                  <a:pt x="2871483" y="5843997"/>
                  <a:pt x="2875204" y="5848499"/>
                </a:cubicBezTo>
                <a:cubicBezTo>
                  <a:pt x="2878925" y="5853001"/>
                  <a:pt x="2880785" y="5860052"/>
                  <a:pt x="2880785" y="5869651"/>
                </a:cubicBezTo>
                <a:cubicBezTo>
                  <a:pt x="2880785" y="5880069"/>
                  <a:pt x="2878999" y="5887455"/>
                  <a:pt x="2875427" y="5891808"/>
                </a:cubicBezTo>
                <a:cubicBezTo>
                  <a:pt x="2871855" y="5896161"/>
                  <a:pt x="2867428" y="5898338"/>
                  <a:pt x="2862144" y="5898338"/>
                </a:cubicBezTo>
                <a:cubicBezTo>
                  <a:pt x="2856117" y="5898338"/>
                  <a:pt x="2851131" y="5896068"/>
                  <a:pt x="2847187" y="5891529"/>
                </a:cubicBezTo>
                <a:cubicBezTo>
                  <a:pt x="2843243" y="5886990"/>
                  <a:pt x="2841271" y="5880032"/>
                  <a:pt x="2841271" y="5870656"/>
                </a:cubicBezTo>
                <a:cubicBezTo>
                  <a:pt x="2841271" y="5860461"/>
                  <a:pt x="2843206" y="5853094"/>
                  <a:pt x="2847076" y="5848555"/>
                </a:cubicBezTo>
                <a:cubicBezTo>
                  <a:pt x="2850945" y="5844016"/>
                  <a:pt x="2855782" y="5841746"/>
                  <a:pt x="2861586" y="5841746"/>
                </a:cubicBezTo>
                <a:close/>
                <a:moveTo>
                  <a:pt x="1220049" y="5839625"/>
                </a:moveTo>
                <a:cubicBezTo>
                  <a:pt x="1226300" y="5839625"/>
                  <a:pt x="1231547" y="5842137"/>
                  <a:pt x="1235788" y="5847160"/>
                </a:cubicBezTo>
                <a:cubicBezTo>
                  <a:pt x="1240030" y="5852183"/>
                  <a:pt x="1242150" y="5859829"/>
                  <a:pt x="1242150" y="5870098"/>
                </a:cubicBezTo>
                <a:cubicBezTo>
                  <a:pt x="1242150" y="5881111"/>
                  <a:pt x="1240048" y="5889111"/>
                  <a:pt x="1235844" y="5894097"/>
                </a:cubicBezTo>
                <a:cubicBezTo>
                  <a:pt x="1231639" y="5899082"/>
                  <a:pt x="1226263" y="5901575"/>
                  <a:pt x="1219715" y="5901575"/>
                </a:cubicBezTo>
                <a:cubicBezTo>
                  <a:pt x="1213241" y="5901575"/>
                  <a:pt x="1207864" y="5899045"/>
                  <a:pt x="1203585" y="5893985"/>
                </a:cubicBezTo>
                <a:cubicBezTo>
                  <a:pt x="1199306" y="5888925"/>
                  <a:pt x="1197167" y="5881111"/>
                  <a:pt x="1197167" y="5870544"/>
                </a:cubicBezTo>
                <a:cubicBezTo>
                  <a:pt x="1197167" y="5860126"/>
                  <a:pt x="1199325" y="5852369"/>
                  <a:pt x="1203641" y="5847271"/>
                </a:cubicBezTo>
                <a:cubicBezTo>
                  <a:pt x="1207957" y="5842174"/>
                  <a:pt x="1213426" y="5839625"/>
                  <a:pt x="1220049" y="5839625"/>
                </a:cubicBezTo>
                <a:close/>
                <a:moveTo>
                  <a:pt x="2487209" y="5835272"/>
                </a:moveTo>
                <a:cubicBezTo>
                  <a:pt x="2493460" y="5835272"/>
                  <a:pt x="2498502" y="5837170"/>
                  <a:pt x="2502334" y="5840965"/>
                </a:cubicBezTo>
                <a:cubicBezTo>
                  <a:pt x="2506166" y="5844760"/>
                  <a:pt x="2508529" y="5851048"/>
                  <a:pt x="2509422" y="5859829"/>
                </a:cubicBezTo>
                <a:lnTo>
                  <a:pt x="2464662" y="5859829"/>
                </a:lnTo>
                <a:cubicBezTo>
                  <a:pt x="2465406" y="5852759"/>
                  <a:pt x="2467155" y="5847439"/>
                  <a:pt x="2469908" y="5843867"/>
                </a:cubicBezTo>
                <a:cubicBezTo>
                  <a:pt x="2474224" y="5838137"/>
                  <a:pt x="2479991" y="5835272"/>
                  <a:pt x="2487209" y="5835272"/>
                </a:cubicBezTo>
                <a:close/>
                <a:moveTo>
                  <a:pt x="736209" y="5821208"/>
                </a:moveTo>
                <a:cubicBezTo>
                  <a:pt x="728470" y="5821208"/>
                  <a:pt x="721829" y="5823961"/>
                  <a:pt x="716285" y="5829468"/>
                </a:cubicBezTo>
                <a:cubicBezTo>
                  <a:pt x="710741" y="5834975"/>
                  <a:pt x="707969" y="5841635"/>
                  <a:pt x="707969" y="5849448"/>
                </a:cubicBezTo>
                <a:cubicBezTo>
                  <a:pt x="707969" y="5857262"/>
                  <a:pt x="710741" y="5863940"/>
                  <a:pt x="716285" y="5869484"/>
                </a:cubicBezTo>
                <a:cubicBezTo>
                  <a:pt x="721829" y="5875028"/>
                  <a:pt x="728470" y="5877800"/>
                  <a:pt x="736209" y="5877800"/>
                </a:cubicBezTo>
                <a:cubicBezTo>
                  <a:pt x="744023" y="5877800"/>
                  <a:pt x="750701" y="5875028"/>
                  <a:pt x="756245" y="5869484"/>
                </a:cubicBezTo>
                <a:cubicBezTo>
                  <a:pt x="761789" y="5863940"/>
                  <a:pt x="764561" y="5857262"/>
                  <a:pt x="764561" y="5849448"/>
                </a:cubicBezTo>
                <a:cubicBezTo>
                  <a:pt x="764561" y="5841635"/>
                  <a:pt x="761789" y="5834975"/>
                  <a:pt x="756245" y="5829468"/>
                </a:cubicBezTo>
                <a:cubicBezTo>
                  <a:pt x="750701" y="5823961"/>
                  <a:pt x="744023" y="5821208"/>
                  <a:pt x="736209" y="5821208"/>
                </a:cubicBezTo>
                <a:close/>
                <a:moveTo>
                  <a:pt x="2120906" y="5811050"/>
                </a:moveTo>
                <a:lnTo>
                  <a:pt x="2120906" y="5929592"/>
                </a:lnTo>
                <a:lnTo>
                  <a:pt x="2166336" y="5929592"/>
                </a:lnTo>
                <a:lnTo>
                  <a:pt x="2166336" y="5811050"/>
                </a:lnTo>
                <a:close/>
                <a:moveTo>
                  <a:pt x="1901831" y="5811050"/>
                </a:moveTo>
                <a:lnTo>
                  <a:pt x="1901831" y="5929592"/>
                </a:lnTo>
                <a:lnTo>
                  <a:pt x="1947261" y="5929592"/>
                </a:lnTo>
                <a:lnTo>
                  <a:pt x="1947261" y="5811050"/>
                </a:lnTo>
                <a:close/>
                <a:moveTo>
                  <a:pt x="1743887" y="5811050"/>
                </a:moveTo>
                <a:lnTo>
                  <a:pt x="1793185" y="5929592"/>
                </a:lnTo>
                <a:lnTo>
                  <a:pt x="1833479" y="5929592"/>
                </a:lnTo>
                <a:lnTo>
                  <a:pt x="1883860" y="5811050"/>
                </a:lnTo>
                <a:lnTo>
                  <a:pt x="1838015" y="5811050"/>
                </a:lnTo>
                <a:lnTo>
                  <a:pt x="1814153" y="5886171"/>
                </a:lnTo>
                <a:lnTo>
                  <a:pt x="1791155" y="5811050"/>
                </a:lnTo>
                <a:close/>
                <a:moveTo>
                  <a:pt x="1539881" y="5811050"/>
                </a:moveTo>
                <a:lnTo>
                  <a:pt x="1539881" y="5929592"/>
                </a:lnTo>
                <a:lnTo>
                  <a:pt x="1585311" y="5929592"/>
                </a:lnTo>
                <a:lnTo>
                  <a:pt x="1585311" y="5811050"/>
                </a:lnTo>
                <a:close/>
                <a:moveTo>
                  <a:pt x="3264352" y="5808372"/>
                </a:moveTo>
                <a:cubicBezTo>
                  <a:pt x="3255869" y="5808372"/>
                  <a:pt x="3247981" y="5809004"/>
                  <a:pt x="3240689" y="5810269"/>
                </a:cubicBezTo>
                <a:cubicBezTo>
                  <a:pt x="3233396" y="5811534"/>
                  <a:pt x="3227666" y="5813320"/>
                  <a:pt x="3223499" y="5815627"/>
                </a:cubicBezTo>
                <a:cubicBezTo>
                  <a:pt x="3217695" y="5818827"/>
                  <a:pt x="3213249" y="5822603"/>
                  <a:pt x="3210160" y="5826956"/>
                </a:cubicBezTo>
                <a:cubicBezTo>
                  <a:pt x="3207072" y="5831310"/>
                  <a:pt x="3204710" y="5837281"/>
                  <a:pt x="3203072" y="5844872"/>
                </a:cubicBezTo>
                <a:lnTo>
                  <a:pt x="3246493" y="5849448"/>
                </a:lnTo>
                <a:cubicBezTo>
                  <a:pt x="3248279" y="5844313"/>
                  <a:pt x="3250623" y="5840816"/>
                  <a:pt x="3253525" y="5838956"/>
                </a:cubicBezTo>
                <a:cubicBezTo>
                  <a:pt x="3257246" y="5836574"/>
                  <a:pt x="3262827" y="5835384"/>
                  <a:pt x="3270268" y="5835384"/>
                </a:cubicBezTo>
                <a:cubicBezTo>
                  <a:pt x="3276073" y="5835384"/>
                  <a:pt x="3280128" y="5836500"/>
                  <a:pt x="3282435" y="5838732"/>
                </a:cubicBezTo>
                <a:cubicBezTo>
                  <a:pt x="3284742" y="5840965"/>
                  <a:pt x="3285895" y="5844872"/>
                  <a:pt x="3285895" y="5850453"/>
                </a:cubicBezTo>
                <a:cubicBezTo>
                  <a:pt x="3280240" y="5852685"/>
                  <a:pt x="3274882" y="5854490"/>
                  <a:pt x="3269822" y="5855866"/>
                </a:cubicBezTo>
                <a:cubicBezTo>
                  <a:pt x="3264762" y="5857243"/>
                  <a:pt x="3253711" y="5859643"/>
                  <a:pt x="3236670" y="5863066"/>
                </a:cubicBezTo>
                <a:cubicBezTo>
                  <a:pt x="3222457" y="5865894"/>
                  <a:pt x="3212709" y="5870210"/>
                  <a:pt x="3207426" y="5876014"/>
                </a:cubicBezTo>
                <a:cubicBezTo>
                  <a:pt x="3202142" y="5881818"/>
                  <a:pt x="3199501" y="5889222"/>
                  <a:pt x="3199501" y="5898226"/>
                </a:cubicBezTo>
                <a:cubicBezTo>
                  <a:pt x="3199501" y="5907826"/>
                  <a:pt x="3203165" y="5915900"/>
                  <a:pt x="3210495" y="5922448"/>
                </a:cubicBezTo>
                <a:cubicBezTo>
                  <a:pt x="3217825" y="5928997"/>
                  <a:pt x="3228559" y="5932271"/>
                  <a:pt x="3242698" y="5932271"/>
                </a:cubicBezTo>
                <a:cubicBezTo>
                  <a:pt x="3253339" y="5932271"/>
                  <a:pt x="3262678" y="5930634"/>
                  <a:pt x="3270715" y="5927360"/>
                </a:cubicBezTo>
                <a:cubicBezTo>
                  <a:pt x="3276593" y="5924904"/>
                  <a:pt x="3282509" y="5920811"/>
                  <a:pt x="3288463" y="5915081"/>
                </a:cubicBezTo>
                <a:cubicBezTo>
                  <a:pt x="3288983" y="5918504"/>
                  <a:pt x="3289504" y="5921016"/>
                  <a:pt x="3290025" y="5922616"/>
                </a:cubicBezTo>
                <a:cubicBezTo>
                  <a:pt x="3290546" y="5924216"/>
                  <a:pt x="3291662" y="5926541"/>
                  <a:pt x="3293374" y="5929592"/>
                </a:cubicBezTo>
                <a:lnTo>
                  <a:pt x="3336013" y="5929592"/>
                </a:lnTo>
                <a:cubicBezTo>
                  <a:pt x="3333632" y="5924681"/>
                  <a:pt x="3332088" y="5920644"/>
                  <a:pt x="3331381" y="5917481"/>
                </a:cubicBezTo>
                <a:cubicBezTo>
                  <a:pt x="3330674" y="5914319"/>
                  <a:pt x="3330320" y="5909947"/>
                  <a:pt x="3330320" y="5904366"/>
                </a:cubicBezTo>
                <a:lnTo>
                  <a:pt x="3330320" y="5852015"/>
                </a:lnTo>
                <a:cubicBezTo>
                  <a:pt x="3330320" y="5846434"/>
                  <a:pt x="3329204" y="5840574"/>
                  <a:pt x="3326972" y="5834435"/>
                </a:cubicBezTo>
                <a:cubicBezTo>
                  <a:pt x="3324739" y="5828296"/>
                  <a:pt x="3321688" y="5823552"/>
                  <a:pt x="3317819" y="5820203"/>
                </a:cubicBezTo>
                <a:cubicBezTo>
                  <a:pt x="3312312" y="5815366"/>
                  <a:pt x="3305429" y="5812185"/>
                  <a:pt x="3297169" y="5810660"/>
                </a:cubicBezTo>
                <a:cubicBezTo>
                  <a:pt x="3288909" y="5809134"/>
                  <a:pt x="3277970" y="5808372"/>
                  <a:pt x="3264352" y="5808372"/>
                </a:cubicBezTo>
                <a:close/>
                <a:moveTo>
                  <a:pt x="3172079" y="5808372"/>
                </a:moveTo>
                <a:cubicBezTo>
                  <a:pt x="3165679" y="5808372"/>
                  <a:pt x="3160303" y="5809953"/>
                  <a:pt x="3155950" y="5813115"/>
                </a:cubicBezTo>
                <a:cubicBezTo>
                  <a:pt x="3151596" y="5816278"/>
                  <a:pt x="3147373" y="5822064"/>
                  <a:pt x="3143281" y="5830472"/>
                </a:cubicBezTo>
                <a:lnTo>
                  <a:pt x="3143281" y="5811050"/>
                </a:lnTo>
                <a:lnTo>
                  <a:pt x="3100753" y="5811050"/>
                </a:lnTo>
                <a:lnTo>
                  <a:pt x="3100753" y="5929592"/>
                </a:lnTo>
                <a:lnTo>
                  <a:pt x="3146406" y="5929592"/>
                </a:lnTo>
                <a:lnTo>
                  <a:pt x="3146406" y="5889855"/>
                </a:lnTo>
                <a:cubicBezTo>
                  <a:pt x="3146406" y="5870879"/>
                  <a:pt x="3148750" y="5857931"/>
                  <a:pt x="3153438" y="5851011"/>
                </a:cubicBezTo>
                <a:cubicBezTo>
                  <a:pt x="3156712" y="5846099"/>
                  <a:pt x="3161326" y="5843644"/>
                  <a:pt x="3167279" y="5843644"/>
                </a:cubicBezTo>
                <a:cubicBezTo>
                  <a:pt x="3170405" y="5843644"/>
                  <a:pt x="3174646" y="5844760"/>
                  <a:pt x="3180004" y="5846992"/>
                </a:cubicBezTo>
                <a:lnTo>
                  <a:pt x="3194068" y="5814622"/>
                </a:lnTo>
                <a:cubicBezTo>
                  <a:pt x="3186106" y="5810455"/>
                  <a:pt x="3178776" y="5808372"/>
                  <a:pt x="3172079" y="5808372"/>
                </a:cubicBezTo>
                <a:close/>
                <a:moveTo>
                  <a:pt x="3007177" y="5808372"/>
                </a:moveTo>
                <a:cubicBezTo>
                  <a:pt x="2998694" y="5808372"/>
                  <a:pt x="2990806" y="5809004"/>
                  <a:pt x="2983514" y="5810269"/>
                </a:cubicBezTo>
                <a:cubicBezTo>
                  <a:pt x="2976221" y="5811534"/>
                  <a:pt x="2970491" y="5813320"/>
                  <a:pt x="2966324" y="5815627"/>
                </a:cubicBezTo>
                <a:cubicBezTo>
                  <a:pt x="2960520" y="5818827"/>
                  <a:pt x="2956074" y="5822603"/>
                  <a:pt x="2952985" y="5826956"/>
                </a:cubicBezTo>
                <a:cubicBezTo>
                  <a:pt x="2949897" y="5831310"/>
                  <a:pt x="2947535" y="5837281"/>
                  <a:pt x="2945897" y="5844872"/>
                </a:cubicBezTo>
                <a:lnTo>
                  <a:pt x="2989318" y="5849448"/>
                </a:lnTo>
                <a:cubicBezTo>
                  <a:pt x="2991104" y="5844313"/>
                  <a:pt x="2993448" y="5840816"/>
                  <a:pt x="2996350" y="5838956"/>
                </a:cubicBezTo>
                <a:cubicBezTo>
                  <a:pt x="3000071" y="5836574"/>
                  <a:pt x="3005652" y="5835384"/>
                  <a:pt x="3013093" y="5835384"/>
                </a:cubicBezTo>
                <a:cubicBezTo>
                  <a:pt x="3018898" y="5835384"/>
                  <a:pt x="3022953" y="5836500"/>
                  <a:pt x="3025260" y="5838732"/>
                </a:cubicBezTo>
                <a:cubicBezTo>
                  <a:pt x="3027567" y="5840965"/>
                  <a:pt x="3028720" y="5844872"/>
                  <a:pt x="3028720" y="5850453"/>
                </a:cubicBezTo>
                <a:cubicBezTo>
                  <a:pt x="3023065" y="5852685"/>
                  <a:pt x="3017707" y="5854490"/>
                  <a:pt x="3012647" y="5855866"/>
                </a:cubicBezTo>
                <a:cubicBezTo>
                  <a:pt x="3007587" y="5857243"/>
                  <a:pt x="2996536" y="5859643"/>
                  <a:pt x="2979495" y="5863066"/>
                </a:cubicBezTo>
                <a:cubicBezTo>
                  <a:pt x="2965282" y="5865894"/>
                  <a:pt x="2955534" y="5870210"/>
                  <a:pt x="2950251" y="5876014"/>
                </a:cubicBezTo>
                <a:cubicBezTo>
                  <a:pt x="2944967" y="5881818"/>
                  <a:pt x="2942326" y="5889222"/>
                  <a:pt x="2942326" y="5898226"/>
                </a:cubicBezTo>
                <a:cubicBezTo>
                  <a:pt x="2942326" y="5907826"/>
                  <a:pt x="2945990" y="5915900"/>
                  <a:pt x="2953320" y="5922448"/>
                </a:cubicBezTo>
                <a:cubicBezTo>
                  <a:pt x="2960650" y="5928997"/>
                  <a:pt x="2971384" y="5932271"/>
                  <a:pt x="2985523" y="5932271"/>
                </a:cubicBezTo>
                <a:cubicBezTo>
                  <a:pt x="2996164" y="5932271"/>
                  <a:pt x="3005503" y="5930634"/>
                  <a:pt x="3013540" y="5927360"/>
                </a:cubicBezTo>
                <a:cubicBezTo>
                  <a:pt x="3019418" y="5924904"/>
                  <a:pt x="3025334" y="5920811"/>
                  <a:pt x="3031288" y="5915081"/>
                </a:cubicBezTo>
                <a:cubicBezTo>
                  <a:pt x="3031808" y="5918504"/>
                  <a:pt x="3032329" y="5921016"/>
                  <a:pt x="3032850" y="5922616"/>
                </a:cubicBezTo>
                <a:cubicBezTo>
                  <a:pt x="3033371" y="5924216"/>
                  <a:pt x="3034487" y="5926541"/>
                  <a:pt x="3036199" y="5929592"/>
                </a:cubicBezTo>
                <a:lnTo>
                  <a:pt x="3078838" y="5929592"/>
                </a:lnTo>
                <a:cubicBezTo>
                  <a:pt x="3076457" y="5924681"/>
                  <a:pt x="3074913" y="5920644"/>
                  <a:pt x="3074206" y="5917481"/>
                </a:cubicBezTo>
                <a:cubicBezTo>
                  <a:pt x="3073499" y="5914319"/>
                  <a:pt x="3073145" y="5909947"/>
                  <a:pt x="3073145" y="5904366"/>
                </a:cubicBezTo>
                <a:lnTo>
                  <a:pt x="3073145" y="5852015"/>
                </a:lnTo>
                <a:cubicBezTo>
                  <a:pt x="3073145" y="5846434"/>
                  <a:pt x="3072029" y="5840574"/>
                  <a:pt x="3069797" y="5834435"/>
                </a:cubicBezTo>
                <a:cubicBezTo>
                  <a:pt x="3067564" y="5828296"/>
                  <a:pt x="3064513" y="5823552"/>
                  <a:pt x="3060644" y="5820203"/>
                </a:cubicBezTo>
                <a:cubicBezTo>
                  <a:pt x="3055137" y="5815366"/>
                  <a:pt x="3048254" y="5812185"/>
                  <a:pt x="3039994" y="5810660"/>
                </a:cubicBezTo>
                <a:cubicBezTo>
                  <a:pt x="3031734" y="5809134"/>
                  <a:pt x="3020795" y="5808372"/>
                  <a:pt x="3007177" y="5808372"/>
                </a:cubicBezTo>
                <a:close/>
                <a:moveTo>
                  <a:pt x="2876432" y="5808372"/>
                </a:moveTo>
                <a:cubicBezTo>
                  <a:pt x="2868395" y="5808372"/>
                  <a:pt x="2861065" y="5810120"/>
                  <a:pt x="2854443" y="5813618"/>
                </a:cubicBezTo>
                <a:cubicBezTo>
                  <a:pt x="2849531" y="5816222"/>
                  <a:pt x="2844136" y="5821208"/>
                  <a:pt x="2838257" y="5828575"/>
                </a:cubicBezTo>
                <a:lnTo>
                  <a:pt x="2838257" y="5811050"/>
                </a:lnTo>
                <a:lnTo>
                  <a:pt x="2795730" y="5811050"/>
                </a:lnTo>
                <a:lnTo>
                  <a:pt x="2795730" y="5974687"/>
                </a:lnTo>
                <a:lnTo>
                  <a:pt x="2841606" y="5974687"/>
                </a:lnTo>
                <a:lnTo>
                  <a:pt x="2841606" y="5918095"/>
                </a:lnTo>
                <a:cubicBezTo>
                  <a:pt x="2846145" y="5922783"/>
                  <a:pt x="2851299" y="5926318"/>
                  <a:pt x="2857066" y="5928699"/>
                </a:cubicBezTo>
                <a:cubicBezTo>
                  <a:pt x="2862833" y="5931080"/>
                  <a:pt x="2869214" y="5932271"/>
                  <a:pt x="2876209" y="5932271"/>
                </a:cubicBezTo>
                <a:cubicBezTo>
                  <a:pt x="2890645" y="5932271"/>
                  <a:pt x="2902588" y="5927081"/>
                  <a:pt x="2912039" y="5916700"/>
                </a:cubicBezTo>
                <a:cubicBezTo>
                  <a:pt x="2921490" y="5906319"/>
                  <a:pt x="2926215" y="5891269"/>
                  <a:pt x="2926215" y="5871549"/>
                </a:cubicBezTo>
                <a:cubicBezTo>
                  <a:pt x="2926215" y="5853690"/>
                  <a:pt x="2921880" y="5838695"/>
                  <a:pt x="2913211" y="5826566"/>
                </a:cubicBezTo>
                <a:cubicBezTo>
                  <a:pt x="2904542" y="5814436"/>
                  <a:pt x="2892282" y="5808372"/>
                  <a:pt x="2876432" y="5808372"/>
                </a:cubicBezTo>
                <a:close/>
                <a:moveTo>
                  <a:pt x="2631014" y="5808372"/>
                </a:moveTo>
                <a:cubicBezTo>
                  <a:pt x="2617620" y="5808372"/>
                  <a:pt x="2606941" y="5809765"/>
                  <a:pt x="2598979" y="5812553"/>
                </a:cubicBezTo>
                <a:cubicBezTo>
                  <a:pt x="2591017" y="5815341"/>
                  <a:pt x="2584766" y="5819559"/>
                  <a:pt x="2580227" y="5825209"/>
                </a:cubicBezTo>
                <a:cubicBezTo>
                  <a:pt x="2575687" y="5830859"/>
                  <a:pt x="2573418" y="5837587"/>
                  <a:pt x="2573418" y="5845393"/>
                </a:cubicBezTo>
                <a:cubicBezTo>
                  <a:pt x="2573418" y="5852530"/>
                  <a:pt x="2575520" y="5858886"/>
                  <a:pt x="2579724" y="5864461"/>
                </a:cubicBezTo>
                <a:cubicBezTo>
                  <a:pt x="2583929" y="5870036"/>
                  <a:pt x="2589101" y="5873995"/>
                  <a:pt x="2595240" y="5876337"/>
                </a:cubicBezTo>
                <a:cubicBezTo>
                  <a:pt x="2601379" y="5878678"/>
                  <a:pt x="2612336" y="5881224"/>
                  <a:pt x="2628112" y="5883974"/>
                </a:cubicBezTo>
                <a:cubicBezTo>
                  <a:pt x="2638679" y="5885832"/>
                  <a:pt x="2645190" y="5887392"/>
                  <a:pt x="2647646" y="5888655"/>
                </a:cubicBezTo>
                <a:cubicBezTo>
                  <a:pt x="2651069" y="5890439"/>
                  <a:pt x="2652780" y="5892965"/>
                  <a:pt x="2652780" y="5896235"/>
                </a:cubicBezTo>
                <a:cubicBezTo>
                  <a:pt x="2652780" y="5899132"/>
                  <a:pt x="2651478" y="5901547"/>
                  <a:pt x="2648874" y="5903478"/>
                </a:cubicBezTo>
                <a:cubicBezTo>
                  <a:pt x="2645525" y="5906079"/>
                  <a:pt x="2640800" y="5907379"/>
                  <a:pt x="2634698" y="5907379"/>
                </a:cubicBezTo>
                <a:cubicBezTo>
                  <a:pt x="2629117" y="5907379"/>
                  <a:pt x="2624652" y="5906226"/>
                  <a:pt x="2621303" y="5903919"/>
                </a:cubicBezTo>
                <a:cubicBezTo>
                  <a:pt x="2617955" y="5901612"/>
                  <a:pt x="2615350" y="5897780"/>
                  <a:pt x="2613490" y="5892422"/>
                </a:cubicBezTo>
                <a:lnTo>
                  <a:pt x="2568395" y="5896664"/>
                </a:lnTo>
                <a:cubicBezTo>
                  <a:pt x="2570999" y="5908049"/>
                  <a:pt x="2576897" y="5916830"/>
                  <a:pt x="2586087" y="5923006"/>
                </a:cubicBezTo>
                <a:cubicBezTo>
                  <a:pt x="2595277" y="5929183"/>
                  <a:pt x="2610699" y="5932271"/>
                  <a:pt x="2632354" y="5932271"/>
                </a:cubicBezTo>
                <a:cubicBezTo>
                  <a:pt x="2647683" y="5932271"/>
                  <a:pt x="2659794" y="5930357"/>
                  <a:pt x="2668686" y="5926529"/>
                </a:cubicBezTo>
                <a:cubicBezTo>
                  <a:pt x="2677579" y="5922700"/>
                  <a:pt x="2684090" y="5917552"/>
                  <a:pt x="2688220" y="5911085"/>
                </a:cubicBezTo>
                <a:cubicBezTo>
                  <a:pt x="2692350" y="5904617"/>
                  <a:pt x="2694415" y="5897964"/>
                  <a:pt x="2694415" y="5891125"/>
                </a:cubicBezTo>
                <a:cubicBezTo>
                  <a:pt x="2694415" y="5884360"/>
                  <a:pt x="2692462" y="5878153"/>
                  <a:pt x="2688555" y="5872503"/>
                </a:cubicBezTo>
                <a:cubicBezTo>
                  <a:pt x="2684648" y="5866853"/>
                  <a:pt x="2679011" y="5862505"/>
                  <a:pt x="2671644" y="5859456"/>
                </a:cubicBezTo>
                <a:cubicBezTo>
                  <a:pt x="2664277" y="5856408"/>
                  <a:pt x="2653041" y="5854030"/>
                  <a:pt x="2637935" y="5852321"/>
                </a:cubicBezTo>
                <a:cubicBezTo>
                  <a:pt x="2627963" y="5851131"/>
                  <a:pt x="2621489" y="5849793"/>
                  <a:pt x="2618513" y="5848307"/>
                </a:cubicBezTo>
                <a:cubicBezTo>
                  <a:pt x="2615536" y="5846821"/>
                  <a:pt x="2614048" y="5844630"/>
                  <a:pt x="2614048" y="5841732"/>
                </a:cubicBezTo>
                <a:cubicBezTo>
                  <a:pt x="2614048" y="5839131"/>
                  <a:pt x="2615220" y="5836921"/>
                  <a:pt x="2617564" y="5835100"/>
                </a:cubicBezTo>
                <a:cubicBezTo>
                  <a:pt x="2619908" y="5833280"/>
                  <a:pt x="2623647" y="5832370"/>
                  <a:pt x="2628782" y="5832370"/>
                </a:cubicBezTo>
                <a:cubicBezTo>
                  <a:pt x="2633842" y="5832370"/>
                  <a:pt x="2638158" y="5833561"/>
                  <a:pt x="2641730" y="5835942"/>
                </a:cubicBezTo>
                <a:cubicBezTo>
                  <a:pt x="2644334" y="5837728"/>
                  <a:pt x="2646195" y="5840518"/>
                  <a:pt x="2647311" y="5844313"/>
                </a:cubicBezTo>
                <a:lnTo>
                  <a:pt x="2690397" y="5840072"/>
                </a:lnTo>
                <a:cubicBezTo>
                  <a:pt x="2687420" y="5832333"/>
                  <a:pt x="2683681" y="5826194"/>
                  <a:pt x="2679179" y="5821654"/>
                </a:cubicBezTo>
                <a:cubicBezTo>
                  <a:pt x="2674677" y="5817115"/>
                  <a:pt x="2669059" y="5813767"/>
                  <a:pt x="2662324" y="5811609"/>
                </a:cubicBezTo>
                <a:cubicBezTo>
                  <a:pt x="2655590" y="5809451"/>
                  <a:pt x="2645153" y="5808372"/>
                  <a:pt x="2631014" y="5808372"/>
                </a:cubicBezTo>
                <a:close/>
                <a:moveTo>
                  <a:pt x="2485312" y="5808372"/>
                </a:moveTo>
                <a:cubicBezTo>
                  <a:pt x="2464401" y="5808372"/>
                  <a:pt x="2448012" y="5814101"/>
                  <a:pt x="2436143" y="5825561"/>
                </a:cubicBezTo>
                <a:cubicBezTo>
                  <a:pt x="2424273" y="5837021"/>
                  <a:pt x="2418339" y="5852015"/>
                  <a:pt x="2418339" y="5870544"/>
                </a:cubicBezTo>
                <a:cubicBezTo>
                  <a:pt x="2418339" y="5883567"/>
                  <a:pt x="2421297" y="5894896"/>
                  <a:pt x="2427213" y="5904533"/>
                </a:cubicBezTo>
                <a:cubicBezTo>
                  <a:pt x="2433129" y="5914170"/>
                  <a:pt x="2440589" y="5921202"/>
                  <a:pt x="2449593" y="5925629"/>
                </a:cubicBezTo>
                <a:cubicBezTo>
                  <a:pt x="2458597" y="5930057"/>
                  <a:pt x="2470950" y="5932271"/>
                  <a:pt x="2486651" y="5932271"/>
                </a:cubicBezTo>
                <a:cubicBezTo>
                  <a:pt x="2504734" y="5932271"/>
                  <a:pt x="2518612" y="5929685"/>
                  <a:pt x="2528286" y="5924513"/>
                </a:cubicBezTo>
                <a:cubicBezTo>
                  <a:pt x="2537960" y="5919341"/>
                  <a:pt x="2546220" y="5910802"/>
                  <a:pt x="2553066" y="5898896"/>
                </a:cubicBezTo>
                <a:lnTo>
                  <a:pt x="2508306" y="5894766"/>
                </a:lnTo>
                <a:cubicBezTo>
                  <a:pt x="2505478" y="5898338"/>
                  <a:pt x="2502836" y="5900831"/>
                  <a:pt x="2500380" y="5902245"/>
                </a:cubicBezTo>
                <a:cubicBezTo>
                  <a:pt x="2496362" y="5904477"/>
                  <a:pt x="2492121" y="5905593"/>
                  <a:pt x="2487656" y="5905593"/>
                </a:cubicBezTo>
                <a:cubicBezTo>
                  <a:pt x="2480586" y="5905593"/>
                  <a:pt x="2474856" y="5903026"/>
                  <a:pt x="2470466" y="5897892"/>
                </a:cubicBezTo>
                <a:cubicBezTo>
                  <a:pt x="2467341" y="5894320"/>
                  <a:pt x="2465369" y="5888888"/>
                  <a:pt x="2464550" y="5881595"/>
                </a:cubicBezTo>
                <a:lnTo>
                  <a:pt x="2555633" y="5881595"/>
                </a:lnTo>
                <a:lnTo>
                  <a:pt x="2555633" y="5876460"/>
                </a:lnTo>
                <a:cubicBezTo>
                  <a:pt x="2555633" y="5860833"/>
                  <a:pt x="2553066" y="5848146"/>
                  <a:pt x="2547931" y="5838398"/>
                </a:cubicBezTo>
                <a:cubicBezTo>
                  <a:pt x="2542796" y="5828649"/>
                  <a:pt x="2535318" y="5821208"/>
                  <a:pt x="2525495" y="5816073"/>
                </a:cubicBezTo>
                <a:cubicBezTo>
                  <a:pt x="2515673" y="5810939"/>
                  <a:pt x="2502278" y="5808372"/>
                  <a:pt x="2485312" y="5808372"/>
                </a:cubicBezTo>
                <a:close/>
                <a:moveTo>
                  <a:pt x="2030939" y="5808372"/>
                </a:moveTo>
                <a:cubicBezTo>
                  <a:pt x="2017545" y="5808372"/>
                  <a:pt x="2006867" y="5809765"/>
                  <a:pt x="1998904" y="5812553"/>
                </a:cubicBezTo>
                <a:cubicBezTo>
                  <a:pt x="1990942" y="5815341"/>
                  <a:pt x="1984691" y="5819559"/>
                  <a:pt x="1980152" y="5825209"/>
                </a:cubicBezTo>
                <a:cubicBezTo>
                  <a:pt x="1975613" y="5830859"/>
                  <a:pt x="1973343" y="5837587"/>
                  <a:pt x="1973343" y="5845393"/>
                </a:cubicBezTo>
                <a:cubicBezTo>
                  <a:pt x="1973343" y="5852530"/>
                  <a:pt x="1975445" y="5858886"/>
                  <a:pt x="1979649" y="5864461"/>
                </a:cubicBezTo>
                <a:cubicBezTo>
                  <a:pt x="1983854" y="5870036"/>
                  <a:pt x="1989026" y="5873995"/>
                  <a:pt x="1995165" y="5876337"/>
                </a:cubicBezTo>
                <a:cubicBezTo>
                  <a:pt x="2001304" y="5878678"/>
                  <a:pt x="2012261" y="5881224"/>
                  <a:pt x="2028037" y="5883974"/>
                </a:cubicBezTo>
                <a:cubicBezTo>
                  <a:pt x="2038604" y="5885832"/>
                  <a:pt x="2045115" y="5887392"/>
                  <a:pt x="2047571" y="5888655"/>
                </a:cubicBezTo>
                <a:cubicBezTo>
                  <a:pt x="2050994" y="5890439"/>
                  <a:pt x="2052706" y="5892965"/>
                  <a:pt x="2052706" y="5896235"/>
                </a:cubicBezTo>
                <a:cubicBezTo>
                  <a:pt x="2052706" y="5899132"/>
                  <a:pt x="2051403" y="5901547"/>
                  <a:pt x="2048799" y="5903478"/>
                </a:cubicBezTo>
                <a:cubicBezTo>
                  <a:pt x="2045450" y="5906079"/>
                  <a:pt x="2040725" y="5907379"/>
                  <a:pt x="2034623" y="5907379"/>
                </a:cubicBezTo>
                <a:cubicBezTo>
                  <a:pt x="2029042" y="5907379"/>
                  <a:pt x="2024577" y="5906226"/>
                  <a:pt x="2021228" y="5903919"/>
                </a:cubicBezTo>
                <a:cubicBezTo>
                  <a:pt x="2017880" y="5901612"/>
                  <a:pt x="2015275" y="5897780"/>
                  <a:pt x="2013415" y="5892422"/>
                </a:cubicBezTo>
                <a:lnTo>
                  <a:pt x="1968320" y="5896664"/>
                </a:lnTo>
                <a:cubicBezTo>
                  <a:pt x="1970925" y="5908049"/>
                  <a:pt x="1976822" y="5916830"/>
                  <a:pt x="1986012" y="5923006"/>
                </a:cubicBezTo>
                <a:cubicBezTo>
                  <a:pt x="1995202" y="5929183"/>
                  <a:pt x="2010624" y="5932271"/>
                  <a:pt x="2032279" y="5932271"/>
                </a:cubicBezTo>
                <a:cubicBezTo>
                  <a:pt x="2047608" y="5932271"/>
                  <a:pt x="2059719" y="5930357"/>
                  <a:pt x="2068612" y="5926529"/>
                </a:cubicBezTo>
                <a:cubicBezTo>
                  <a:pt x="2077504" y="5922700"/>
                  <a:pt x="2084015" y="5917552"/>
                  <a:pt x="2088145" y="5911085"/>
                </a:cubicBezTo>
                <a:cubicBezTo>
                  <a:pt x="2092275" y="5904617"/>
                  <a:pt x="2094340" y="5897964"/>
                  <a:pt x="2094340" y="5891125"/>
                </a:cubicBezTo>
                <a:cubicBezTo>
                  <a:pt x="2094340" y="5884360"/>
                  <a:pt x="2092387" y="5878153"/>
                  <a:pt x="2088480" y="5872503"/>
                </a:cubicBezTo>
                <a:cubicBezTo>
                  <a:pt x="2084573" y="5866853"/>
                  <a:pt x="2078937" y="5862505"/>
                  <a:pt x="2071570" y="5859456"/>
                </a:cubicBezTo>
                <a:cubicBezTo>
                  <a:pt x="2064202" y="5856408"/>
                  <a:pt x="2052966" y="5854030"/>
                  <a:pt x="2037860" y="5852321"/>
                </a:cubicBezTo>
                <a:cubicBezTo>
                  <a:pt x="2027888" y="5851131"/>
                  <a:pt x="2021414" y="5849793"/>
                  <a:pt x="2018438" y="5848307"/>
                </a:cubicBezTo>
                <a:cubicBezTo>
                  <a:pt x="2015461" y="5846821"/>
                  <a:pt x="2013973" y="5844630"/>
                  <a:pt x="2013973" y="5841732"/>
                </a:cubicBezTo>
                <a:cubicBezTo>
                  <a:pt x="2013973" y="5839131"/>
                  <a:pt x="2015145" y="5836921"/>
                  <a:pt x="2017489" y="5835100"/>
                </a:cubicBezTo>
                <a:cubicBezTo>
                  <a:pt x="2019833" y="5833280"/>
                  <a:pt x="2023572" y="5832370"/>
                  <a:pt x="2028707" y="5832370"/>
                </a:cubicBezTo>
                <a:cubicBezTo>
                  <a:pt x="2033767" y="5832370"/>
                  <a:pt x="2038083" y="5833561"/>
                  <a:pt x="2041655" y="5835942"/>
                </a:cubicBezTo>
                <a:cubicBezTo>
                  <a:pt x="2044260" y="5837728"/>
                  <a:pt x="2046120" y="5840518"/>
                  <a:pt x="2047236" y="5844313"/>
                </a:cubicBezTo>
                <a:lnTo>
                  <a:pt x="2090322" y="5840072"/>
                </a:lnTo>
                <a:cubicBezTo>
                  <a:pt x="2087345" y="5832333"/>
                  <a:pt x="2083606" y="5826194"/>
                  <a:pt x="2079104" y="5821654"/>
                </a:cubicBezTo>
                <a:cubicBezTo>
                  <a:pt x="2074602" y="5817115"/>
                  <a:pt x="2068984" y="5813767"/>
                  <a:pt x="2062249" y="5811609"/>
                </a:cubicBezTo>
                <a:cubicBezTo>
                  <a:pt x="2055515" y="5809451"/>
                  <a:pt x="2045078" y="5808372"/>
                  <a:pt x="2030939" y="5808372"/>
                </a:cubicBezTo>
                <a:close/>
                <a:moveTo>
                  <a:pt x="1699574" y="5808372"/>
                </a:moveTo>
                <a:cubicBezTo>
                  <a:pt x="1690272" y="5808372"/>
                  <a:pt x="1682384" y="5810064"/>
                  <a:pt x="1675910" y="5813450"/>
                </a:cubicBezTo>
                <a:cubicBezTo>
                  <a:pt x="1669436" y="5816836"/>
                  <a:pt x="1663036" y="5822473"/>
                  <a:pt x="1656711" y="5830361"/>
                </a:cubicBezTo>
                <a:lnTo>
                  <a:pt x="1656711" y="5811050"/>
                </a:lnTo>
                <a:lnTo>
                  <a:pt x="1614407" y="5811050"/>
                </a:lnTo>
                <a:lnTo>
                  <a:pt x="1614407" y="5929592"/>
                </a:lnTo>
                <a:lnTo>
                  <a:pt x="1659836" y="5929592"/>
                </a:lnTo>
                <a:lnTo>
                  <a:pt x="1659836" y="5872665"/>
                </a:lnTo>
                <a:cubicBezTo>
                  <a:pt x="1659836" y="5861875"/>
                  <a:pt x="1661548" y="5854397"/>
                  <a:pt x="1664971" y="5850229"/>
                </a:cubicBezTo>
                <a:cubicBezTo>
                  <a:pt x="1668394" y="5846062"/>
                  <a:pt x="1672859" y="5843979"/>
                  <a:pt x="1678366" y="5843979"/>
                </a:cubicBezTo>
                <a:cubicBezTo>
                  <a:pt x="1683351" y="5843979"/>
                  <a:pt x="1687221" y="5845523"/>
                  <a:pt x="1689974" y="5848611"/>
                </a:cubicBezTo>
                <a:cubicBezTo>
                  <a:pt x="1692727" y="5851699"/>
                  <a:pt x="1694104" y="5856964"/>
                  <a:pt x="1694104" y="5864405"/>
                </a:cubicBezTo>
                <a:lnTo>
                  <a:pt x="1694104" y="5929592"/>
                </a:lnTo>
                <a:lnTo>
                  <a:pt x="1739757" y="5929592"/>
                </a:lnTo>
                <a:lnTo>
                  <a:pt x="1739757" y="5854248"/>
                </a:lnTo>
                <a:cubicBezTo>
                  <a:pt x="1739757" y="5838621"/>
                  <a:pt x="1736204" y="5827068"/>
                  <a:pt x="1729097" y="5819589"/>
                </a:cubicBezTo>
                <a:cubicBezTo>
                  <a:pt x="1721991" y="5812111"/>
                  <a:pt x="1712150" y="5808372"/>
                  <a:pt x="1699574" y="5808372"/>
                </a:cubicBezTo>
                <a:close/>
                <a:moveTo>
                  <a:pt x="1394774" y="5808372"/>
                </a:moveTo>
                <a:cubicBezTo>
                  <a:pt x="1385472" y="5808372"/>
                  <a:pt x="1377584" y="5810064"/>
                  <a:pt x="1371110" y="5813450"/>
                </a:cubicBezTo>
                <a:cubicBezTo>
                  <a:pt x="1364636" y="5816836"/>
                  <a:pt x="1358236" y="5822473"/>
                  <a:pt x="1351911" y="5830361"/>
                </a:cubicBezTo>
                <a:lnTo>
                  <a:pt x="1351911" y="5811050"/>
                </a:lnTo>
                <a:lnTo>
                  <a:pt x="1309607" y="5811050"/>
                </a:lnTo>
                <a:lnTo>
                  <a:pt x="1309607" y="5929592"/>
                </a:lnTo>
                <a:lnTo>
                  <a:pt x="1355037" y="5929592"/>
                </a:lnTo>
                <a:lnTo>
                  <a:pt x="1355037" y="5872665"/>
                </a:lnTo>
                <a:cubicBezTo>
                  <a:pt x="1355037" y="5861875"/>
                  <a:pt x="1356748" y="5854397"/>
                  <a:pt x="1360171" y="5850229"/>
                </a:cubicBezTo>
                <a:cubicBezTo>
                  <a:pt x="1363594" y="5846062"/>
                  <a:pt x="1368059" y="5843979"/>
                  <a:pt x="1373566" y="5843979"/>
                </a:cubicBezTo>
                <a:cubicBezTo>
                  <a:pt x="1378551" y="5843979"/>
                  <a:pt x="1382421" y="5845523"/>
                  <a:pt x="1385174" y="5848611"/>
                </a:cubicBezTo>
                <a:cubicBezTo>
                  <a:pt x="1387928" y="5851699"/>
                  <a:pt x="1389304" y="5856964"/>
                  <a:pt x="1389304" y="5864405"/>
                </a:cubicBezTo>
                <a:lnTo>
                  <a:pt x="1389304" y="5929592"/>
                </a:lnTo>
                <a:lnTo>
                  <a:pt x="1434957" y="5929592"/>
                </a:lnTo>
                <a:lnTo>
                  <a:pt x="1434957" y="5854248"/>
                </a:lnTo>
                <a:cubicBezTo>
                  <a:pt x="1434957" y="5838621"/>
                  <a:pt x="1431404" y="5827068"/>
                  <a:pt x="1424297" y="5819589"/>
                </a:cubicBezTo>
                <a:cubicBezTo>
                  <a:pt x="1417191" y="5812111"/>
                  <a:pt x="1407349" y="5808372"/>
                  <a:pt x="1394774" y="5808372"/>
                </a:cubicBezTo>
                <a:close/>
                <a:moveTo>
                  <a:pt x="1219380" y="5808372"/>
                </a:moveTo>
                <a:cubicBezTo>
                  <a:pt x="1198618" y="5808372"/>
                  <a:pt x="1182136" y="5814232"/>
                  <a:pt x="1169931" y="5825952"/>
                </a:cubicBezTo>
                <a:cubicBezTo>
                  <a:pt x="1157728" y="5837672"/>
                  <a:pt x="1151626" y="5852573"/>
                  <a:pt x="1151626" y="5870656"/>
                </a:cubicBezTo>
                <a:cubicBezTo>
                  <a:pt x="1151626" y="5890078"/>
                  <a:pt x="1158844" y="5905780"/>
                  <a:pt x="1173280" y="5917760"/>
                </a:cubicBezTo>
                <a:cubicBezTo>
                  <a:pt x="1185037" y="5927434"/>
                  <a:pt x="1200441" y="5932271"/>
                  <a:pt x="1219491" y="5932271"/>
                </a:cubicBezTo>
                <a:cubicBezTo>
                  <a:pt x="1240848" y="5932271"/>
                  <a:pt x="1257573" y="5926448"/>
                  <a:pt x="1269665" y="5914802"/>
                </a:cubicBezTo>
                <a:cubicBezTo>
                  <a:pt x="1281757" y="5903156"/>
                  <a:pt x="1287803" y="5888218"/>
                  <a:pt x="1287803" y="5869986"/>
                </a:cubicBezTo>
                <a:cubicBezTo>
                  <a:pt x="1287803" y="5853764"/>
                  <a:pt x="1282929" y="5840109"/>
                  <a:pt x="1273181" y="5829021"/>
                </a:cubicBezTo>
                <a:cubicBezTo>
                  <a:pt x="1261052" y="5815255"/>
                  <a:pt x="1243118" y="5808372"/>
                  <a:pt x="1219380" y="5808372"/>
                </a:cubicBezTo>
                <a:close/>
                <a:moveTo>
                  <a:pt x="2349394" y="5765955"/>
                </a:moveTo>
                <a:lnTo>
                  <a:pt x="2349394" y="5929592"/>
                </a:lnTo>
                <a:lnTo>
                  <a:pt x="2394936" y="5929592"/>
                </a:lnTo>
                <a:lnTo>
                  <a:pt x="2394936" y="5765955"/>
                </a:lnTo>
                <a:close/>
                <a:moveTo>
                  <a:pt x="2195655" y="5765955"/>
                </a:moveTo>
                <a:lnTo>
                  <a:pt x="2195655" y="5929592"/>
                </a:lnTo>
                <a:lnTo>
                  <a:pt x="2238183" y="5929592"/>
                </a:lnTo>
                <a:lnTo>
                  <a:pt x="2238183" y="5912067"/>
                </a:lnTo>
                <a:cubicBezTo>
                  <a:pt x="2244061" y="5919434"/>
                  <a:pt x="2249493" y="5924457"/>
                  <a:pt x="2254479" y="5927136"/>
                </a:cubicBezTo>
                <a:cubicBezTo>
                  <a:pt x="2261102" y="5930559"/>
                  <a:pt x="2268395" y="5932271"/>
                  <a:pt x="2276357" y="5932271"/>
                </a:cubicBezTo>
                <a:cubicBezTo>
                  <a:pt x="2285659" y="5932271"/>
                  <a:pt x="2294123" y="5929834"/>
                  <a:pt x="2301751" y="5924960"/>
                </a:cubicBezTo>
                <a:cubicBezTo>
                  <a:pt x="2309378" y="5920086"/>
                  <a:pt x="2315350" y="5912719"/>
                  <a:pt x="2319666" y="5902859"/>
                </a:cubicBezTo>
                <a:cubicBezTo>
                  <a:pt x="2323982" y="5892999"/>
                  <a:pt x="2326140" y="5881595"/>
                  <a:pt x="2326140" y="5868647"/>
                </a:cubicBezTo>
                <a:cubicBezTo>
                  <a:pt x="2326140" y="5849225"/>
                  <a:pt x="2321415" y="5834323"/>
                  <a:pt x="2311964" y="5823943"/>
                </a:cubicBezTo>
                <a:cubicBezTo>
                  <a:pt x="2302513" y="5813562"/>
                  <a:pt x="2290570" y="5808372"/>
                  <a:pt x="2276134" y="5808372"/>
                </a:cubicBezTo>
                <a:cubicBezTo>
                  <a:pt x="2269139" y="5808372"/>
                  <a:pt x="2262758" y="5809562"/>
                  <a:pt x="2256991" y="5811943"/>
                </a:cubicBezTo>
                <a:cubicBezTo>
                  <a:pt x="2251224" y="5814325"/>
                  <a:pt x="2246070" y="5817897"/>
                  <a:pt x="2241531" y="5822659"/>
                </a:cubicBezTo>
                <a:lnTo>
                  <a:pt x="2241531" y="5765955"/>
                </a:lnTo>
                <a:close/>
                <a:moveTo>
                  <a:pt x="2120906" y="5765955"/>
                </a:moveTo>
                <a:lnTo>
                  <a:pt x="2120906" y="5796875"/>
                </a:lnTo>
                <a:lnTo>
                  <a:pt x="2166336" y="5796875"/>
                </a:lnTo>
                <a:lnTo>
                  <a:pt x="2166336" y="5765955"/>
                </a:lnTo>
                <a:close/>
                <a:moveTo>
                  <a:pt x="1901831" y="5765955"/>
                </a:moveTo>
                <a:lnTo>
                  <a:pt x="1901831" y="5796875"/>
                </a:lnTo>
                <a:lnTo>
                  <a:pt x="1947261" y="5796875"/>
                </a:lnTo>
                <a:lnTo>
                  <a:pt x="1947261" y="5765955"/>
                </a:lnTo>
                <a:close/>
                <a:moveTo>
                  <a:pt x="1539881" y="5765955"/>
                </a:moveTo>
                <a:lnTo>
                  <a:pt x="1539881" y="5796875"/>
                </a:lnTo>
                <a:lnTo>
                  <a:pt x="1585311" y="5796875"/>
                </a:lnTo>
                <a:lnTo>
                  <a:pt x="1585311" y="5765955"/>
                </a:lnTo>
                <a:close/>
                <a:moveTo>
                  <a:pt x="1065156" y="5763165"/>
                </a:moveTo>
                <a:cubicBezTo>
                  <a:pt x="1048116" y="5763165"/>
                  <a:pt x="1034703" y="5765304"/>
                  <a:pt x="1024917" y="5769583"/>
                </a:cubicBezTo>
                <a:cubicBezTo>
                  <a:pt x="1015132" y="5773862"/>
                  <a:pt x="1007802" y="5779741"/>
                  <a:pt x="1002928" y="5787219"/>
                </a:cubicBezTo>
                <a:cubicBezTo>
                  <a:pt x="998054" y="5794698"/>
                  <a:pt x="995616" y="5802642"/>
                  <a:pt x="995616" y="5811050"/>
                </a:cubicBezTo>
                <a:cubicBezTo>
                  <a:pt x="995616" y="5823850"/>
                  <a:pt x="1000379" y="5834379"/>
                  <a:pt x="1009904" y="5842639"/>
                </a:cubicBezTo>
                <a:cubicBezTo>
                  <a:pt x="1019355" y="5850899"/>
                  <a:pt x="1035168" y="5857522"/>
                  <a:pt x="1057343" y="5862508"/>
                </a:cubicBezTo>
                <a:cubicBezTo>
                  <a:pt x="1070886" y="5865484"/>
                  <a:pt x="1079518" y="5868647"/>
                  <a:pt x="1083239" y="5871996"/>
                </a:cubicBezTo>
                <a:cubicBezTo>
                  <a:pt x="1086960" y="5875344"/>
                  <a:pt x="1088820" y="5879139"/>
                  <a:pt x="1088820" y="5883381"/>
                </a:cubicBezTo>
                <a:cubicBezTo>
                  <a:pt x="1088820" y="5887846"/>
                  <a:pt x="1086867" y="5891771"/>
                  <a:pt x="1082960" y="5895157"/>
                </a:cubicBezTo>
                <a:cubicBezTo>
                  <a:pt x="1079053" y="5898543"/>
                  <a:pt x="1073491" y="5900236"/>
                  <a:pt x="1066273" y="5900236"/>
                </a:cubicBezTo>
                <a:cubicBezTo>
                  <a:pt x="1056599" y="5900236"/>
                  <a:pt x="1049157" y="5896924"/>
                  <a:pt x="1043949" y="5890301"/>
                </a:cubicBezTo>
                <a:cubicBezTo>
                  <a:pt x="1040749" y="5886209"/>
                  <a:pt x="1038628" y="5880255"/>
                  <a:pt x="1037586" y="5872442"/>
                </a:cubicBezTo>
                <a:lnTo>
                  <a:pt x="989477" y="5875456"/>
                </a:lnTo>
                <a:cubicBezTo>
                  <a:pt x="990891" y="5891976"/>
                  <a:pt x="996956" y="5905593"/>
                  <a:pt x="1007672" y="5916309"/>
                </a:cubicBezTo>
                <a:cubicBezTo>
                  <a:pt x="1018387" y="5927025"/>
                  <a:pt x="1037661" y="5932383"/>
                  <a:pt x="1065491" y="5932383"/>
                </a:cubicBezTo>
                <a:cubicBezTo>
                  <a:pt x="1081342" y="5932383"/>
                  <a:pt x="1094475" y="5930094"/>
                  <a:pt x="1104894" y="5925518"/>
                </a:cubicBezTo>
                <a:cubicBezTo>
                  <a:pt x="1115312" y="5920941"/>
                  <a:pt x="1123423" y="5914226"/>
                  <a:pt x="1129227" y="5905370"/>
                </a:cubicBezTo>
                <a:cubicBezTo>
                  <a:pt x="1135031" y="5896515"/>
                  <a:pt x="1137933" y="5886841"/>
                  <a:pt x="1137933" y="5876349"/>
                </a:cubicBezTo>
                <a:cubicBezTo>
                  <a:pt x="1137933" y="5867419"/>
                  <a:pt x="1135757" y="5859345"/>
                  <a:pt x="1131404" y="5852127"/>
                </a:cubicBezTo>
                <a:cubicBezTo>
                  <a:pt x="1127050" y="5844909"/>
                  <a:pt x="1120093" y="5838863"/>
                  <a:pt x="1110531" y="5833989"/>
                </a:cubicBezTo>
                <a:cubicBezTo>
                  <a:pt x="1100968" y="5829114"/>
                  <a:pt x="1085137" y="5824296"/>
                  <a:pt x="1063036" y="5819534"/>
                </a:cubicBezTo>
                <a:cubicBezTo>
                  <a:pt x="1054106" y="5817673"/>
                  <a:pt x="1048450" y="5815664"/>
                  <a:pt x="1046069" y="5813506"/>
                </a:cubicBezTo>
                <a:cubicBezTo>
                  <a:pt x="1043614" y="5811422"/>
                  <a:pt x="1042386" y="5809078"/>
                  <a:pt x="1042386" y="5806474"/>
                </a:cubicBezTo>
                <a:cubicBezTo>
                  <a:pt x="1042386" y="5802902"/>
                  <a:pt x="1043874" y="5799870"/>
                  <a:pt x="1046851" y="5797377"/>
                </a:cubicBezTo>
                <a:cubicBezTo>
                  <a:pt x="1049827" y="5794884"/>
                  <a:pt x="1054255" y="5793638"/>
                  <a:pt x="1060134" y="5793638"/>
                </a:cubicBezTo>
                <a:cubicBezTo>
                  <a:pt x="1067277" y="5793638"/>
                  <a:pt x="1072877" y="5795312"/>
                  <a:pt x="1076932" y="5798660"/>
                </a:cubicBezTo>
                <a:cubicBezTo>
                  <a:pt x="1080988" y="5802009"/>
                  <a:pt x="1083648" y="5807367"/>
                  <a:pt x="1084913" y="5814734"/>
                </a:cubicBezTo>
                <a:lnTo>
                  <a:pt x="1132576" y="5811943"/>
                </a:lnTo>
                <a:cubicBezTo>
                  <a:pt x="1130492" y="5794977"/>
                  <a:pt x="1123962" y="5782606"/>
                  <a:pt x="1112986" y="5774829"/>
                </a:cubicBezTo>
                <a:cubicBezTo>
                  <a:pt x="1102010" y="5767053"/>
                  <a:pt x="1086067" y="5763165"/>
                  <a:pt x="1065156" y="5763165"/>
                </a:cubicBezTo>
                <a:close/>
                <a:moveTo>
                  <a:pt x="3262343" y="5331601"/>
                </a:moveTo>
                <a:lnTo>
                  <a:pt x="3262343" y="5377142"/>
                </a:lnTo>
                <a:lnTo>
                  <a:pt x="3310898" y="5377142"/>
                </a:lnTo>
                <a:lnTo>
                  <a:pt x="3310898" y="5331601"/>
                </a:lnTo>
                <a:close/>
                <a:moveTo>
                  <a:pt x="2742970" y="5320885"/>
                </a:moveTo>
                <a:lnTo>
                  <a:pt x="2742970" y="5328140"/>
                </a:lnTo>
                <a:cubicBezTo>
                  <a:pt x="2742970" y="5333796"/>
                  <a:pt x="2742059" y="5338391"/>
                  <a:pt x="2740236" y="5341926"/>
                </a:cubicBezTo>
                <a:cubicBezTo>
                  <a:pt x="2738412" y="5345460"/>
                  <a:pt x="2735324" y="5348455"/>
                  <a:pt x="2730971" y="5350911"/>
                </a:cubicBezTo>
                <a:cubicBezTo>
                  <a:pt x="2726618" y="5353367"/>
                  <a:pt x="2721911" y="5354595"/>
                  <a:pt x="2716851" y="5354595"/>
                </a:cubicBezTo>
                <a:cubicBezTo>
                  <a:pt x="2712014" y="5354595"/>
                  <a:pt x="2708349" y="5353460"/>
                  <a:pt x="2705856" y="5351190"/>
                </a:cubicBezTo>
                <a:cubicBezTo>
                  <a:pt x="2703363" y="5348920"/>
                  <a:pt x="2702117" y="5346000"/>
                  <a:pt x="2702117" y="5342428"/>
                </a:cubicBezTo>
                <a:cubicBezTo>
                  <a:pt x="2702117" y="5339302"/>
                  <a:pt x="2703382" y="5336512"/>
                  <a:pt x="2705912" y="5334056"/>
                </a:cubicBezTo>
                <a:cubicBezTo>
                  <a:pt x="2708368" y="5331675"/>
                  <a:pt x="2714209" y="5329257"/>
                  <a:pt x="2723437" y="5326801"/>
                </a:cubicBezTo>
                <a:cubicBezTo>
                  <a:pt x="2730208" y="5325089"/>
                  <a:pt x="2736719" y="5323117"/>
                  <a:pt x="2742970" y="5320885"/>
                </a:cubicBezTo>
                <a:close/>
                <a:moveTo>
                  <a:pt x="2438170" y="5320885"/>
                </a:moveTo>
                <a:lnTo>
                  <a:pt x="2438170" y="5328140"/>
                </a:lnTo>
                <a:cubicBezTo>
                  <a:pt x="2438170" y="5333796"/>
                  <a:pt x="2437259" y="5338391"/>
                  <a:pt x="2435436" y="5341926"/>
                </a:cubicBezTo>
                <a:cubicBezTo>
                  <a:pt x="2433612" y="5345460"/>
                  <a:pt x="2430524" y="5348455"/>
                  <a:pt x="2426171" y="5350911"/>
                </a:cubicBezTo>
                <a:cubicBezTo>
                  <a:pt x="2421818" y="5353367"/>
                  <a:pt x="2417111" y="5354595"/>
                  <a:pt x="2412051" y="5354595"/>
                </a:cubicBezTo>
                <a:cubicBezTo>
                  <a:pt x="2407214" y="5354595"/>
                  <a:pt x="2403549" y="5353460"/>
                  <a:pt x="2401056" y="5351190"/>
                </a:cubicBezTo>
                <a:cubicBezTo>
                  <a:pt x="2398563" y="5348920"/>
                  <a:pt x="2397317" y="5346000"/>
                  <a:pt x="2397317" y="5342428"/>
                </a:cubicBezTo>
                <a:cubicBezTo>
                  <a:pt x="2397317" y="5339302"/>
                  <a:pt x="2398582" y="5336512"/>
                  <a:pt x="2401112" y="5334056"/>
                </a:cubicBezTo>
                <a:cubicBezTo>
                  <a:pt x="2403568" y="5331675"/>
                  <a:pt x="2409409" y="5329257"/>
                  <a:pt x="2418637" y="5326801"/>
                </a:cubicBezTo>
                <a:cubicBezTo>
                  <a:pt x="2425408" y="5325089"/>
                  <a:pt x="2431920" y="5323117"/>
                  <a:pt x="2438170" y="5320885"/>
                </a:cubicBezTo>
                <a:close/>
                <a:moveTo>
                  <a:pt x="2576506" y="5289854"/>
                </a:moveTo>
                <a:cubicBezTo>
                  <a:pt x="2581641" y="5289854"/>
                  <a:pt x="2586012" y="5292050"/>
                  <a:pt x="2589622" y="5296440"/>
                </a:cubicBezTo>
                <a:cubicBezTo>
                  <a:pt x="2593231" y="5300830"/>
                  <a:pt x="2595035" y="5307714"/>
                  <a:pt x="2595035" y="5317090"/>
                </a:cubicBezTo>
                <a:cubicBezTo>
                  <a:pt x="2595035" y="5327731"/>
                  <a:pt x="2593193" y="5335303"/>
                  <a:pt x="2589510" y="5339805"/>
                </a:cubicBezTo>
                <a:cubicBezTo>
                  <a:pt x="2585826" y="5344307"/>
                  <a:pt x="2581269" y="5346558"/>
                  <a:pt x="2575836" y="5346558"/>
                </a:cubicBezTo>
                <a:cubicBezTo>
                  <a:pt x="2569958" y="5346558"/>
                  <a:pt x="2565102" y="5344270"/>
                  <a:pt x="2561270" y="5339693"/>
                </a:cubicBezTo>
                <a:cubicBezTo>
                  <a:pt x="2557437" y="5335117"/>
                  <a:pt x="2555521" y="5327731"/>
                  <a:pt x="2555521" y="5317536"/>
                </a:cubicBezTo>
                <a:cubicBezTo>
                  <a:pt x="2555521" y="5308235"/>
                  <a:pt x="2557475" y="5301295"/>
                  <a:pt x="2561381" y="5296719"/>
                </a:cubicBezTo>
                <a:cubicBezTo>
                  <a:pt x="2565288" y="5292143"/>
                  <a:pt x="2570330" y="5289854"/>
                  <a:pt x="2576506" y="5289854"/>
                </a:cubicBezTo>
                <a:close/>
                <a:moveTo>
                  <a:pt x="3029799" y="5287175"/>
                </a:moveTo>
                <a:cubicBezTo>
                  <a:pt x="3036050" y="5287175"/>
                  <a:pt x="3041296" y="5289687"/>
                  <a:pt x="3045538" y="5294710"/>
                </a:cubicBezTo>
                <a:cubicBezTo>
                  <a:pt x="3049779" y="5299733"/>
                  <a:pt x="3051900" y="5307379"/>
                  <a:pt x="3051900" y="5317648"/>
                </a:cubicBezTo>
                <a:cubicBezTo>
                  <a:pt x="3051900" y="5328661"/>
                  <a:pt x="3049798" y="5336661"/>
                  <a:pt x="3045594" y="5341647"/>
                </a:cubicBezTo>
                <a:cubicBezTo>
                  <a:pt x="3041389" y="5346632"/>
                  <a:pt x="3036013" y="5349125"/>
                  <a:pt x="3029464" y="5349125"/>
                </a:cubicBezTo>
                <a:cubicBezTo>
                  <a:pt x="3022990" y="5349125"/>
                  <a:pt x="3017614" y="5346595"/>
                  <a:pt x="3013335" y="5341535"/>
                </a:cubicBezTo>
                <a:cubicBezTo>
                  <a:pt x="3009056" y="5336475"/>
                  <a:pt x="3006917" y="5328661"/>
                  <a:pt x="3006917" y="5318094"/>
                </a:cubicBezTo>
                <a:cubicBezTo>
                  <a:pt x="3006917" y="5307676"/>
                  <a:pt x="3009075" y="5299919"/>
                  <a:pt x="3013391" y="5294821"/>
                </a:cubicBezTo>
                <a:cubicBezTo>
                  <a:pt x="3017707" y="5289724"/>
                  <a:pt x="3023176" y="5287175"/>
                  <a:pt x="3029799" y="5287175"/>
                </a:cubicBezTo>
                <a:close/>
                <a:moveTo>
                  <a:pt x="1896325" y="5287175"/>
                </a:moveTo>
                <a:cubicBezTo>
                  <a:pt x="1902575" y="5287175"/>
                  <a:pt x="1907821" y="5289687"/>
                  <a:pt x="1912063" y="5294710"/>
                </a:cubicBezTo>
                <a:cubicBezTo>
                  <a:pt x="1916304" y="5299733"/>
                  <a:pt x="1918425" y="5307379"/>
                  <a:pt x="1918425" y="5317648"/>
                </a:cubicBezTo>
                <a:cubicBezTo>
                  <a:pt x="1918425" y="5328661"/>
                  <a:pt x="1916323" y="5336661"/>
                  <a:pt x="1912119" y="5341647"/>
                </a:cubicBezTo>
                <a:cubicBezTo>
                  <a:pt x="1907914" y="5346632"/>
                  <a:pt x="1902538" y="5349125"/>
                  <a:pt x="1895989" y="5349125"/>
                </a:cubicBezTo>
                <a:cubicBezTo>
                  <a:pt x="1889516" y="5349125"/>
                  <a:pt x="1884139" y="5346595"/>
                  <a:pt x="1879860" y="5341535"/>
                </a:cubicBezTo>
                <a:cubicBezTo>
                  <a:pt x="1875582" y="5336475"/>
                  <a:pt x="1873442" y="5328661"/>
                  <a:pt x="1873442" y="5318094"/>
                </a:cubicBezTo>
                <a:cubicBezTo>
                  <a:pt x="1873442" y="5307676"/>
                  <a:pt x="1875600" y="5299919"/>
                  <a:pt x="1879916" y="5294821"/>
                </a:cubicBezTo>
                <a:cubicBezTo>
                  <a:pt x="1884232" y="5289724"/>
                  <a:pt x="1889702" y="5287175"/>
                  <a:pt x="1896325" y="5287175"/>
                </a:cubicBezTo>
                <a:close/>
                <a:moveTo>
                  <a:pt x="1591524" y="5287175"/>
                </a:moveTo>
                <a:cubicBezTo>
                  <a:pt x="1597775" y="5287175"/>
                  <a:pt x="1603021" y="5289687"/>
                  <a:pt x="1607263" y="5294710"/>
                </a:cubicBezTo>
                <a:cubicBezTo>
                  <a:pt x="1611505" y="5299733"/>
                  <a:pt x="1613625" y="5307379"/>
                  <a:pt x="1613625" y="5317648"/>
                </a:cubicBezTo>
                <a:cubicBezTo>
                  <a:pt x="1613625" y="5328661"/>
                  <a:pt x="1611523" y="5336661"/>
                  <a:pt x="1607319" y="5341647"/>
                </a:cubicBezTo>
                <a:cubicBezTo>
                  <a:pt x="1603114" y="5346632"/>
                  <a:pt x="1597738" y="5349125"/>
                  <a:pt x="1591190" y="5349125"/>
                </a:cubicBezTo>
                <a:cubicBezTo>
                  <a:pt x="1584715" y="5349125"/>
                  <a:pt x="1579339" y="5346595"/>
                  <a:pt x="1575060" y="5341535"/>
                </a:cubicBezTo>
                <a:cubicBezTo>
                  <a:pt x="1570782" y="5336475"/>
                  <a:pt x="1568642" y="5328661"/>
                  <a:pt x="1568642" y="5318094"/>
                </a:cubicBezTo>
                <a:cubicBezTo>
                  <a:pt x="1568642" y="5307676"/>
                  <a:pt x="1570800" y="5299919"/>
                  <a:pt x="1575116" y="5294821"/>
                </a:cubicBezTo>
                <a:cubicBezTo>
                  <a:pt x="1579432" y="5289724"/>
                  <a:pt x="1584902" y="5287175"/>
                  <a:pt x="1591524" y="5287175"/>
                </a:cubicBezTo>
                <a:close/>
                <a:moveTo>
                  <a:pt x="1210524" y="5287175"/>
                </a:moveTo>
                <a:cubicBezTo>
                  <a:pt x="1216775" y="5287175"/>
                  <a:pt x="1222022" y="5289687"/>
                  <a:pt x="1226263" y="5294710"/>
                </a:cubicBezTo>
                <a:cubicBezTo>
                  <a:pt x="1230505" y="5299733"/>
                  <a:pt x="1232625" y="5307379"/>
                  <a:pt x="1232625" y="5317648"/>
                </a:cubicBezTo>
                <a:cubicBezTo>
                  <a:pt x="1232625" y="5328661"/>
                  <a:pt x="1230523" y="5336661"/>
                  <a:pt x="1226319" y="5341647"/>
                </a:cubicBezTo>
                <a:cubicBezTo>
                  <a:pt x="1222114" y="5346632"/>
                  <a:pt x="1216738" y="5349125"/>
                  <a:pt x="1210190" y="5349125"/>
                </a:cubicBezTo>
                <a:cubicBezTo>
                  <a:pt x="1203716" y="5349125"/>
                  <a:pt x="1198339" y="5346595"/>
                  <a:pt x="1194060" y="5341535"/>
                </a:cubicBezTo>
                <a:cubicBezTo>
                  <a:pt x="1189781" y="5336475"/>
                  <a:pt x="1187642" y="5328661"/>
                  <a:pt x="1187642" y="5318094"/>
                </a:cubicBezTo>
                <a:cubicBezTo>
                  <a:pt x="1187642" y="5307676"/>
                  <a:pt x="1189800" y="5299919"/>
                  <a:pt x="1194116" y="5294821"/>
                </a:cubicBezTo>
                <a:cubicBezTo>
                  <a:pt x="1198432" y="5289724"/>
                  <a:pt x="1203901" y="5287175"/>
                  <a:pt x="1210524" y="5287175"/>
                </a:cubicBezTo>
                <a:close/>
                <a:moveTo>
                  <a:pt x="3173939" y="5255922"/>
                </a:moveTo>
                <a:cubicBezTo>
                  <a:pt x="3160545" y="5255922"/>
                  <a:pt x="3149866" y="5257315"/>
                  <a:pt x="3141904" y="5260103"/>
                </a:cubicBezTo>
                <a:cubicBezTo>
                  <a:pt x="3133942" y="5262891"/>
                  <a:pt x="3127691" y="5267109"/>
                  <a:pt x="3123152" y="5272759"/>
                </a:cubicBezTo>
                <a:cubicBezTo>
                  <a:pt x="3118612" y="5278409"/>
                  <a:pt x="3116343" y="5285137"/>
                  <a:pt x="3116343" y="5292943"/>
                </a:cubicBezTo>
                <a:cubicBezTo>
                  <a:pt x="3116343" y="5300080"/>
                  <a:pt x="3118445" y="5306436"/>
                  <a:pt x="3122649" y="5312011"/>
                </a:cubicBezTo>
                <a:cubicBezTo>
                  <a:pt x="3126854" y="5317586"/>
                  <a:pt x="3132026" y="5321545"/>
                  <a:pt x="3138165" y="5323887"/>
                </a:cubicBezTo>
                <a:cubicBezTo>
                  <a:pt x="3144304" y="5326228"/>
                  <a:pt x="3155261" y="5328774"/>
                  <a:pt x="3171037" y="5331524"/>
                </a:cubicBezTo>
                <a:cubicBezTo>
                  <a:pt x="3181604" y="5333382"/>
                  <a:pt x="3188115" y="5334942"/>
                  <a:pt x="3190571" y="5336205"/>
                </a:cubicBezTo>
                <a:cubicBezTo>
                  <a:pt x="3193994" y="5337989"/>
                  <a:pt x="3195705" y="5340515"/>
                  <a:pt x="3195705" y="5343785"/>
                </a:cubicBezTo>
                <a:cubicBezTo>
                  <a:pt x="3195705" y="5346682"/>
                  <a:pt x="3194403" y="5349097"/>
                  <a:pt x="3191799" y="5351028"/>
                </a:cubicBezTo>
                <a:cubicBezTo>
                  <a:pt x="3188450" y="5353629"/>
                  <a:pt x="3183725" y="5354929"/>
                  <a:pt x="3177623" y="5354929"/>
                </a:cubicBezTo>
                <a:cubicBezTo>
                  <a:pt x="3172042" y="5354929"/>
                  <a:pt x="3167577" y="5353776"/>
                  <a:pt x="3164228" y="5351469"/>
                </a:cubicBezTo>
                <a:cubicBezTo>
                  <a:pt x="3160880" y="5349162"/>
                  <a:pt x="3158275" y="5345330"/>
                  <a:pt x="3156415" y="5339972"/>
                </a:cubicBezTo>
                <a:lnTo>
                  <a:pt x="3111320" y="5344214"/>
                </a:lnTo>
                <a:cubicBezTo>
                  <a:pt x="3113924" y="5355599"/>
                  <a:pt x="3119822" y="5364380"/>
                  <a:pt x="3129012" y="5370556"/>
                </a:cubicBezTo>
                <a:cubicBezTo>
                  <a:pt x="3138202" y="5376733"/>
                  <a:pt x="3153624" y="5379821"/>
                  <a:pt x="3175279" y="5379821"/>
                </a:cubicBezTo>
                <a:cubicBezTo>
                  <a:pt x="3190608" y="5379821"/>
                  <a:pt x="3202719" y="5377907"/>
                  <a:pt x="3211611" y="5374079"/>
                </a:cubicBezTo>
                <a:cubicBezTo>
                  <a:pt x="3220504" y="5370250"/>
                  <a:pt x="3227015" y="5365102"/>
                  <a:pt x="3231145" y="5358635"/>
                </a:cubicBezTo>
                <a:cubicBezTo>
                  <a:pt x="3235275" y="5352167"/>
                  <a:pt x="3237340" y="5345514"/>
                  <a:pt x="3237340" y="5338675"/>
                </a:cubicBezTo>
                <a:cubicBezTo>
                  <a:pt x="3237340" y="5331910"/>
                  <a:pt x="3235387" y="5325703"/>
                  <a:pt x="3231480" y="5320053"/>
                </a:cubicBezTo>
                <a:cubicBezTo>
                  <a:pt x="3227573" y="5314403"/>
                  <a:pt x="3221936" y="5310055"/>
                  <a:pt x="3214569" y="5307006"/>
                </a:cubicBezTo>
                <a:cubicBezTo>
                  <a:pt x="3207202" y="5303958"/>
                  <a:pt x="3195966" y="5301580"/>
                  <a:pt x="3180860" y="5299871"/>
                </a:cubicBezTo>
                <a:cubicBezTo>
                  <a:pt x="3170888" y="5298681"/>
                  <a:pt x="3164414" y="5297343"/>
                  <a:pt x="3161438" y="5295857"/>
                </a:cubicBezTo>
                <a:cubicBezTo>
                  <a:pt x="3158461" y="5294371"/>
                  <a:pt x="3156973" y="5292180"/>
                  <a:pt x="3156973" y="5289282"/>
                </a:cubicBezTo>
                <a:cubicBezTo>
                  <a:pt x="3156973" y="5286681"/>
                  <a:pt x="3158145" y="5284471"/>
                  <a:pt x="3160489" y="5282650"/>
                </a:cubicBezTo>
                <a:cubicBezTo>
                  <a:pt x="3162833" y="5280830"/>
                  <a:pt x="3166572" y="5279920"/>
                  <a:pt x="3171707" y="5279920"/>
                </a:cubicBezTo>
                <a:cubicBezTo>
                  <a:pt x="3176767" y="5279920"/>
                  <a:pt x="3181083" y="5281111"/>
                  <a:pt x="3184655" y="5283492"/>
                </a:cubicBezTo>
                <a:cubicBezTo>
                  <a:pt x="3187259" y="5285278"/>
                  <a:pt x="3189120" y="5288068"/>
                  <a:pt x="3190236" y="5291863"/>
                </a:cubicBezTo>
                <a:lnTo>
                  <a:pt x="3233322" y="5287622"/>
                </a:lnTo>
                <a:cubicBezTo>
                  <a:pt x="3230345" y="5279883"/>
                  <a:pt x="3226606" y="5273744"/>
                  <a:pt x="3222104" y="5269204"/>
                </a:cubicBezTo>
                <a:cubicBezTo>
                  <a:pt x="3217602" y="5264665"/>
                  <a:pt x="3211983" y="5261317"/>
                  <a:pt x="3205249" y="5259159"/>
                </a:cubicBezTo>
                <a:cubicBezTo>
                  <a:pt x="3198515" y="5257001"/>
                  <a:pt x="3188078" y="5255922"/>
                  <a:pt x="3173939" y="5255922"/>
                </a:cubicBezTo>
                <a:close/>
                <a:moveTo>
                  <a:pt x="3029130" y="5255922"/>
                </a:moveTo>
                <a:cubicBezTo>
                  <a:pt x="3008368" y="5255922"/>
                  <a:pt x="2991885" y="5261782"/>
                  <a:pt x="2979681" y="5273502"/>
                </a:cubicBezTo>
                <a:cubicBezTo>
                  <a:pt x="2967477" y="5285222"/>
                  <a:pt x="2961376" y="5300123"/>
                  <a:pt x="2961376" y="5318206"/>
                </a:cubicBezTo>
                <a:cubicBezTo>
                  <a:pt x="2961376" y="5337628"/>
                  <a:pt x="2968594" y="5353330"/>
                  <a:pt x="2983030" y="5365310"/>
                </a:cubicBezTo>
                <a:cubicBezTo>
                  <a:pt x="2994787" y="5374984"/>
                  <a:pt x="3010191" y="5379821"/>
                  <a:pt x="3029241" y="5379821"/>
                </a:cubicBezTo>
                <a:cubicBezTo>
                  <a:pt x="3050598" y="5379821"/>
                  <a:pt x="3067323" y="5373998"/>
                  <a:pt x="3079415" y="5362352"/>
                </a:cubicBezTo>
                <a:cubicBezTo>
                  <a:pt x="3091507" y="5350706"/>
                  <a:pt x="3097553" y="5335768"/>
                  <a:pt x="3097553" y="5317536"/>
                </a:cubicBezTo>
                <a:cubicBezTo>
                  <a:pt x="3097553" y="5301314"/>
                  <a:pt x="3092679" y="5287659"/>
                  <a:pt x="3082931" y="5276571"/>
                </a:cubicBezTo>
                <a:cubicBezTo>
                  <a:pt x="3070801" y="5262805"/>
                  <a:pt x="3052868" y="5255922"/>
                  <a:pt x="3029130" y="5255922"/>
                </a:cubicBezTo>
                <a:close/>
                <a:moveTo>
                  <a:pt x="2721427" y="5255922"/>
                </a:moveTo>
                <a:cubicBezTo>
                  <a:pt x="2712944" y="5255922"/>
                  <a:pt x="2705056" y="5256554"/>
                  <a:pt x="2697764" y="5257819"/>
                </a:cubicBezTo>
                <a:cubicBezTo>
                  <a:pt x="2690471" y="5259084"/>
                  <a:pt x="2684741" y="5260870"/>
                  <a:pt x="2680574" y="5263177"/>
                </a:cubicBezTo>
                <a:cubicBezTo>
                  <a:pt x="2674770" y="5266377"/>
                  <a:pt x="2670324" y="5270153"/>
                  <a:pt x="2667235" y="5274506"/>
                </a:cubicBezTo>
                <a:cubicBezTo>
                  <a:pt x="2664147" y="5278860"/>
                  <a:pt x="2661785" y="5284831"/>
                  <a:pt x="2660147" y="5292422"/>
                </a:cubicBezTo>
                <a:lnTo>
                  <a:pt x="2703568" y="5296998"/>
                </a:lnTo>
                <a:cubicBezTo>
                  <a:pt x="2705354" y="5291863"/>
                  <a:pt x="2707698" y="5288366"/>
                  <a:pt x="2710600" y="5286506"/>
                </a:cubicBezTo>
                <a:cubicBezTo>
                  <a:pt x="2714321" y="5284124"/>
                  <a:pt x="2719902" y="5282934"/>
                  <a:pt x="2727343" y="5282934"/>
                </a:cubicBezTo>
                <a:cubicBezTo>
                  <a:pt x="2733148" y="5282934"/>
                  <a:pt x="2737203" y="5284050"/>
                  <a:pt x="2739510" y="5286282"/>
                </a:cubicBezTo>
                <a:cubicBezTo>
                  <a:pt x="2741817" y="5288515"/>
                  <a:pt x="2742970" y="5292422"/>
                  <a:pt x="2742970" y="5298003"/>
                </a:cubicBezTo>
                <a:cubicBezTo>
                  <a:pt x="2737315" y="5300235"/>
                  <a:pt x="2731957" y="5302040"/>
                  <a:pt x="2726897" y="5303416"/>
                </a:cubicBezTo>
                <a:cubicBezTo>
                  <a:pt x="2721837" y="5304793"/>
                  <a:pt x="2710786" y="5307193"/>
                  <a:pt x="2693745" y="5310616"/>
                </a:cubicBezTo>
                <a:cubicBezTo>
                  <a:pt x="2679532" y="5313444"/>
                  <a:pt x="2669784" y="5317760"/>
                  <a:pt x="2664501" y="5323564"/>
                </a:cubicBezTo>
                <a:cubicBezTo>
                  <a:pt x="2659217" y="5329368"/>
                  <a:pt x="2656576" y="5336772"/>
                  <a:pt x="2656576" y="5345776"/>
                </a:cubicBezTo>
                <a:cubicBezTo>
                  <a:pt x="2656576" y="5355376"/>
                  <a:pt x="2660240" y="5363450"/>
                  <a:pt x="2667570" y="5369998"/>
                </a:cubicBezTo>
                <a:cubicBezTo>
                  <a:pt x="2674900" y="5376547"/>
                  <a:pt x="2685634" y="5379821"/>
                  <a:pt x="2699773" y="5379821"/>
                </a:cubicBezTo>
                <a:cubicBezTo>
                  <a:pt x="2710414" y="5379821"/>
                  <a:pt x="2719753" y="5378184"/>
                  <a:pt x="2727790" y="5374910"/>
                </a:cubicBezTo>
                <a:cubicBezTo>
                  <a:pt x="2733668" y="5372454"/>
                  <a:pt x="2739584" y="5368361"/>
                  <a:pt x="2745538" y="5362631"/>
                </a:cubicBezTo>
                <a:cubicBezTo>
                  <a:pt x="2746058" y="5366054"/>
                  <a:pt x="2746579" y="5368566"/>
                  <a:pt x="2747100" y="5370166"/>
                </a:cubicBezTo>
                <a:cubicBezTo>
                  <a:pt x="2747621" y="5371766"/>
                  <a:pt x="2748737" y="5374091"/>
                  <a:pt x="2750449" y="5377142"/>
                </a:cubicBezTo>
                <a:lnTo>
                  <a:pt x="2793088" y="5377142"/>
                </a:lnTo>
                <a:cubicBezTo>
                  <a:pt x="2790707" y="5372231"/>
                  <a:pt x="2789163" y="5368194"/>
                  <a:pt x="2788456" y="5365031"/>
                </a:cubicBezTo>
                <a:cubicBezTo>
                  <a:pt x="2787749" y="5361869"/>
                  <a:pt x="2787395" y="5357497"/>
                  <a:pt x="2787395" y="5351916"/>
                </a:cubicBezTo>
                <a:lnTo>
                  <a:pt x="2787395" y="5299565"/>
                </a:lnTo>
                <a:cubicBezTo>
                  <a:pt x="2787395" y="5293984"/>
                  <a:pt x="2786279" y="5288124"/>
                  <a:pt x="2784047" y="5281985"/>
                </a:cubicBezTo>
                <a:cubicBezTo>
                  <a:pt x="2781814" y="5275846"/>
                  <a:pt x="2778763" y="5271102"/>
                  <a:pt x="2774894" y="5267753"/>
                </a:cubicBezTo>
                <a:cubicBezTo>
                  <a:pt x="2769387" y="5262916"/>
                  <a:pt x="2762504" y="5259735"/>
                  <a:pt x="2754244" y="5258210"/>
                </a:cubicBezTo>
                <a:cubicBezTo>
                  <a:pt x="2745984" y="5256684"/>
                  <a:pt x="2735045" y="5255922"/>
                  <a:pt x="2721427" y="5255922"/>
                </a:cubicBezTo>
                <a:close/>
                <a:moveTo>
                  <a:pt x="2416627" y="5255922"/>
                </a:moveTo>
                <a:cubicBezTo>
                  <a:pt x="2408144" y="5255922"/>
                  <a:pt x="2400256" y="5256554"/>
                  <a:pt x="2392964" y="5257819"/>
                </a:cubicBezTo>
                <a:cubicBezTo>
                  <a:pt x="2385671" y="5259084"/>
                  <a:pt x="2379941" y="5260870"/>
                  <a:pt x="2375774" y="5263177"/>
                </a:cubicBezTo>
                <a:cubicBezTo>
                  <a:pt x="2369970" y="5266377"/>
                  <a:pt x="2365524" y="5270153"/>
                  <a:pt x="2362435" y="5274506"/>
                </a:cubicBezTo>
                <a:cubicBezTo>
                  <a:pt x="2359347" y="5278860"/>
                  <a:pt x="2356985" y="5284831"/>
                  <a:pt x="2355347" y="5292422"/>
                </a:cubicBezTo>
                <a:lnTo>
                  <a:pt x="2398768" y="5296998"/>
                </a:lnTo>
                <a:cubicBezTo>
                  <a:pt x="2400554" y="5291863"/>
                  <a:pt x="2402898" y="5288366"/>
                  <a:pt x="2405800" y="5286506"/>
                </a:cubicBezTo>
                <a:cubicBezTo>
                  <a:pt x="2409521" y="5284124"/>
                  <a:pt x="2415102" y="5282934"/>
                  <a:pt x="2422543" y="5282934"/>
                </a:cubicBezTo>
                <a:cubicBezTo>
                  <a:pt x="2428348" y="5282934"/>
                  <a:pt x="2432403" y="5284050"/>
                  <a:pt x="2434710" y="5286282"/>
                </a:cubicBezTo>
                <a:cubicBezTo>
                  <a:pt x="2437017" y="5288515"/>
                  <a:pt x="2438170" y="5292422"/>
                  <a:pt x="2438170" y="5298003"/>
                </a:cubicBezTo>
                <a:cubicBezTo>
                  <a:pt x="2432515" y="5300235"/>
                  <a:pt x="2427157" y="5302040"/>
                  <a:pt x="2422097" y="5303416"/>
                </a:cubicBezTo>
                <a:cubicBezTo>
                  <a:pt x="2417037" y="5304793"/>
                  <a:pt x="2405986" y="5307193"/>
                  <a:pt x="2388945" y="5310616"/>
                </a:cubicBezTo>
                <a:cubicBezTo>
                  <a:pt x="2374732" y="5313444"/>
                  <a:pt x="2364984" y="5317760"/>
                  <a:pt x="2359701" y="5323564"/>
                </a:cubicBezTo>
                <a:cubicBezTo>
                  <a:pt x="2354417" y="5329368"/>
                  <a:pt x="2351776" y="5336772"/>
                  <a:pt x="2351776" y="5345776"/>
                </a:cubicBezTo>
                <a:cubicBezTo>
                  <a:pt x="2351776" y="5355376"/>
                  <a:pt x="2355440" y="5363450"/>
                  <a:pt x="2362770" y="5369998"/>
                </a:cubicBezTo>
                <a:cubicBezTo>
                  <a:pt x="2370100" y="5376547"/>
                  <a:pt x="2380834" y="5379821"/>
                  <a:pt x="2394973" y="5379821"/>
                </a:cubicBezTo>
                <a:cubicBezTo>
                  <a:pt x="2405614" y="5379821"/>
                  <a:pt x="2414953" y="5378184"/>
                  <a:pt x="2422990" y="5374910"/>
                </a:cubicBezTo>
                <a:cubicBezTo>
                  <a:pt x="2428869" y="5372454"/>
                  <a:pt x="2434784" y="5368361"/>
                  <a:pt x="2440738" y="5362631"/>
                </a:cubicBezTo>
                <a:cubicBezTo>
                  <a:pt x="2441258" y="5366054"/>
                  <a:pt x="2441779" y="5368566"/>
                  <a:pt x="2442300" y="5370166"/>
                </a:cubicBezTo>
                <a:cubicBezTo>
                  <a:pt x="2442821" y="5371766"/>
                  <a:pt x="2443937" y="5374091"/>
                  <a:pt x="2445649" y="5377142"/>
                </a:cubicBezTo>
                <a:lnTo>
                  <a:pt x="2488288" y="5377142"/>
                </a:lnTo>
                <a:cubicBezTo>
                  <a:pt x="2485907" y="5372231"/>
                  <a:pt x="2484363" y="5368194"/>
                  <a:pt x="2483656" y="5365031"/>
                </a:cubicBezTo>
                <a:cubicBezTo>
                  <a:pt x="2482949" y="5361869"/>
                  <a:pt x="2482596" y="5357497"/>
                  <a:pt x="2482596" y="5351916"/>
                </a:cubicBezTo>
                <a:lnTo>
                  <a:pt x="2482596" y="5299565"/>
                </a:lnTo>
                <a:cubicBezTo>
                  <a:pt x="2482596" y="5293984"/>
                  <a:pt x="2481479" y="5288124"/>
                  <a:pt x="2479247" y="5281985"/>
                </a:cubicBezTo>
                <a:cubicBezTo>
                  <a:pt x="2477014" y="5275846"/>
                  <a:pt x="2473963" y="5271102"/>
                  <a:pt x="2470094" y="5267753"/>
                </a:cubicBezTo>
                <a:cubicBezTo>
                  <a:pt x="2464587" y="5262916"/>
                  <a:pt x="2457704" y="5259735"/>
                  <a:pt x="2449444" y="5258210"/>
                </a:cubicBezTo>
                <a:cubicBezTo>
                  <a:pt x="2441184" y="5256684"/>
                  <a:pt x="2430245" y="5255922"/>
                  <a:pt x="2416627" y="5255922"/>
                </a:cubicBezTo>
                <a:close/>
                <a:moveTo>
                  <a:pt x="2268581" y="5255922"/>
                </a:moveTo>
                <a:cubicBezTo>
                  <a:pt x="2254740" y="5255922"/>
                  <a:pt x="2243392" y="5257743"/>
                  <a:pt x="2234536" y="5261386"/>
                </a:cubicBezTo>
                <a:cubicBezTo>
                  <a:pt x="2228955" y="5263690"/>
                  <a:pt x="2223523" y="5267203"/>
                  <a:pt x="2218240" y="5271924"/>
                </a:cubicBezTo>
                <a:cubicBezTo>
                  <a:pt x="2212956" y="5276646"/>
                  <a:pt x="2208789" y="5281980"/>
                  <a:pt x="2205738" y="5287927"/>
                </a:cubicBezTo>
                <a:cubicBezTo>
                  <a:pt x="2201571" y="5296031"/>
                  <a:pt x="2199487" y="5306180"/>
                  <a:pt x="2199487" y="5318374"/>
                </a:cubicBezTo>
                <a:cubicBezTo>
                  <a:pt x="2199487" y="5330046"/>
                  <a:pt x="2201199" y="5339414"/>
                  <a:pt x="2204622" y="5346477"/>
                </a:cubicBezTo>
                <a:cubicBezTo>
                  <a:pt x="2208045" y="5353540"/>
                  <a:pt x="2212770" y="5359692"/>
                  <a:pt x="2218798" y="5364933"/>
                </a:cubicBezTo>
                <a:cubicBezTo>
                  <a:pt x="2224825" y="5370175"/>
                  <a:pt x="2232025" y="5373967"/>
                  <a:pt x="2240396" y="5376308"/>
                </a:cubicBezTo>
                <a:cubicBezTo>
                  <a:pt x="2248768" y="5378650"/>
                  <a:pt x="2259242" y="5379821"/>
                  <a:pt x="2271818" y="5379821"/>
                </a:cubicBezTo>
                <a:cubicBezTo>
                  <a:pt x="2284840" y="5379821"/>
                  <a:pt x="2295574" y="5377998"/>
                  <a:pt x="2304020" y="5374351"/>
                </a:cubicBezTo>
                <a:cubicBezTo>
                  <a:pt x="2312466" y="5370705"/>
                  <a:pt x="2319405" y="5365589"/>
                  <a:pt x="2324838" y="5359004"/>
                </a:cubicBezTo>
                <a:cubicBezTo>
                  <a:pt x="2330270" y="5352418"/>
                  <a:pt x="2334177" y="5344623"/>
                  <a:pt x="2336558" y="5335619"/>
                </a:cubicBezTo>
                <a:lnTo>
                  <a:pt x="2293361" y="5330708"/>
                </a:lnTo>
                <a:cubicBezTo>
                  <a:pt x="2291351" y="5337033"/>
                  <a:pt x="2288319" y="5341721"/>
                  <a:pt x="2284263" y="5344772"/>
                </a:cubicBezTo>
                <a:cubicBezTo>
                  <a:pt x="2280208" y="5347823"/>
                  <a:pt x="2275204" y="5349348"/>
                  <a:pt x="2269250" y="5349348"/>
                </a:cubicBezTo>
                <a:cubicBezTo>
                  <a:pt x="2262107" y="5349348"/>
                  <a:pt x="2256228" y="5346823"/>
                  <a:pt x="2251614" y="5341772"/>
                </a:cubicBezTo>
                <a:cubicBezTo>
                  <a:pt x="2247001" y="5336721"/>
                  <a:pt x="2244694" y="5329330"/>
                  <a:pt x="2244694" y="5319600"/>
                </a:cubicBezTo>
                <a:cubicBezTo>
                  <a:pt x="2244694" y="5308679"/>
                  <a:pt x="2247019" y="5300527"/>
                  <a:pt x="2251670" y="5295141"/>
                </a:cubicBezTo>
                <a:cubicBezTo>
                  <a:pt x="2256321" y="5289756"/>
                  <a:pt x="2262404" y="5287064"/>
                  <a:pt x="2269920" y="5287064"/>
                </a:cubicBezTo>
                <a:cubicBezTo>
                  <a:pt x="2275873" y="5287064"/>
                  <a:pt x="2280617" y="5288347"/>
                  <a:pt x="2284152" y="5290915"/>
                </a:cubicBezTo>
                <a:cubicBezTo>
                  <a:pt x="2287686" y="5293482"/>
                  <a:pt x="2290124" y="5297296"/>
                  <a:pt x="2291463" y="5302356"/>
                </a:cubicBezTo>
                <a:lnTo>
                  <a:pt x="2334214" y="5296663"/>
                </a:lnTo>
                <a:cubicBezTo>
                  <a:pt x="2330121" y="5283343"/>
                  <a:pt x="2322996" y="5273223"/>
                  <a:pt x="2312838" y="5266302"/>
                </a:cubicBezTo>
                <a:cubicBezTo>
                  <a:pt x="2302681" y="5259382"/>
                  <a:pt x="2287928" y="5255922"/>
                  <a:pt x="2268581" y="5255922"/>
                </a:cubicBezTo>
                <a:close/>
                <a:moveTo>
                  <a:pt x="2040464" y="5255922"/>
                </a:moveTo>
                <a:cubicBezTo>
                  <a:pt x="2027070" y="5255922"/>
                  <a:pt x="2016392" y="5257315"/>
                  <a:pt x="2008429" y="5260103"/>
                </a:cubicBezTo>
                <a:cubicBezTo>
                  <a:pt x="2000467" y="5262891"/>
                  <a:pt x="1994216" y="5267109"/>
                  <a:pt x="1989677" y="5272759"/>
                </a:cubicBezTo>
                <a:cubicBezTo>
                  <a:pt x="1985138" y="5278409"/>
                  <a:pt x="1982868" y="5285137"/>
                  <a:pt x="1982868" y="5292943"/>
                </a:cubicBezTo>
                <a:cubicBezTo>
                  <a:pt x="1982868" y="5300080"/>
                  <a:pt x="1984970" y="5306436"/>
                  <a:pt x="1989174" y="5312011"/>
                </a:cubicBezTo>
                <a:cubicBezTo>
                  <a:pt x="1993379" y="5317586"/>
                  <a:pt x="1998551" y="5321545"/>
                  <a:pt x="2004690" y="5323887"/>
                </a:cubicBezTo>
                <a:cubicBezTo>
                  <a:pt x="2010829" y="5326228"/>
                  <a:pt x="2021786" y="5328774"/>
                  <a:pt x="2037562" y="5331524"/>
                </a:cubicBezTo>
                <a:cubicBezTo>
                  <a:pt x="2048129" y="5333382"/>
                  <a:pt x="2054640" y="5334942"/>
                  <a:pt x="2057096" y="5336205"/>
                </a:cubicBezTo>
                <a:cubicBezTo>
                  <a:pt x="2060519" y="5337989"/>
                  <a:pt x="2062231" y="5340515"/>
                  <a:pt x="2062231" y="5343785"/>
                </a:cubicBezTo>
                <a:cubicBezTo>
                  <a:pt x="2062231" y="5346682"/>
                  <a:pt x="2060928" y="5349097"/>
                  <a:pt x="2058324" y="5351028"/>
                </a:cubicBezTo>
                <a:cubicBezTo>
                  <a:pt x="2054975" y="5353629"/>
                  <a:pt x="2050250" y="5354929"/>
                  <a:pt x="2044148" y="5354929"/>
                </a:cubicBezTo>
                <a:cubicBezTo>
                  <a:pt x="2038567" y="5354929"/>
                  <a:pt x="2034102" y="5353776"/>
                  <a:pt x="2030753" y="5351469"/>
                </a:cubicBezTo>
                <a:cubicBezTo>
                  <a:pt x="2027405" y="5349162"/>
                  <a:pt x="2024800" y="5345330"/>
                  <a:pt x="2022940" y="5339972"/>
                </a:cubicBezTo>
                <a:lnTo>
                  <a:pt x="1977845" y="5344214"/>
                </a:lnTo>
                <a:cubicBezTo>
                  <a:pt x="1980450" y="5355599"/>
                  <a:pt x="1986347" y="5364380"/>
                  <a:pt x="1995537" y="5370556"/>
                </a:cubicBezTo>
                <a:cubicBezTo>
                  <a:pt x="2004727" y="5376733"/>
                  <a:pt x="2020149" y="5379821"/>
                  <a:pt x="2041804" y="5379821"/>
                </a:cubicBezTo>
                <a:cubicBezTo>
                  <a:pt x="2057133" y="5379821"/>
                  <a:pt x="2069244" y="5377907"/>
                  <a:pt x="2078136" y="5374079"/>
                </a:cubicBezTo>
                <a:cubicBezTo>
                  <a:pt x="2087029" y="5370250"/>
                  <a:pt x="2093540" y="5365102"/>
                  <a:pt x="2097670" y="5358635"/>
                </a:cubicBezTo>
                <a:cubicBezTo>
                  <a:pt x="2101800" y="5352167"/>
                  <a:pt x="2103865" y="5345514"/>
                  <a:pt x="2103865" y="5338675"/>
                </a:cubicBezTo>
                <a:cubicBezTo>
                  <a:pt x="2103865" y="5331910"/>
                  <a:pt x="2101912" y="5325703"/>
                  <a:pt x="2098005" y="5320053"/>
                </a:cubicBezTo>
                <a:cubicBezTo>
                  <a:pt x="2094098" y="5314403"/>
                  <a:pt x="2088462" y="5310055"/>
                  <a:pt x="2081095" y="5307006"/>
                </a:cubicBezTo>
                <a:cubicBezTo>
                  <a:pt x="2073727" y="5303958"/>
                  <a:pt x="2062491" y="5301580"/>
                  <a:pt x="2047385" y="5299871"/>
                </a:cubicBezTo>
                <a:cubicBezTo>
                  <a:pt x="2037414" y="5298681"/>
                  <a:pt x="2030939" y="5297343"/>
                  <a:pt x="2027963" y="5295857"/>
                </a:cubicBezTo>
                <a:cubicBezTo>
                  <a:pt x="2024986" y="5294371"/>
                  <a:pt x="2023498" y="5292180"/>
                  <a:pt x="2023498" y="5289282"/>
                </a:cubicBezTo>
                <a:cubicBezTo>
                  <a:pt x="2023498" y="5286681"/>
                  <a:pt x="2024670" y="5284471"/>
                  <a:pt x="2027014" y="5282650"/>
                </a:cubicBezTo>
                <a:cubicBezTo>
                  <a:pt x="2029358" y="5280830"/>
                  <a:pt x="2033097" y="5279920"/>
                  <a:pt x="2038232" y="5279920"/>
                </a:cubicBezTo>
                <a:cubicBezTo>
                  <a:pt x="2043292" y="5279920"/>
                  <a:pt x="2047608" y="5281111"/>
                  <a:pt x="2051180" y="5283492"/>
                </a:cubicBezTo>
                <a:cubicBezTo>
                  <a:pt x="2053784" y="5285278"/>
                  <a:pt x="2055645" y="5288068"/>
                  <a:pt x="2056761" y="5291863"/>
                </a:cubicBezTo>
                <a:lnTo>
                  <a:pt x="2099847" y="5287622"/>
                </a:lnTo>
                <a:cubicBezTo>
                  <a:pt x="2096870" y="5279883"/>
                  <a:pt x="2093131" y="5273744"/>
                  <a:pt x="2088629" y="5269204"/>
                </a:cubicBezTo>
                <a:cubicBezTo>
                  <a:pt x="2084127" y="5264665"/>
                  <a:pt x="2078509" y="5261317"/>
                  <a:pt x="2071774" y="5259159"/>
                </a:cubicBezTo>
                <a:cubicBezTo>
                  <a:pt x="2065040" y="5257001"/>
                  <a:pt x="2054603" y="5255922"/>
                  <a:pt x="2040464" y="5255922"/>
                </a:cubicBezTo>
                <a:close/>
                <a:moveTo>
                  <a:pt x="1895655" y="5255922"/>
                </a:moveTo>
                <a:cubicBezTo>
                  <a:pt x="1874893" y="5255922"/>
                  <a:pt x="1858410" y="5261782"/>
                  <a:pt x="1846207" y="5273502"/>
                </a:cubicBezTo>
                <a:cubicBezTo>
                  <a:pt x="1834003" y="5285222"/>
                  <a:pt x="1827901" y="5300123"/>
                  <a:pt x="1827901" y="5318206"/>
                </a:cubicBezTo>
                <a:cubicBezTo>
                  <a:pt x="1827901" y="5337628"/>
                  <a:pt x="1835119" y="5353330"/>
                  <a:pt x="1849555" y="5365310"/>
                </a:cubicBezTo>
                <a:cubicBezTo>
                  <a:pt x="1861313" y="5374984"/>
                  <a:pt x="1876716" y="5379821"/>
                  <a:pt x="1895766" y="5379821"/>
                </a:cubicBezTo>
                <a:cubicBezTo>
                  <a:pt x="1917123" y="5379821"/>
                  <a:pt x="1933848" y="5373998"/>
                  <a:pt x="1945940" y="5362352"/>
                </a:cubicBezTo>
                <a:cubicBezTo>
                  <a:pt x="1958032" y="5350706"/>
                  <a:pt x="1964078" y="5335768"/>
                  <a:pt x="1964078" y="5317536"/>
                </a:cubicBezTo>
                <a:cubicBezTo>
                  <a:pt x="1964078" y="5301314"/>
                  <a:pt x="1959204" y="5287659"/>
                  <a:pt x="1949456" y="5276571"/>
                </a:cubicBezTo>
                <a:cubicBezTo>
                  <a:pt x="1937326" y="5262805"/>
                  <a:pt x="1919393" y="5255922"/>
                  <a:pt x="1895655" y="5255922"/>
                </a:cubicBezTo>
                <a:close/>
                <a:moveTo>
                  <a:pt x="1590855" y="5255922"/>
                </a:moveTo>
                <a:cubicBezTo>
                  <a:pt x="1570093" y="5255922"/>
                  <a:pt x="1553611" y="5261782"/>
                  <a:pt x="1541407" y="5273502"/>
                </a:cubicBezTo>
                <a:cubicBezTo>
                  <a:pt x="1529203" y="5285222"/>
                  <a:pt x="1523101" y="5300123"/>
                  <a:pt x="1523101" y="5318206"/>
                </a:cubicBezTo>
                <a:cubicBezTo>
                  <a:pt x="1523101" y="5337628"/>
                  <a:pt x="1530319" y="5353330"/>
                  <a:pt x="1544755" y="5365310"/>
                </a:cubicBezTo>
                <a:cubicBezTo>
                  <a:pt x="1556512" y="5374984"/>
                  <a:pt x="1571916" y="5379821"/>
                  <a:pt x="1590966" y="5379821"/>
                </a:cubicBezTo>
                <a:cubicBezTo>
                  <a:pt x="1612323" y="5379821"/>
                  <a:pt x="1629048" y="5373998"/>
                  <a:pt x="1641140" y="5362352"/>
                </a:cubicBezTo>
                <a:cubicBezTo>
                  <a:pt x="1653232" y="5350706"/>
                  <a:pt x="1659278" y="5335768"/>
                  <a:pt x="1659278" y="5317536"/>
                </a:cubicBezTo>
                <a:cubicBezTo>
                  <a:pt x="1659278" y="5301314"/>
                  <a:pt x="1654404" y="5287659"/>
                  <a:pt x="1644656" y="5276571"/>
                </a:cubicBezTo>
                <a:cubicBezTo>
                  <a:pt x="1632527" y="5262805"/>
                  <a:pt x="1614593" y="5255922"/>
                  <a:pt x="1590855" y="5255922"/>
                </a:cubicBezTo>
                <a:close/>
                <a:moveTo>
                  <a:pt x="1383857" y="5255922"/>
                </a:moveTo>
                <a:cubicBezTo>
                  <a:pt x="1375063" y="5255922"/>
                  <a:pt x="1367555" y="5257447"/>
                  <a:pt x="1361333" y="5260498"/>
                </a:cubicBezTo>
                <a:cubicBezTo>
                  <a:pt x="1355111" y="5263549"/>
                  <a:pt x="1348944" y="5268684"/>
                  <a:pt x="1342833" y="5275902"/>
                </a:cubicBezTo>
                <a:lnTo>
                  <a:pt x="1342833" y="5258600"/>
                </a:lnTo>
                <a:lnTo>
                  <a:pt x="1300416" y="5258600"/>
                </a:lnTo>
                <a:lnTo>
                  <a:pt x="1300416" y="5377142"/>
                </a:lnTo>
                <a:lnTo>
                  <a:pt x="1345958" y="5377142"/>
                </a:lnTo>
                <a:lnTo>
                  <a:pt x="1345958" y="5316643"/>
                </a:lnTo>
                <a:cubicBezTo>
                  <a:pt x="1345958" y="5307639"/>
                  <a:pt x="1347638" y="5301165"/>
                  <a:pt x="1350998" y="5297221"/>
                </a:cubicBezTo>
                <a:cubicBezTo>
                  <a:pt x="1354359" y="5293277"/>
                  <a:pt x="1358652" y="5291305"/>
                  <a:pt x="1363880" y="5291305"/>
                </a:cubicBezTo>
                <a:cubicBezTo>
                  <a:pt x="1367090" y="5291305"/>
                  <a:pt x="1369890" y="5292217"/>
                  <a:pt x="1372280" y="5294040"/>
                </a:cubicBezTo>
                <a:cubicBezTo>
                  <a:pt x="1374669" y="5295863"/>
                  <a:pt x="1376349" y="5298263"/>
                  <a:pt x="1377320" y="5301240"/>
                </a:cubicBezTo>
                <a:cubicBezTo>
                  <a:pt x="1377918" y="5303100"/>
                  <a:pt x="1378217" y="5306635"/>
                  <a:pt x="1378217" y="5311844"/>
                </a:cubicBezTo>
                <a:lnTo>
                  <a:pt x="1378217" y="5377142"/>
                </a:lnTo>
                <a:lnTo>
                  <a:pt x="1423758" y="5377142"/>
                </a:lnTo>
                <a:lnTo>
                  <a:pt x="1423758" y="5315974"/>
                </a:lnTo>
                <a:cubicBezTo>
                  <a:pt x="1423758" y="5307416"/>
                  <a:pt x="1425390" y="5301202"/>
                  <a:pt x="1428653" y="5297333"/>
                </a:cubicBezTo>
                <a:cubicBezTo>
                  <a:pt x="1431916" y="5293463"/>
                  <a:pt x="1436217" y="5291529"/>
                  <a:pt x="1441556" y="5291529"/>
                </a:cubicBezTo>
                <a:cubicBezTo>
                  <a:pt x="1446079" y="5291529"/>
                  <a:pt x="1449861" y="5293575"/>
                  <a:pt x="1452901" y="5297668"/>
                </a:cubicBezTo>
                <a:cubicBezTo>
                  <a:pt x="1454978" y="5300272"/>
                  <a:pt x="1456016" y="5304253"/>
                  <a:pt x="1456016" y="5309611"/>
                </a:cubicBezTo>
                <a:lnTo>
                  <a:pt x="1456016" y="5377142"/>
                </a:lnTo>
                <a:lnTo>
                  <a:pt x="1501558" y="5377142"/>
                </a:lnTo>
                <a:lnTo>
                  <a:pt x="1501558" y="5302691"/>
                </a:lnTo>
                <a:cubicBezTo>
                  <a:pt x="1501558" y="5286617"/>
                  <a:pt x="1497991" y="5274804"/>
                  <a:pt x="1490857" y="5267251"/>
                </a:cubicBezTo>
                <a:cubicBezTo>
                  <a:pt x="1483723" y="5259698"/>
                  <a:pt x="1473803" y="5255922"/>
                  <a:pt x="1461095" y="5255922"/>
                </a:cubicBezTo>
                <a:cubicBezTo>
                  <a:pt x="1452475" y="5255922"/>
                  <a:pt x="1445229" y="5257317"/>
                  <a:pt x="1439359" y="5260107"/>
                </a:cubicBezTo>
                <a:cubicBezTo>
                  <a:pt x="1433488" y="5262898"/>
                  <a:pt x="1426985" y="5268163"/>
                  <a:pt x="1419851" y="5275902"/>
                </a:cubicBezTo>
                <a:cubicBezTo>
                  <a:pt x="1416349" y="5269279"/>
                  <a:pt x="1411841" y="5264293"/>
                  <a:pt x="1406326" y="5260944"/>
                </a:cubicBezTo>
                <a:cubicBezTo>
                  <a:pt x="1400811" y="5257596"/>
                  <a:pt x="1393321" y="5255922"/>
                  <a:pt x="1383857" y="5255922"/>
                </a:cubicBezTo>
                <a:close/>
                <a:moveTo>
                  <a:pt x="1209855" y="5255922"/>
                </a:moveTo>
                <a:cubicBezTo>
                  <a:pt x="1189093" y="5255922"/>
                  <a:pt x="1172610" y="5261782"/>
                  <a:pt x="1160406" y="5273502"/>
                </a:cubicBezTo>
                <a:cubicBezTo>
                  <a:pt x="1148203" y="5285222"/>
                  <a:pt x="1142101" y="5300123"/>
                  <a:pt x="1142101" y="5318206"/>
                </a:cubicBezTo>
                <a:cubicBezTo>
                  <a:pt x="1142101" y="5337628"/>
                  <a:pt x="1149319" y="5353330"/>
                  <a:pt x="1163755" y="5365310"/>
                </a:cubicBezTo>
                <a:cubicBezTo>
                  <a:pt x="1175512" y="5374984"/>
                  <a:pt x="1190916" y="5379821"/>
                  <a:pt x="1209966" y="5379821"/>
                </a:cubicBezTo>
                <a:cubicBezTo>
                  <a:pt x="1231323" y="5379821"/>
                  <a:pt x="1248048" y="5373998"/>
                  <a:pt x="1260140" y="5362352"/>
                </a:cubicBezTo>
                <a:cubicBezTo>
                  <a:pt x="1272232" y="5350706"/>
                  <a:pt x="1278278" y="5335768"/>
                  <a:pt x="1278278" y="5317536"/>
                </a:cubicBezTo>
                <a:cubicBezTo>
                  <a:pt x="1278278" y="5301314"/>
                  <a:pt x="1273404" y="5287659"/>
                  <a:pt x="1263656" y="5276571"/>
                </a:cubicBezTo>
                <a:cubicBezTo>
                  <a:pt x="1251527" y="5262805"/>
                  <a:pt x="1233593" y="5255922"/>
                  <a:pt x="1209855" y="5255922"/>
                </a:cubicBezTo>
                <a:close/>
                <a:moveTo>
                  <a:pt x="1058906" y="5255922"/>
                </a:moveTo>
                <a:cubicBezTo>
                  <a:pt x="1045065" y="5255922"/>
                  <a:pt x="1033716" y="5257743"/>
                  <a:pt x="1024861" y="5261386"/>
                </a:cubicBezTo>
                <a:cubicBezTo>
                  <a:pt x="1019280" y="5263690"/>
                  <a:pt x="1013848" y="5267203"/>
                  <a:pt x="1008565" y="5271924"/>
                </a:cubicBezTo>
                <a:cubicBezTo>
                  <a:pt x="1003281" y="5276646"/>
                  <a:pt x="999114" y="5281980"/>
                  <a:pt x="996063" y="5287927"/>
                </a:cubicBezTo>
                <a:cubicBezTo>
                  <a:pt x="991896" y="5296031"/>
                  <a:pt x="989812" y="5306180"/>
                  <a:pt x="989812" y="5318374"/>
                </a:cubicBezTo>
                <a:cubicBezTo>
                  <a:pt x="989812" y="5330046"/>
                  <a:pt x="991524" y="5339414"/>
                  <a:pt x="994947" y="5346477"/>
                </a:cubicBezTo>
                <a:cubicBezTo>
                  <a:pt x="998370" y="5353540"/>
                  <a:pt x="1003095" y="5359692"/>
                  <a:pt x="1009123" y="5364933"/>
                </a:cubicBezTo>
                <a:cubicBezTo>
                  <a:pt x="1015150" y="5370175"/>
                  <a:pt x="1022350" y="5373967"/>
                  <a:pt x="1030721" y="5376308"/>
                </a:cubicBezTo>
                <a:cubicBezTo>
                  <a:pt x="1039093" y="5378650"/>
                  <a:pt x="1049567" y="5379821"/>
                  <a:pt x="1062143" y="5379821"/>
                </a:cubicBezTo>
                <a:cubicBezTo>
                  <a:pt x="1075165" y="5379821"/>
                  <a:pt x="1085900" y="5377998"/>
                  <a:pt x="1094345" y="5374351"/>
                </a:cubicBezTo>
                <a:cubicBezTo>
                  <a:pt x="1102791" y="5370705"/>
                  <a:pt x="1109730" y="5365589"/>
                  <a:pt x="1115163" y="5359004"/>
                </a:cubicBezTo>
                <a:cubicBezTo>
                  <a:pt x="1120595" y="5352418"/>
                  <a:pt x="1124502" y="5344623"/>
                  <a:pt x="1126883" y="5335619"/>
                </a:cubicBezTo>
                <a:lnTo>
                  <a:pt x="1083686" y="5330708"/>
                </a:lnTo>
                <a:cubicBezTo>
                  <a:pt x="1081677" y="5337033"/>
                  <a:pt x="1078644" y="5341721"/>
                  <a:pt x="1074588" y="5344772"/>
                </a:cubicBezTo>
                <a:cubicBezTo>
                  <a:pt x="1070533" y="5347823"/>
                  <a:pt x="1065528" y="5349348"/>
                  <a:pt x="1059576" y="5349348"/>
                </a:cubicBezTo>
                <a:cubicBezTo>
                  <a:pt x="1052432" y="5349348"/>
                  <a:pt x="1046553" y="5346823"/>
                  <a:pt x="1041939" y="5341772"/>
                </a:cubicBezTo>
                <a:cubicBezTo>
                  <a:pt x="1037326" y="5336721"/>
                  <a:pt x="1035019" y="5329330"/>
                  <a:pt x="1035019" y="5319600"/>
                </a:cubicBezTo>
                <a:cubicBezTo>
                  <a:pt x="1035019" y="5308679"/>
                  <a:pt x="1037344" y="5300527"/>
                  <a:pt x="1041995" y="5295141"/>
                </a:cubicBezTo>
                <a:cubicBezTo>
                  <a:pt x="1046646" y="5289756"/>
                  <a:pt x="1052729" y="5287064"/>
                  <a:pt x="1060245" y="5287064"/>
                </a:cubicBezTo>
                <a:cubicBezTo>
                  <a:pt x="1066198" y="5287064"/>
                  <a:pt x="1070942" y="5288347"/>
                  <a:pt x="1074477" y="5290915"/>
                </a:cubicBezTo>
                <a:cubicBezTo>
                  <a:pt x="1078012" y="5293482"/>
                  <a:pt x="1080449" y="5297296"/>
                  <a:pt x="1081788" y="5302356"/>
                </a:cubicBezTo>
                <a:lnTo>
                  <a:pt x="1124539" y="5296663"/>
                </a:lnTo>
                <a:cubicBezTo>
                  <a:pt x="1120446" y="5283343"/>
                  <a:pt x="1113321" y="5273223"/>
                  <a:pt x="1103164" y="5266302"/>
                </a:cubicBezTo>
                <a:cubicBezTo>
                  <a:pt x="1093006" y="5259382"/>
                  <a:pt x="1078253" y="5255922"/>
                  <a:pt x="1058906" y="5255922"/>
                </a:cubicBezTo>
                <a:close/>
                <a:moveTo>
                  <a:pt x="2892319" y="5213505"/>
                </a:moveTo>
                <a:lnTo>
                  <a:pt x="2892319" y="5377142"/>
                </a:lnTo>
                <a:lnTo>
                  <a:pt x="2937861" y="5377142"/>
                </a:lnTo>
                <a:lnTo>
                  <a:pt x="2937861" y="5213505"/>
                </a:lnTo>
                <a:close/>
                <a:moveTo>
                  <a:pt x="2816119" y="5213505"/>
                </a:moveTo>
                <a:lnTo>
                  <a:pt x="2816119" y="5377142"/>
                </a:lnTo>
                <a:lnTo>
                  <a:pt x="2861661" y="5377142"/>
                </a:lnTo>
                <a:lnTo>
                  <a:pt x="2861661" y="5213505"/>
                </a:lnTo>
                <a:close/>
                <a:moveTo>
                  <a:pt x="2509980" y="5213505"/>
                </a:moveTo>
                <a:lnTo>
                  <a:pt x="2509980" y="5377142"/>
                </a:lnTo>
                <a:lnTo>
                  <a:pt x="2552508" y="5377142"/>
                </a:lnTo>
                <a:lnTo>
                  <a:pt x="2552508" y="5359617"/>
                </a:lnTo>
                <a:cubicBezTo>
                  <a:pt x="2558386" y="5366984"/>
                  <a:pt x="2563818" y="5372007"/>
                  <a:pt x="2568804" y="5374686"/>
                </a:cubicBezTo>
                <a:cubicBezTo>
                  <a:pt x="2575427" y="5378109"/>
                  <a:pt x="2582720" y="5379821"/>
                  <a:pt x="2590682" y="5379821"/>
                </a:cubicBezTo>
                <a:cubicBezTo>
                  <a:pt x="2599984" y="5379821"/>
                  <a:pt x="2608448" y="5377384"/>
                  <a:pt x="2616076" y="5372510"/>
                </a:cubicBezTo>
                <a:cubicBezTo>
                  <a:pt x="2623703" y="5367636"/>
                  <a:pt x="2629675" y="5360269"/>
                  <a:pt x="2633991" y="5350409"/>
                </a:cubicBezTo>
                <a:cubicBezTo>
                  <a:pt x="2638307" y="5340549"/>
                  <a:pt x="2640465" y="5329145"/>
                  <a:pt x="2640465" y="5316197"/>
                </a:cubicBezTo>
                <a:cubicBezTo>
                  <a:pt x="2640465" y="5296775"/>
                  <a:pt x="2635740" y="5281873"/>
                  <a:pt x="2626289" y="5271493"/>
                </a:cubicBezTo>
                <a:cubicBezTo>
                  <a:pt x="2616838" y="5261112"/>
                  <a:pt x="2604895" y="5255922"/>
                  <a:pt x="2590459" y="5255922"/>
                </a:cubicBezTo>
                <a:cubicBezTo>
                  <a:pt x="2583464" y="5255922"/>
                  <a:pt x="2577083" y="5257112"/>
                  <a:pt x="2571316" y="5259493"/>
                </a:cubicBezTo>
                <a:cubicBezTo>
                  <a:pt x="2565549" y="5261875"/>
                  <a:pt x="2560395" y="5265447"/>
                  <a:pt x="2555856" y="5270209"/>
                </a:cubicBezTo>
                <a:lnTo>
                  <a:pt x="2555856" y="5213505"/>
                </a:lnTo>
                <a:close/>
                <a:moveTo>
                  <a:pt x="1758844" y="5213505"/>
                </a:moveTo>
                <a:lnTo>
                  <a:pt x="1758844" y="5377142"/>
                </a:lnTo>
                <a:lnTo>
                  <a:pt x="1804386" y="5377142"/>
                </a:lnTo>
                <a:lnTo>
                  <a:pt x="1804386" y="5213505"/>
                </a:lnTo>
                <a:close/>
                <a:moveTo>
                  <a:pt x="2514370" y="5054185"/>
                </a:moveTo>
                <a:lnTo>
                  <a:pt x="2514370" y="5061440"/>
                </a:lnTo>
                <a:cubicBezTo>
                  <a:pt x="2514370" y="5067096"/>
                  <a:pt x="2513459" y="5071691"/>
                  <a:pt x="2511636" y="5075226"/>
                </a:cubicBezTo>
                <a:cubicBezTo>
                  <a:pt x="2509812" y="5078760"/>
                  <a:pt x="2506724" y="5081755"/>
                  <a:pt x="2502371" y="5084211"/>
                </a:cubicBezTo>
                <a:cubicBezTo>
                  <a:pt x="2498018" y="5086667"/>
                  <a:pt x="2493311" y="5087895"/>
                  <a:pt x="2488251" y="5087895"/>
                </a:cubicBezTo>
                <a:cubicBezTo>
                  <a:pt x="2483414" y="5087895"/>
                  <a:pt x="2479749" y="5086760"/>
                  <a:pt x="2477256" y="5084490"/>
                </a:cubicBezTo>
                <a:cubicBezTo>
                  <a:pt x="2474763" y="5082220"/>
                  <a:pt x="2473517" y="5079300"/>
                  <a:pt x="2473517" y="5075728"/>
                </a:cubicBezTo>
                <a:cubicBezTo>
                  <a:pt x="2473517" y="5072602"/>
                  <a:pt x="2474782" y="5069812"/>
                  <a:pt x="2477312" y="5067356"/>
                </a:cubicBezTo>
                <a:cubicBezTo>
                  <a:pt x="2479768" y="5064975"/>
                  <a:pt x="2485609" y="5062557"/>
                  <a:pt x="2494837" y="5060101"/>
                </a:cubicBezTo>
                <a:cubicBezTo>
                  <a:pt x="2501608" y="5058389"/>
                  <a:pt x="2508120" y="5056417"/>
                  <a:pt x="2514370" y="5054185"/>
                </a:cubicBezTo>
                <a:close/>
                <a:moveTo>
                  <a:pt x="2028595" y="5054185"/>
                </a:moveTo>
                <a:lnTo>
                  <a:pt x="2028595" y="5061440"/>
                </a:lnTo>
                <a:cubicBezTo>
                  <a:pt x="2028595" y="5067096"/>
                  <a:pt x="2027684" y="5071691"/>
                  <a:pt x="2025861" y="5075226"/>
                </a:cubicBezTo>
                <a:cubicBezTo>
                  <a:pt x="2024037" y="5078760"/>
                  <a:pt x="2020949" y="5081755"/>
                  <a:pt x="2016596" y="5084211"/>
                </a:cubicBezTo>
                <a:cubicBezTo>
                  <a:pt x="2012243" y="5086667"/>
                  <a:pt x="2007536" y="5087895"/>
                  <a:pt x="2002476" y="5087895"/>
                </a:cubicBezTo>
                <a:cubicBezTo>
                  <a:pt x="1997639" y="5087895"/>
                  <a:pt x="1993974" y="5086760"/>
                  <a:pt x="1991481" y="5084490"/>
                </a:cubicBezTo>
                <a:cubicBezTo>
                  <a:pt x="1988988" y="5082220"/>
                  <a:pt x="1987742" y="5079300"/>
                  <a:pt x="1987742" y="5075728"/>
                </a:cubicBezTo>
                <a:cubicBezTo>
                  <a:pt x="1987742" y="5072602"/>
                  <a:pt x="1989007" y="5069812"/>
                  <a:pt x="1991537" y="5067356"/>
                </a:cubicBezTo>
                <a:cubicBezTo>
                  <a:pt x="1993993" y="5064975"/>
                  <a:pt x="1999834" y="5062557"/>
                  <a:pt x="2009062" y="5060101"/>
                </a:cubicBezTo>
                <a:cubicBezTo>
                  <a:pt x="2015833" y="5058389"/>
                  <a:pt x="2022345" y="5056417"/>
                  <a:pt x="2028595" y="5054185"/>
                </a:cubicBezTo>
                <a:close/>
                <a:moveTo>
                  <a:pt x="2872934" y="5023154"/>
                </a:moveTo>
                <a:cubicBezTo>
                  <a:pt x="2878962" y="5023154"/>
                  <a:pt x="2883948" y="5025443"/>
                  <a:pt x="2887892" y="5030019"/>
                </a:cubicBezTo>
                <a:cubicBezTo>
                  <a:pt x="2891836" y="5034595"/>
                  <a:pt x="2893808" y="5041535"/>
                  <a:pt x="2893808" y="5050836"/>
                </a:cubicBezTo>
                <a:cubicBezTo>
                  <a:pt x="2893808" y="5061105"/>
                  <a:pt x="2891873" y="5068510"/>
                  <a:pt x="2888003" y="5073049"/>
                </a:cubicBezTo>
                <a:cubicBezTo>
                  <a:pt x="2884134" y="5077588"/>
                  <a:pt x="2879297" y="5079858"/>
                  <a:pt x="2873493" y="5079858"/>
                </a:cubicBezTo>
                <a:cubicBezTo>
                  <a:pt x="2868060" y="5079858"/>
                  <a:pt x="2863502" y="5077607"/>
                  <a:pt x="2859819" y="5073105"/>
                </a:cubicBezTo>
                <a:cubicBezTo>
                  <a:pt x="2856135" y="5068603"/>
                  <a:pt x="2854294" y="5061515"/>
                  <a:pt x="2854294" y="5051841"/>
                </a:cubicBezTo>
                <a:cubicBezTo>
                  <a:pt x="2854294" y="5041497"/>
                  <a:pt x="2856080" y="5034130"/>
                  <a:pt x="2859651" y="5029740"/>
                </a:cubicBezTo>
                <a:cubicBezTo>
                  <a:pt x="2863223" y="5025350"/>
                  <a:pt x="2867651" y="5023154"/>
                  <a:pt x="2872934" y="5023154"/>
                </a:cubicBezTo>
                <a:close/>
                <a:moveTo>
                  <a:pt x="2652036" y="5022596"/>
                </a:moveTo>
                <a:cubicBezTo>
                  <a:pt x="2657394" y="5022596"/>
                  <a:pt x="2661933" y="5024847"/>
                  <a:pt x="2665654" y="5029349"/>
                </a:cubicBezTo>
                <a:cubicBezTo>
                  <a:pt x="2669375" y="5033851"/>
                  <a:pt x="2671235" y="5040902"/>
                  <a:pt x="2671235" y="5050501"/>
                </a:cubicBezTo>
                <a:cubicBezTo>
                  <a:pt x="2671235" y="5060919"/>
                  <a:pt x="2669449" y="5068305"/>
                  <a:pt x="2665877" y="5072658"/>
                </a:cubicBezTo>
                <a:cubicBezTo>
                  <a:pt x="2662305" y="5077011"/>
                  <a:pt x="2657878" y="5079188"/>
                  <a:pt x="2652594" y="5079188"/>
                </a:cubicBezTo>
                <a:cubicBezTo>
                  <a:pt x="2646567" y="5079188"/>
                  <a:pt x="2641581" y="5076918"/>
                  <a:pt x="2637637" y="5072379"/>
                </a:cubicBezTo>
                <a:cubicBezTo>
                  <a:pt x="2633693" y="5067840"/>
                  <a:pt x="2631721" y="5060882"/>
                  <a:pt x="2631721" y="5051506"/>
                </a:cubicBezTo>
                <a:cubicBezTo>
                  <a:pt x="2631721" y="5041311"/>
                  <a:pt x="2633656" y="5033944"/>
                  <a:pt x="2637526" y="5029405"/>
                </a:cubicBezTo>
                <a:cubicBezTo>
                  <a:pt x="2641395" y="5024866"/>
                  <a:pt x="2646232" y="5022596"/>
                  <a:pt x="2652036" y="5022596"/>
                </a:cubicBezTo>
                <a:close/>
                <a:moveTo>
                  <a:pt x="3029799" y="5020475"/>
                </a:moveTo>
                <a:cubicBezTo>
                  <a:pt x="3036050" y="5020475"/>
                  <a:pt x="3041296" y="5022987"/>
                  <a:pt x="3045538" y="5028010"/>
                </a:cubicBezTo>
                <a:cubicBezTo>
                  <a:pt x="3049779" y="5033033"/>
                  <a:pt x="3051900" y="5040679"/>
                  <a:pt x="3051900" y="5050948"/>
                </a:cubicBezTo>
                <a:cubicBezTo>
                  <a:pt x="3051900" y="5061961"/>
                  <a:pt x="3049798" y="5069961"/>
                  <a:pt x="3045594" y="5074947"/>
                </a:cubicBezTo>
                <a:cubicBezTo>
                  <a:pt x="3041389" y="5079932"/>
                  <a:pt x="3036013" y="5082425"/>
                  <a:pt x="3029464" y="5082425"/>
                </a:cubicBezTo>
                <a:cubicBezTo>
                  <a:pt x="3022990" y="5082425"/>
                  <a:pt x="3017614" y="5079895"/>
                  <a:pt x="3013335" y="5074835"/>
                </a:cubicBezTo>
                <a:cubicBezTo>
                  <a:pt x="3009056" y="5069775"/>
                  <a:pt x="3006917" y="5061961"/>
                  <a:pt x="3006917" y="5051394"/>
                </a:cubicBezTo>
                <a:cubicBezTo>
                  <a:pt x="3006917" y="5040976"/>
                  <a:pt x="3009075" y="5033219"/>
                  <a:pt x="3013391" y="5028121"/>
                </a:cubicBezTo>
                <a:cubicBezTo>
                  <a:pt x="3017707" y="5023024"/>
                  <a:pt x="3023176" y="5020475"/>
                  <a:pt x="3029799" y="5020475"/>
                </a:cubicBezTo>
                <a:close/>
                <a:moveTo>
                  <a:pt x="1210524" y="5020475"/>
                </a:moveTo>
                <a:cubicBezTo>
                  <a:pt x="1216775" y="5020475"/>
                  <a:pt x="1222021" y="5022987"/>
                  <a:pt x="1226263" y="5028010"/>
                </a:cubicBezTo>
                <a:cubicBezTo>
                  <a:pt x="1230505" y="5033033"/>
                  <a:pt x="1232625" y="5040679"/>
                  <a:pt x="1232625" y="5050948"/>
                </a:cubicBezTo>
                <a:cubicBezTo>
                  <a:pt x="1232625" y="5061961"/>
                  <a:pt x="1230523" y="5069961"/>
                  <a:pt x="1226319" y="5074947"/>
                </a:cubicBezTo>
                <a:cubicBezTo>
                  <a:pt x="1222114" y="5079932"/>
                  <a:pt x="1216738" y="5082425"/>
                  <a:pt x="1210190" y="5082425"/>
                </a:cubicBezTo>
                <a:cubicBezTo>
                  <a:pt x="1203716" y="5082425"/>
                  <a:pt x="1198339" y="5079895"/>
                  <a:pt x="1194060" y="5074835"/>
                </a:cubicBezTo>
                <a:cubicBezTo>
                  <a:pt x="1189781" y="5069775"/>
                  <a:pt x="1187642" y="5061961"/>
                  <a:pt x="1187642" y="5051394"/>
                </a:cubicBezTo>
                <a:cubicBezTo>
                  <a:pt x="1187642" y="5040976"/>
                  <a:pt x="1189800" y="5033219"/>
                  <a:pt x="1194116" y="5028121"/>
                </a:cubicBezTo>
                <a:cubicBezTo>
                  <a:pt x="1198432" y="5023024"/>
                  <a:pt x="1203901" y="5020475"/>
                  <a:pt x="1210524" y="5020475"/>
                </a:cubicBezTo>
                <a:close/>
                <a:moveTo>
                  <a:pt x="1582334" y="5016122"/>
                </a:moveTo>
                <a:cubicBezTo>
                  <a:pt x="1588585" y="5016122"/>
                  <a:pt x="1593627" y="5018020"/>
                  <a:pt x="1597459" y="5021815"/>
                </a:cubicBezTo>
                <a:cubicBezTo>
                  <a:pt x="1601291" y="5025610"/>
                  <a:pt x="1603654" y="5031898"/>
                  <a:pt x="1604547" y="5040679"/>
                </a:cubicBezTo>
                <a:lnTo>
                  <a:pt x="1559787" y="5040679"/>
                </a:lnTo>
                <a:cubicBezTo>
                  <a:pt x="1560531" y="5033609"/>
                  <a:pt x="1562280" y="5028289"/>
                  <a:pt x="1565033" y="5024717"/>
                </a:cubicBezTo>
                <a:cubicBezTo>
                  <a:pt x="1569349" y="5018987"/>
                  <a:pt x="1575116" y="5016122"/>
                  <a:pt x="1582334" y="5016122"/>
                </a:cubicBezTo>
                <a:close/>
                <a:moveTo>
                  <a:pt x="2740031" y="4991900"/>
                </a:moveTo>
                <a:lnTo>
                  <a:pt x="2740031" y="5110442"/>
                </a:lnTo>
                <a:lnTo>
                  <a:pt x="2785461" y="5110442"/>
                </a:lnTo>
                <a:lnTo>
                  <a:pt x="2785461" y="4991900"/>
                </a:lnTo>
                <a:close/>
                <a:moveTo>
                  <a:pt x="3029130" y="4989222"/>
                </a:moveTo>
                <a:cubicBezTo>
                  <a:pt x="3008368" y="4989222"/>
                  <a:pt x="2991885" y="4995082"/>
                  <a:pt x="2979681" y="5006802"/>
                </a:cubicBezTo>
                <a:cubicBezTo>
                  <a:pt x="2967477" y="5018522"/>
                  <a:pt x="2961376" y="5033423"/>
                  <a:pt x="2961376" y="5051506"/>
                </a:cubicBezTo>
                <a:cubicBezTo>
                  <a:pt x="2961376" y="5070928"/>
                  <a:pt x="2968594" y="5086630"/>
                  <a:pt x="2983030" y="5098610"/>
                </a:cubicBezTo>
                <a:cubicBezTo>
                  <a:pt x="2994787" y="5108284"/>
                  <a:pt x="3010191" y="5113121"/>
                  <a:pt x="3029241" y="5113121"/>
                </a:cubicBezTo>
                <a:cubicBezTo>
                  <a:pt x="3050598" y="5113121"/>
                  <a:pt x="3067323" y="5107298"/>
                  <a:pt x="3079415" y="5095652"/>
                </a:cubicBezTo>
                <a:cubicBezTo>
                  <a:pt x="3091507" y="5084006"/>
                  <a:pt x="3097553" y="5069068"/>
                  <a:pt x="3097553" y="5050836"/>
                </a:cubicBezTo>
                <a:cubicBezTo>
                  <a:pt x="3097553" y="5034614"/>
                  <a:pt x="3092679" y="5020959"/>
                  <a:pt x="3082931" y="5009871"/>
                </a:cubicBezTo>
                <a:cubicBezTo>
                  <a:pt x="3070801" y="4996105"/>
                  <a:pt x="3052868" y="4989222"/>
                  <a:pt x="3029130" y="4989222"/>
                </a:cubicBezTo>
                <a:close/>
                <a:moveTo>
                  <a:pt x="2666882" y="4989222"/>
                </a:moveTo>
                <a:cubicBezTo>
                  <a:pt x="2658845" y="4989222"/>
                  <a:pt x="2651515" y="4990970"/>
                  <a:pt x="2644893" y="4994468"/>
                </a:cubicBezTo>
                <a:cubicBezTo>
                  <a:pt x="2639981" y="4997072"/>
                  <a:pt x="2634586" y="5002058"/>
                  <a:pt x="2628708" y="5009425"/>
                </a:cubicBezTo>
                <a:lnTo>
                  <a:pt x="2628708" y="4991900"/>
                </a:lnTo>
                <a:lnTo>
                  <a:pt x="2586180" y="4991900"/>
                </a:lnTo>
                <a:lnTo>
                  <a:pt x="2586180" y="5155537"/>
                </a:lnTo>
                <a:lnTo>
                  <a:pt x="2632056" y="5155537"/>
                </a:lnTo>
                <a:lnTo>
                  <a:pt x="2632056" y="5098945"/>
                </a:lnTo>
                <a:cubicBezTo>
                  <a:pt x="2636595" y="5103633"/>
                  <a:pt x="2641749" y="5107168"/>
                  <a:pt x="2647516" y="5109549"/>
                </a:cubicBezTo>
                <a:cubicBezTo>
                  <a:pt x="2653283" y="5111930"/>
                  <a:pt x="2659664" y="5113121"/>
                  <a:pt x="2666659" y="5113121"/>
                </a:cubicBezTo>
                <a:cubicBezTo>
                  <a:pt x="2681095" y="5113121"/>
                  <a:pt x="2693038" y="5107931"/>
                  <a:pt x="2702489" y="5097550"/>
                </a:cubicBezTo>
                <a:cubicBezTo>
                  <a:pt x="2711940" y="5087169"/>
                  <a:pt x="2716665" y="5072119"/>
                  <a:pt x="2716665" y="5052399"/>
                </a:cubicBezTo>
                <a:cubicBezTo>
                  <a:pt x="2716665" y="5034540"/>
                  <a:pt x="2712330" y="5019545"/>
                  <a:pt x="2703661" y="5007416"/>
                </a:cubicBezTo>
                <a:cubicBezTo>
                  <a:pt x="2694992" y="4995286"/>
                  <a:pt x="2682732" y="4989222"/>
                  <a:pt x="2666882" y="4989222"/>
                </a:cubicBezTo>
                <a:close/>
                <a:moveTo>
                  <a:pt x="2492827" y="4989222"/>
                </a:moveTo>
                <a:cubicBezTo>
                  <a:pt x="2484344" y="4989222"/>
                  <a:pt x="2476456" y="4989854"/>
                  <a:pt x="2469164" y="4991119"/>
                </a:cubicBezTo>
                <a:cubicBezTo>
                  <a:pt x="2461871" y="4992384"/>
                  <a:pt x="2456141" y="4994170"/>
                  <a:pt x="2451974" y="4996477"/>
                </a:cubicBezTo>
                <a:cubicBezTo>
                  <a:pt x="2446170" y="4999677"/>
                  <a:pt x="2441724" y="5003453"/>
                  <a:pt x="2438635" y="5007806"/>
                </a:cubicBezTo>
                <a:cubicBezTo>
                  <a:pt x="2435547" y="5012160"/>
                  <a:pt x="2433185" y="5018131"/>
                  <a:pt x="2431547" y="5025722"/>
                </a:cubicBezTo>
                <a:lnTo>
                  <a:pt x="2474968" y="5030298"/>
                </a:lnTo>
                <a:cubicBezTo>
                  <a:pt x="2476754" y="5025163"/>
                  <a:pt x="2479098" y="5021666"/>
                  <a:pt x="2482000" y="5019806"/>
                </a:cubicBezTo>
                <a:cubicBezTo>
                  <a:pt x="2485721" y="5017424"/>
                  <a:pt x="2491302" y="5016234"/>
                  <a:pt x="2498743" y="5016234"/>
                </a:cubicBezTo>
                <a:cubicBezTo>
                  <a:pt x="2504548" y="5016234"/>
                  <a:pt x="2508603" y="5017350"/>
                  <a:pt x="2510910" y="5019582"/>
                </a:cubicBezTo>
                <a:cubicBezTo>
                  <a:pt x="2513217" y="5021815"/>
                  <a:pt x="2514370" y="5025722"/>
                  <a:pt x="2514370" y="5031303"/>
                </a:cubicBezTo>
                <a:cubicBezTo>
                  <a:pt x="2508715" y="5033535"/>
                  <a:pt x="2503357" y="5035340"/>
                  <a:pt x="2498297" y="5036716"/>
                </a:cubicBezTo>
                <a:cubicBezTo>
                  <a:pt x="2493237" y="5038093"/>
                  <a:pt x="2482186" y="5040493"/>
                  <a:pt x="2465145" y="5043916"/>
                </a:cubicBezTo>
                <a:cubicBezTo>
                  <a:pt x="2450932" y="5046744"/>
                  <a:pt x="2441184" y="5051060"/>
                  <a:pt x="2435901" y="5056864"/>
                </a:cubicBezTo>
                <a:cubicBezTo>
                  <a:pt x="2430617" y="5062668"/>
                  <a:pt x="2427976" y="5070072"/>
                  <a:pt x="2427976" y="5079076"/>
                </a:cubicBezTo>
                <a:cubicBezTo>
                  <a:pt x="2427976" y="5088676"/>
                  <a:pt x="2431640" y="5096750"/>
                  <a:pt x="2438970" y="5103298"/>
                </a:cubicBezTo>
                <a:cubicBezTo>
                  <a:pt x="2446300" y="5109847"/>
                  <a:pt x="2457034" y="5113121"/>
                  <a:pt x="2471173" y="5113121"/>
                </a:cubicBezTo>
                <a:cubicBezTo>
                  <a:pt x="2481814" y="5113121"/>
                  <a:pt x="2491153" y="5111484"/>
                  <a:pt x="2499190" y="5108210"/>
                </a:cubicBezTo>
                <a:cubicBezTo>
                  <a:pt x="2505069" y="5105754"/>
                  <a:pt x="2510984" y="5101661"/>
                  <a:pt x="2516938" y="5095931"/>
                </a:cubicBezTo>
                <a:cubicBezTo>
                  <a:pt x="2517458" y="5099354"/>
                  <a:pt x="2517979" y="5101866"/>
                  <a:pt x="2518500" y="5103466"/>
                </a:cubicBezTo>
                <a:cubicBezTo>
                  <a:pt x="2519021" y="5105066"/>
                  <a:pt x="2520137" y="5107391"/>
                  <a:pt x="2521849" y="5110442"/>
                </a:cubicBezTo>
                <a:lnTo>
                  <a:pt x="2564488" y="5110442"/>
                </a:lnTo>
                <a:cubicBezTo>
                  <a:pt x="2562107" y="5105531"/>
                  <a:pt x="2560563" y="5101494"/>
                  <a:pt x="2559856" y="5098331"/>
                </a:cubicBezTo>
                <a:cubicBezTo>
                  <a:pt x="2559149" y="5095169"/>
                  <a:pt x="2558796" y="5090797"/>
                  <a:pt x="2558796" y="5085216"/>
                </a:cubicBezTo>
                <a:lnTo>
                  <a:pt x="2558796" y="5032865"/>
                </a:lnTo>
                <a:cubicBezTo>
                  <a:pt x="2558796" y="5027284"/>
                  <a:pt x="2557679" y="5021424"/>
                  <a:pt x="2555447" y="5015285"/>
                </a:cubicBezTo>
                <a:cubicBezTo>
                  <a:pt x="2553214" y="5009146"/>
                  <a:pt x="2550163" y="5004402"/>
                  <a:pt x="2546294" y="5001053"/>
                </a:cubicBezTo>
                <a:cubicBezTo>
                  <a:pt x="2540787" y="4996216"/>
                  <a:pt x="2533904" y="4993035"/>
                  <a:pt x="2525644" y="4991510"/>
                </a:cubicBezTo>
                <a:cubicBezTo>
                  <a:pt x="2517384" y="4989984"/>
                  <a:pt x="2506445" y="4989222"/>
                  <a:pt x="2492827" y="4989222"/>
                </a:cubicBezTo>
                <a:close/>
                <a:moveTo>
                  <a:pt x="2400554" y="4989222"/>
                </a:moveTo>
                <a:cubicBezTo>
                  <a:pt x="2394154" y="4989222"/>
                  <a:pt x="2388778" y="4990803"/>
                  <a:pt x="2384425" y="4993965"/>
                </a:cubicBezTo>
                <a:cubicBezTo>
                  <a:pt x="2380072" y="4997128"/>
                  <a:pt x="2375849" y="5002914"/>
                  <a:pt x="2371756" y="5011322"/>
                </a:cubicBezTo>
                <a:lnTo>
                  <a:pt x="2371756" y="4991900"/>
                </a:lnTo>
                <a:lnTo>
                  <a:pt x="2329228" y="4991900"/>
                </a:lnTo>
                <a:lnTo>
                  <a:pt x="2329228" y="5110442"/>
                </a:lnTo>
                <a:lnTo>
                  <a:pt x="2374881" y="5110442"/>
                </a:lnTo>
                <a:lnTo>
                  <a:pt x="2374881" y="5070705"/>
                </a:lnTo>
                <a:cubicBezTo>
                  <a:pt x="2374881" y="5051729"/>
                  <a:pt x="2377225" y="5038781"/>
                  <a:pt x="2381913" y="5031861"/>
                </a:cubicBezTo>
                <a:cubicBezTo>
                  <a:pt x="2385187" y="5026949"/>
                  <a:pt x="2389801" y="5024494"/>
                  <a:pt x="2395754" y="5024494"/>
                </a:cubicBezTo>
                <a:cubicBezTo>
                  <a:pt x="2398880" y="5024494"/>
                  <a:pt x="2403121" y="5025610"/>
                  <a:pt x="2408479" y="5027842"/>
                </a:cubicBezTo>
                <a:lnTo>
                  <a:pt x="2422543" y="4995472"/>
                </a:lnTo>
                <a:cubicBezTo>
                  <a:pt x="2414581" y="4991305"/>
                  <a:pt x="2407251" y="4989222"/>
                  <a:pt x="2400554" y="4989222"/>
                </a:cubicBezTo>
                <a:close/>
                <a:moveTo>
                  <a:pt x="2185349" y="4989222"/>
                </a:moveTo>
                <a:cubicBezTo>
                  <a:pt x="2176047" y="4989222"/>
                  <a:pt x="2168159" y="4990914"/>
                  <a:pt x="2161685" y="4994300"/>
                </a:cubicBezTo>
                <a:cubicBezTo>
                  <a:pt x="2155211" y="4997686"/>
                  <a:pt x="2148811" y="5003323"/>
                  <a:pt x="2142486" y="5011211"/>
                </a:cubicBezTo>
                <a:lnTo>
                  <a:pt x="2142486" y="4991900"/>
                </a:lnTo>
                <a:lnTo>
                  <a:pt x="2100182" y="4991900"/>
                </a:lnTo>
                <a:lnTo>
                  <a:pt x="2100182" y="5110442"/>
                </a:lnTo>
                <a:lnTo>
                  <a:pt x="2145611" y="5110442"/>
                </a:lnTo>
                <a:lnTo>
                  <a:pt x="2145611" y="5053515"/>
                </a:lnTo>
                <a:cubicBezTo>
                  <a:pt x="2145611" y="5042725"/>
                  <a:pt x="2147323" y="5035247"/>
                  <a:pt x="2150746" y="5031079"/>
                </a:cubicBezTo>
                <a:cubicBezTo>
                  <a:pt x="2154169" y="5026912"/>
                  <a:pt x="2158634" y="5024829"/>
                  <a:pt x="2164141" y="5024829"/>
                </a:cubicBezTo>
                <a:cubicBezTo>
                  <a:pt x="2169126" y="5024829"/>
                  <a:pt x="2172996" y="5026373"/>
                  <a:pt x="2175749" y="5029461"/>
                </a:cubicBezTo>
                <a:cubicBezTo>
                  <a:pt x="2178502" y="5032549"/>
                  <a:pt x="2179879" y="5037814"/>
                  <a:pt x="2179879" y="5045255"/>
                </a:cubicBezTo>
                <a:lnTo>
                  <a:pt x="2179879" y="5110442"/>
                </a:lnTo>
                <a:lnTo>
                  <a:pt x="2225532" y="5110442"/>
                </a:lnTo>
                <a:lnTo>
                  <a:pt x="2225532" y="5035098"/>
                </a:lnTo>
                <a:cubicBezTo>
                  <a:pt x="2225532" y="5019471"/>
                  <a:pt x="2221979" y="5007918"/>
                  <a:pt x="2214872" y="5000439"/>
                </a:cubicBezTo>
                <a:cubicBezTo>
                  <a:pt x="2207766" y="4992961"/>
                  <a:pt x="2197925" y="4989222"/>
                  <a:pt x="2185349" y="4989222"/>
                </a:cubicBezTo>
                <a:close/>
                <a:moveTo>
                  <a:pt x="2007053" y="4989222"/>
                </a:moveTo>
                <a:cubicBezTo>
                  <a:pt x="1998569" y="4989222"/>
                  <a:pt x="1990681" y="4989854"/>
                  <a:pt x="1983389" y="4991119"/>
                </a:cubicBezTo>
                <a:cubicBezTo>
                  <a:pt x="1976096" y="4992384"/>
                  <a:pt x="1970366" y="4994170"/>
                  <a:pt x="1966199" y="4996477"/>
                </a:cubicBezTo>
                <a:cubicBezTo>
                  <a:pt x="1960395" y="4999677"/>
                  <a:pt x="1955949" y="5003453"/>
                  <a:pt x="1952861" y="5007806"/>
                </a:cubicBezTo>
                <a:cubicBezTo>
                  <a:pt x="1949772" y="5012160"/>
                  <a:pt x="1947410" y="5018131"/>
                  <a:pt x="1945773" y="5025722"/>
                </a:cubicBezTo>
                <a:lnTo>
                  <a:pt x="1989193" y="5030298"/>
                </a:lnTo>
                <a:cubicBezTo>
                  <a:pt x="1990979" y="5025163"/>
                  <a:pt x="1993323" y="5021666"/>
                  <a:pt x="1996225" y="5019806"/>
                </a:cubicBezTo>
                <a:cubicBezTo>
                  <a:pt x="1999946" y="5017424"/>
                  <a:pt x="2005527" y="5016234"/>
                  <a:pt x="2012968" y="5016234"/>
                </a:cubicBezTo>
                <a:cubicBezTo>
                  <a:pt x="2018773" y="5016234"/>
                  <a:pt x="2022828" y="5017350"/>
                  <a:pt x="2025135" y="5019582"/>
                </a:cubicBezTo>
                <a:cubicBezTo>
                  <a:pt x="2027442" y="5021815"/>
                  <a:pt x="2028595" y="5025722"/>
                  <a:pt x="2028595" y="5031303"/>
                </a:cubicBezTo>
                <a:cubicBezTo>
                  <a:pt x="2022940" y="5033535"/>
                  <a:pt x="2017582" y="5035340"/>
                  <a:pt x="2012522" y="5036716"/>
                </a:cubicBezTo>
                <a:cubicBezTo>
                  <a:pt x="2007462" y="5038093"/>
                  <a:pt x="1996411" y="5040493"/>
                  <a:pt x="1979370" y="5043916"/>
                </a:cubicBezTo>
                <a:cubicBezTo>
                  <a:pt x="1965157" y="5046744"/>
                  <a:pt x="1955409" y="5051060"/>
                  <a:pt x="1950126" y="5056864"/>
                </a:cubicBezTo>
                <a:cubicBezTo>
                  <a:pt x="1944842" y="5062668"/>
                  <a:pt x="1942201" y="5070072"/>
                  <a:pt x="1942201" y="5079076"/>
                </a:cubicBezTo>
                <a:cubicBezTo>
                  <a:pt x="1942201" y="5088676"/>
                  <a:pt x="1945866" y="5096750"/>
                  <a:pt x="1953195" y="5103298"/>
                </a:cubicBezTo>
                <a:cubicBezTo>
                  <a:pt x="1960525" y="5109847"/>
                  <a:pt x="1971259" y="5113121"/>
                  <a:pt x="1985398" y="5113121"/>
                </a:cubicBezTo>
                <a:cubicBezTo>
                  <a:pt x="1996039" y="5113121"/>
                  <a:pt x="2005378" y="5111484"/>
                  <a:pt x="2013415" y="5108210"/>
                </a:cubicBezTo>
                <a:cubicBezTo>
                  <a:pt x="2019294" y="5105754"/>
                  <a:pt x="2025210" y="5101661"/>
                  <a:pt x="2031163" y="5095931"/>
                </a:cubicBezTo>
                <a:cubicBezTo>
                  <a:pt x="2031684" y="5099354"/>
                  <a:pt x="2032204" y="5101866"/>
                  <a:pt x="2032725" y="5103466"/>
                </a:cubicBezTo>
                <a:cubicBezTo>
                  <a:pt x="2033246" y="5105066"/>
                  <a:pt x="2034363" y="5107391"/>
                  <a:pt x="2036074" y="5110442"/>
                </a:cubicBezTo>
                <a:lnTo>
                  <a:pt x="2078713" y="5110442"/>
                </a:lnTo>
                <a:cubicBezTo>
                  <a:pt x="2076332" y="5105531"/>
                  <a:pt x="2074788" y="5101494"/>
                  <a:pt x="2074081" y="5098331"/>
                </a:cubicBezTo>
                <a:cubicBezTo>
                  <a:pt x="2073374" y="5095169"/>
                  <a:pt x="2073021" y="5090797"/>
                  <a:pt x="2073021" y="5085216"/>
                </a:cubicBezTo>
                <a:lnTo>
                  <a:pt x="2073021" y="5032865"/>
                </a:lnTo>
                <a:cubicBezTo>
                  <a:pt x="2073021" y="5027284"/>
                  <a:pt x="2071904" y="5021424"/>
                  <a:pt x="2069672" y="5015285"/>
                </a:cubicBezTo>
                <a:cubicBezTo>
                  <a:pt x="2067440" y="5009146"/>
                  <a:pt x="2064388" y="5004402"/>
                  <a:pt x="2060519" y="5001053"/>
                </a:cubicBezTo>
                <a:cubicBezTo>
                  <a:pt x="2055012" y="4996216"/>
                  <a:pt x="2048129" y="4993035"/>
                  <a:pt x="2039869" y="4991510"/>
                </a:cubicBezTo>
                <a:cubicBezTo>
                  <a:pt x="2031609" y="4989984"/>
                  <a:pt x="2020670" y="4989222"/>
                  <a:pt x="2007053" y="4989222"/>
                </a:cubicBezTo>
                <a:close/>
                <a:moveTo>
                  <a:pt x="1743329" y="4989222"/>
                </a:moveTo>
                <a:cubicBezTo>
                  <a:pt x="1736929" y="4989222"/>
                  <a:pt x="1731553" y="4990803"/>
                  <a:pt x="1727200" y="4993965"/>
                </a:cubicBezTo>
                <a:cubicBezTo>
                  <a:pt x="1722847" y="4997128"/>
                  <a:pt x="1718624" y="5002914"/>
                  <a:pt x="1714531" y="5011322"/>
                </a:cubicBezTo>
                <a:lnTo>
                  <a:pt x="1714531" y="4991900"/>
                </a:lnTo>
                <a:lnTo>
                  <a:pt x="1672003" y="4991900"/>
                </a:lnTo>
                <a:lnTo>
                  <a:pt x="1672003" y="5110442"/>
                </a:lnTo>
                <a:lnTo>
                  <a:pt x="1717656" y="5110442"/>
                </a:lnTo>
                <a:lnTo>
                  <a:pt x="1717656" y="5070705"/>
                </a:lnTo>
                <a:cubicBezTo>
                  <a:pt x="1717656" y="5051729"/>
                  <a:pt x="1720000" y="5038781"/>
                  <a:pt x="1724688" y="5031861"/>
                </a:cubicBezTo>
                <a:cubicBezTo>
                  <a:pt x="1727962" y="5026949"/>
                  <a:pt x="1732576" y="5024494"/>
                  <a:pt x="1738529" y="5024494"/>
                </a:cubicBezTo>
                <a:cubicBezTo>
                  <a:pt x="1741655" y="5024494"/>
                  <a:pt x="1745896" y="5025610"/>
                  <a:pt x="1751254" y="5027842"/>
                </a:cubicBezTo>
                <a:lnTo>
                  <a:pt x="1765318" y="4995472"/>
                </a:lnTo>
                <a:cubicBezTo>
                  <a:pt x="1757356" y="4991305"/>
                  <a:pt x="1750026" y="4989222"/>
                  <a:pt x="1743329" y="4989222"/>
                </a:cubicBezTo>
                <a:close/>
                <a:moveTo>
                  <a:pt x="1580437" y="4989222"/>
                </a:moveTo>
                <a:cubicBezTo>
                  <a:pt x="1559526" y="4989222"/>
                  <a:pt x="1543137" y="4994951"/>
                  <a:pt x="1531268" y="5006411"/>
                </a:cubicBezTo>
                <a:cubicBezTo>
                  <a:pt x="1519399" y="5017871"/>
                  <a:pt x="1513464" y="5032865"/>
                  <a:pt x="1513464" y="5051394"/>
                </a:cubicBezTo>
                <a:cubicBezTo>
                  <a:pt x="1513464" y="5064417"/>
                  <a:pt x="1516422" y="5075746"/>
                  <a:pt x="1522338" y="5085383"/>
                </a:cubicBezTo>
                <a:cubicBezTo>
                  <a:pt x="1528254" y="5095020"/>
                  <a:pt x="1535714" y="5102052"/>
                  <a:pt x="1544718" y="5106479"/>
                </a:cubicBezTo>
                <a:cubicBezTo>
                  <a:pt x="1553722" y="5110907"/>
                  <a:pt x="1566075" y="5113121"/>
                  <a:pt x="1581776" y="5113121"/>
                </a:cubicBezTo>
                <a:cubicBezTo>
                  <a:pt x="1599859" y="5113121"/>
                  <a:pt x="1613737" y="5110535"/>
                  <a:pt x="1623411" y="5105363"/>
                </a:cubicBezTo>
                <a:cubicBezTo>
                  <a:pt x="1633085" y="5100191"/>
                  <a:pt x="1641345" y="5091652"/>
                  <a:pt x="1648191" y="5079746"/>
                </a:cubicBezTo>
                <a:lnTo>
                  <a:pt x="1603431" y="5075616"/>
                </a:lnTo>
                <a:cubicBezTo>
                  <a:pt x="1600603" y="5079188"/>
                  <a:pt x="1597961" y="5081681"/>
                  <a:pt x="1595506" y="5083095"/>
                </a:cubicBezTo>
                <a:cubicBezTo>
                  <a:pt x="1591487" y="5085327"/>
                  <a:pt x="1587246" y="5086443"/>
                  <a:pt x="1582781" y="5086443"/>
                </a:cubicBezTo>
                <a:cubicBezTo>
                  <a:pt x="1575711" y="5086443"/>
                  <a:pt x="1569982" y="5083876"/>
                  <a:pt x="1565591" y="5078742"/>
                </a:cubicBezTo>
                <a:cubicBezTo>
                  <a:pt x="1562466" y="5075170"/>
                  <a:pt x="1560494" y="5069738"/>
                  <a:pt x="1559675" y="5062445"/>
                </a:cubicBezTo>
                <a:lnTo>
                  <a:pt x="1650758" y="5062445"/>
                </a:lnTo>
                <a:lnTo>
                  <a:pt x="1650758" y="5057310"/>
                </a:lnTo>
                <a:cubicBezTo>
                  <a:pt x="1650758" y="5041683"/>
                  <a:pt x="1648191" y="5028996"/>
                  <a:pt x="1643056" y="5019248"/>
                </a:cubicBezTo>
                <a:cubicBezTo>
                  <a:pt x="1637922" y="5009499"/>
                  <a:pt x="1630443" y="5002058"/>
                  <a:pt x="1620620" y="4996923"/>
                </a:cubicBezTo>
                <a:cubicBezTo>
                  <a:pt x="1610798" y="4991789"/>
                  <a:pt x="1597403" y="4989222"/>
                  <a:pt x="1580437" y="4989222"/>
                </a:cubicBezTo>
                <a:close/>
                <a:moveTo>
                  <a:pt x="1486154" y="4989222"/>
                </a:moveTo>
                <a:cubicBezTo>
                  <a:pt x="1479755" y="4989222"/>
                  <a:pt x="1474378" y="4990803"/>
                  <a:pt x="1470025" y="4993965"/>
                </a:cubicBezTo>
                <a:cubicBezTo>
                  <a:pt x="1465672" y="4997128"/>
                  <a:pt x="1461449" y="5002914"/>
                  <a:pt x="1457356" y="5011322"/>
                </a:cubicBezTo>
                <a:lnTo>
                  <a:pt x="1457356" y="4991900"/>
                </a:lnTo>
                <a:lnTo>
                  <a:pt x="1414828" y="4991900"/>
                </a:lnTo>
                <a:lnTo>
                  <a:pt x="1414828" y="5110442"/>
                </a:lnTo>
                <a:lnTo>
                  <a:pt x="1460481" y="5110442"/>
                </a:lnTo>
                <a:lnTo>
                  <a:pt x="1460481" y="5070705"/>
                </a:lnTo>
                <a:cubicBezTo>
                  <a:pt x="1460481" y="5051729"/>
                  <a:pt x="1462825" y="5038781"/>
                  <a:pt x="1467513" y="5031861"/>
                </a:cubicBezTo>
                <a:cubicBezTo>
                  <a:pt x="1470787" y="5026949"/>
                  <a:pt x="1475401" y="5024494"/>
                  <a:pt x="1481354" y="5024494"/>
                </a:cubicBezTo>
                <a:cubicBezTo>
                  <a:pt x="1484480" y="5024494"/>
                  <a:pt x="1488721" y="5025610"/>
                  <a:pt x="1494079" y="5027842"/>
                </a:cubicBezTo>
                <a:lnTo>
                  <a:pt x="1508143" y="4995472"/>
                </a:lnTo>
                <a:cubicBezTo>
                  <a:pt x="1500181" y="4991305"/>
                  <a:pt x="1492851" y="4989222"/>
                  <a:pt x="1486154" y="4989222"/>
                </a:cubicBezTo>
                <a:close/>
                <a:moveTo>
                  <a:pt x="1371854" y="4989222"/>
                </a:moveTo>
                <a:cubicBezTo>
                  <a:pt x="1365455" y="4989222"/>
                  <a:pt x="1360078" y="4990803"/>
                  <a:pt x="1355725" y="4993965"/>
                </a:cubicBezTo>
                <a:cubicBezTo>
                  <a:pt x="1351372" y="4997128"/>
                  <a:pt x="1347149" y="5002914"/>
                  <a:pt x="1343056" y="5011322"/>
                </a:cubicBezTo>
                <a:lnTo>
                  <a:pt x="1343056" y="4991900"/>
                </a:lnTo>
                <a:lnTo>
                  <a:pt x="1300528" y="4991900"/>
                </a:lnTo>
                <a:lnTo>
                  <a:pt x="1300528" y="5110442"/>
                </a:lnTo>
                <a:lnTo>
                  <a:pt x="1346181" y="5110442"/>
                </a:lnTo>
                <a:lnTo>
                  <a:pt x="1346181" y="5070705"/>
                </a:lnTo>
                <a:cubicBezTo>
                  <a:pt x="1346181" y="5051729"/>
                  <a:pt x="1348525" y="5038781"/>
                  <a:pt x="1353213" y="5031861"/>
                </a:cubicBezTo>
                <a:cubicBezTo>
                  <a:pt x="1356487" y="5026949"/>
                  <a:pt x="1361101" y="5024494"/>
                  <a:pt x="1367054" y="5024494"/>
                </a:cubicBezTo>
                <a:cubicBezTo>
                  <a:pt x="1370180" y="5024494"/>
                  <a:pt x="1374421" y="5025610"/>
                  <a:pt x="1379779" y="5027842"/>
                </a:cubicBezTo>
                <a:lnTo>
                  <a:pt x="1393844" y="4995472"/>
                </a:lnTo>
                <a:cubicBezTo>
                  <a:pt x="1385881" y="4991305"/>
                  <a:pt x="1378551" y="4989222"/>
                  <a:pt x="1371854" y="4989222"/>
                </a:cubicBezTo>
                <a:close/>
                <a:moveTo>
                  <a:pt x="1209855" y="4989222"/>
                </a:moveTo>
                <a:cubicBezTo>
                  <a:pt x="1189093" y="4989222"/>
                  <a:pt x="1172610" y="4995082"/>
                  <a:pt x="1160406" y="5006802"/>
                </a:cubicBezTo>
                <a:cubicBezTo>
                  <a:pt x="1148203" y="5018522"/>
                  <a:pt x="1142101" y="5033423"/>
                  <a:pt x="1142101" y="5051506"/>
                </a:cubicBezTo>
                <a:cubicBezTo>
                  <a:pt x="1142101" y="5070928"/>
                  <a:pt x="1149319" y="5086630"/>
                  <a:pt x="1163755" y="5098610"/>
                </a:cubicBezTo>
                <a:cubicBezTo>
                  <a:pt x="1175512" y="5108284"/>
                  <a:pt x="1190916" y="5113121"/>
                  <a:pt x="1209966" y="5113121"/>
                </a:cubicBezTo>
                <a:cubicBezTo>
                  <a:pt x="1231323" y="5113121"/>
                  <a:pt x="1248048" y="5107298"/>
                  <a:pt x="1260140" y="5095652"/>
                </a:cubicBezTo>
                <a:cubicBezTo>
                  <a:pt x="1272232" y="5084006"/>
                  <a:pt x="1278278" y="5069068"/>
                  <a:pt x="1278278" y="5050836"/>
                </a:cubicBezTo>
                <a:cubicBezTo>
                  <a:pt x="1278278" y="5034614"/>
                  <a:pt x="1273404" y="5020959"/>
                  <a:pt x="1263656" y="5009871"/>
                </a:cubicBezTo>
                <a:cubicBezTo>
                  <a:pt x="1251527" y="4996105"/>
                  <a:pt x="1233593" y="4989222"/>
                  <a:pt x="1209855" y="4989222"/>
                </a:cubicBezTo>
                <a:close/>
                <a:moveTo>
                  <a:pt x="1058906" y="4989222"/>
                </a:moveTo>
                <a:cubicBezTo>
                  <a:pt x="1045065" y="4989222"/>
                  <a:pt x="1033716" y="4991043"/>
                  <a:pt x="1024861" y="4994686"/>
                </a:cubicBezTo>
                <a:cubicBezTo>
                  <a:pt x="1019280" y="4996990"/>
                  <a:pt x="1013848" y="5000503"/>
                  <a:pt x="1008564" y="5005224"/>
                </a:cubicBezTo>
                <a:cubicBezTo>
                  <a:pt x="1003281" y="5009946"/>
                  <a:pt x="999114" y="5015280"/>
                  <a:pt x="996063" y="5021227"/>
                </a:cubicBezTo>
                <a:cubicBezTo>
                  <a:pt x="991896" y="5029331"/>
                  <a:pt x="989812" y="5039480"/>
                  <a:pt x="989812" y="5051674"/>
                </a:cubicBezTo>
                <a:cubicBezTo>
                  <a:pt x="989812" y="5063346"/>
                  <a:pt x="991524" y="5072714"/>
                  <a:pt x="994947" y="5079777"/>
                </a:cubicBezTo>
                <a:cubicBezTo>
                  <a:pt x="998370" y="5086840"/>
                  <a:pt x="1003095" y="5092992"/>
                  <a:pt x="1009123" y="5098233"/>
                </a:cubicBezTo>
                <a:cubicBezTo>
                  <a:pt x="1015150" y="5103475"/>
                  <a:pt x="1022350" y="5107267"/>
                  <a:pt x="1030721" y="5109608"/>
                </a:cubicBezTo>
                <a:cubicBezTo>
                  <a:pt x="1039093" y="5111950"/>
                  <a:pt x="1049567" y="5113121"/>
                  <a:pt x="1062143" y="5113121"/>
                </a:cubicBezTo>
                <a:cubicBezTo>
                  <a:pt x="1075165" y="5113121"/>
                  <a:pt x="1085899" y="5111298"/>
                  <a:pt x="1094345" y="5107651"/>
                </a:cubicBezTo>
                <a:cubicBezTo>
                  <a:pt x="1102791" y="5104005"/>
                  <a:pt x="1109730" y="5098889"/>
                  <a:pt x="1115163" y="5092304"/>
                </a:cubicBezTo>
                <a:cubicBezTo>
                  <a:pt x="1120595" y="5085718"/>
                  <a:pt x="1124502" y="5077923"/>
                  <a:pt x="1126883" y="5068919"/>
                </a:cubicBezTo>
                <a:lnTo>
                  <a:pt x="1083686" y="5064008"/>
                </a:lnTo>
                <a:cubicBezTo>
                  <a:pt x="1081677" y="5070333"/>
                  <a:pt x="1078644" y="5075021"/>
                  <a:pt x="1074588" y="5078072"/>
                </a:cubicBezTo>
                <a:cubicBezTo>
                  <a:pt x="1070533" y="5081123"/>
                  <a:pt x="1065528" y="5082648"/>
                  <a:pt x="1059576" y="5082648"/>
                </a:cubicBezTo>
                <a:cubicBezTo>
                  <a:pt x="1052432" y="5082648"/>
                  <a:pt x="1046553" y="5080123"/>
                  <a:pt x="1041939" y="5075072"/>
                </a:cubicBezTo>
                <a:cubicBezTo>
                  <a:pt x="1037326" y="5070021"/>
                  <a:pt x="1035019" y="5062630"/>
                  <a:pt x="1035019" y="5052900"/>
                </a:cubicBezTo>
                <a:cubicBezTo>
                  <a:pt x="1035019" y="5041979"/>
                  <a:pt x="1037344" y="5033827"/>
                  <a:pt x="1041995" y="5028441"/>
                </a:cubicBezTo>
                <a:cubicBezTo>
                  <a:pt x="1046646" y="5023056"/>
                  <a:pt x="1052729" y="5020364"/>
                  <a:pt x="1060245" y="5020364"/>
                </a:cubicBezTo>
                <a:cubicBezTo>
                  <a:pt x="1066198" y="5020364"/>
                  <a:pt x="1070942" y="5021647"/>
                  <a:pt x="1074477" y="5024215"/>
                </a:cubicBezTo>
                <a:cubicBezTo>
                  <a:pt x="1078012" y="5026782"/>
                  <a:pt x="1080449" y="5030596"/>
                  <a:pt x="1081788" y="5035656"/>
                </a:cubicBezTo>
                <a:lnTo>
                  <a:pt x="1124539" y="5029963"/>
                </a:lnTo>
                <a:cubicBezTo>
                  <a:pt x="1120446" y="5016643"/>
                  <a:pt x="1113321" y="5006523"/>
                  <a:pt x="1103164" y="4999602"/>
                </a:cubicBezTo>
                <a:cubicBezTo>
                  <a:pt x="1093006" y="4992682"/>
                  <a:pt x="1078253" y="4989222"/>
                  <a:pt x="1058906" y="4989222"/>
                </a:cubicBezTo>
                <a:close/>
                <a:moveTo>
                  <a:pt x="2893473" y="4946805"/>
                </a:moveTo>
                <a:lnTo>
                  <a:pt x="2893473" y="5003509"/>
                </a:lnTo>
                <a:cubicBezTo>
                  <a:pt x="2889008" y="4998747"/>
                  <a:pt x="2883892" y="4995175"/>
                  <a:pt x="2878125" y="4992793"/>
                </a:cubicBezTo>
                <a:cubicBezTo>
                  <a:pt x="2872358" y="4990412"/>
                  <a:pt x="2865939" y="4989222"/>
                  <a:pt x="2858870" y="4989222"/>
                </a:cubicBezTo>
                <a:cubicBezTo>
                  <a:pt x="2844359" y="4989222"/>
                  <a:pt x="2832397" y="4994430"/>
                  <a:pt x="2822984" y="5004848"/>
                </a:cubicBezTo>
                <a:cubicBezTo>
                  <a:pt x="2813571" y="5015266"/>
                  <a:pt x="2808864" y="5030298"/>
                  <a:pt x="2808864" y="5049943"/>
                </a:cubicBezTo>
                <a:cubicBezTo>
                  <a:pt x="2808864" y="5067505"/>
                  <a:pt x="2813124" y="5082425"/>
                  <a:pt x="2821645" y="5094703"/>
                </a:cubicBezTo>
                <a:cubicBezTo>
                  <a:pt x="2830165" y="5106982"/>
                  <a:pt x="2842499" y="5113121"/>
                  <a:pt x="2858647" y="5113121"/>
                </a:cubicBezTo>
                <a:cubicBezTo>
                  <a:pt x="2866684" y="5113121"/>
                  <a:pt x="2873976" y="5111409"/>
                  <a:pt x="2880525" y="5107986"/>
                </a:cubicBezTo>
                <a:cubicBezTo>
                  <a:pt x="2885436" y="5105382"/>
                  <a:pt x="2890868" y="5100359"/>
                  <a:pt x="2896821" y="5092917"/>
                </a:cubicBezTo>
                <a:lnTo>
                  <a:pt x="2896821" y="5110442"/>
                </a:lnTo>
                <a:lnTo>
                  <a:pt x="2939349" y="5110442"/>
                </a:lnTo>
                <a:lnTo>
                  <a:pt x="2939349" y="4946805"/>
                </a:lnTo>
                <a:close/>
                <a:moveTo>
                  <a:pt x="2740031" y="4946805"/>
                </a:moveTo>
                <a:lnTo>
                  <a:pt x="2740031" y="4977725"/>
                </a:lnTo>
                <a:lnTo>
                  <a:pt x="2785461" y="4977725"/>
                </a:lnTo>
                <a:lnTo>
                  <a:pt x="2785461" y="4946805"/>
                </a:lnTo>
                <a:close/>
                <a:moveTo>
                  <a:pt x="1897813" y="4946805"/>
                </a:moveTo>
                <a:lnTo>
                  <a:pt x="1852271" y="4970134"/>
                </a:lnTo>
                <a:lnTo>
                  <a:pt x="1852271" y="4991900"/>
                </a:lnTo>
                <a:lnTo>
                  <a:pt x="1835528" y="4991900"/>
                </a:lnTo>
                <a:lnTo>
                  <a:pt x="1835528" y="5025163"/>
                </a:lnTo>
                <a:lnTo>
                  <a:pt x="1852271" y="5025163"/>
                </a:lnTo>
                <a:lnTo>
                  <a:pt x="1852271" y="5066857"/>
                </a:lnTo>
                <a:cubicBezTo>
                  <a:pt x="1852271" y="5080086"/>
                  <a:pt x="1853555" y="5089654"/>
                  <a:pt x="1856122" y="5095562"/>
                </a:cubicBezTo>
                <a:cubicBezTo>
                  <a:pt x="1858690" y="5101471"/>
                  <a:pt x="1862652" y="5105874"/>
                  <a:pt x="1868010" y="5108773"/>
                </a:cubicBezTo>
                <a:cubicBezTo>
                  <a:pt x="1873368" y="5111672"/>
                  <a:pt x="1881702" y="5113121"/>
                  <a:pt x="1893013" y="5113121"/>
                </a:cubicBezTo>
                <a:cubicBezTo>
                  <a:pt x="1902761" y="5113121"/>
                  <a:pt x="1913254" y="5111893"/>
                  <a:pt x="1924490" y="5109437"/>
                </a:cubicBezTo>
                <a:lnTo>
                  <a:pt x="1921142" y="5078077"/>
                </a:lnTo>
                <a:cubicBezTo>
                  <a:pt x="1915114" y="5080008"/>
                  <a:pt x="1910426" y="5080974"/>
                  <a:pt x="1907077" y="5080974"/>
                </a:cubicBezTo>
                <a:cubicBezTo>
                  <a:pt x="1903356" y="5080974"/>
                  <a:pt x="1900752" y="5079711"/>
                  <a:pt x="1899264" y="5077186"/>
                </a:cubicBezTo>
                <a:cubicBezTo>
                  <a:pt x="1898296" y="5075552"/>
                  <a:pt x="1897813" y="5072211"/>
                  <a:pt x="1897813" y="5067161"/>
                </a:cubicBezTo>
                <a:lnTo>
                  <a:pt x="1897813" y="5025163"/>
                </a:lnTo>
                <a:lnTo>
                  <a:pt x="1922816" y="5025163"/>
                </a:lnTo>
                <a:lnTo>
                  <a:pt x="1922816" y="4991900"/>
                </a:lnTo>
                <a:lnTo>
                  <a:pt x="1897813" y="4991900"/>
                </a:lnTo>
                <a:close/>
                <a:moveTo>
                  <a:pt x="2494837" y="4944015"/>
                </a:moveTo>
                <a:lnTo>
                  <a:pt x="2476084" y="4977390"/>
                </a:lnTo>
                <a:lnTo>
                  <a:pt x="2497850" y="4977390"/>
                </a:lnTo>
                <a:lnTo>
                  <a:pt x="2533904" y="4944015"/>
                </a:lnTo>
                <a:close/>
                <a:moveTo>
                  <a:pt x="2076220" y="4777960"/>
                </a:moveTo>
                <a:lnTo>
                  <a:pt x="2076220" y="4785215"/>
                </a:lnTo>
                <a:cubicBezTo>
                  <a:pt x="2076220" y="4790871"/>
                  <a:pt x="2075309" y="4795466"/>
                  <a:pt x="2073486" y="4799001"/>
                </a:cubicBezTo>
                <a:cubicBezTo>
                  <a:pt x="2071663" y="4802535"/>
                  <a:pt x="2068574" y="4805531"/>
                  <a:pt x="2064221" y="4807986"/>
                </a:cubicBezTo>
                <a:cubicBezTo>
                  <a:pt x="2059868" y="4810442"/>
                  <a:pt x="2055161" y="4811670"/>
                  <a:pt x="2050101" y="4811670"/>
                </a:cubicBezTo>
                <a:cubicBezTo>
                  <a:pt x="2045264" y="4811670"/>
                  <a:pt x="2041599" y="4810535"/>
                  <a:pt x="2039106" y="4808265"/>
                </a:cubicBezTo>
                <a:cubicBezTo>
                  <a:pt x="2036614" y="4805996"/>
                  <a:pt x="2035367" y="4803075"/>
                  <a:pt x="2035367" y="4799503"/>
                </a:cubicBezTo>
                <a:cubicBezTo>
                  <a:pt x="2035367" y="4796378"/>
                  <a:pt x="2036632" y="4793587"/>
                  <a:pt x="2039162" y="4791131"/>
                </a:cubicBezTo>
                <a:cubicBezTo>
                  <a:pt x="2041618" y="4788750"/>
                  <a:pt x="2047459" y="4786332"/>
                  <a:pt x="2056687" y="4783876"/>
                </a:cubicBezTo>
                <a:cubicBezTo>
                  <a:pt x="2063458" y="4782165"/>
                  <a:pt x="2069970" y="4780193"/>
                  <a:pt x="2076220" y="4777960"/>
                </a:cubicBezTo>
                <a:close/>
                <a:moveTo>
                  <a:pt x="1771420" y="4777960"/>
                </a:moveTo>
                <a:lnTo>
                  <a:pt x="1771420" y="4785215"/>
                </a:lnTo>
                <a:cubicBezTo>
                  <a:pt x="1771420" y="4790871"/>
                  <a:pt x="1770509" y="4795466"/>
                  <a:pt x="1768686" y="4799001"/>
                </a:cubicBezTo>
                <a:cubicBezTo>
                  <a:pt x="1766862" y="4802535"/>
                  <a:pt x="1763774" y="4805531"/>
                  <a:pt x="1759421" y="4807986"/>
                </a:cubicBezTo>
                <a:cubicBezTo>
                  <a:pt x="1755068" y="4810442"/>
                  <a:pt x="1750361" y="4811670"/>
                  <a:pt x="1745301" y="4811670"/>
                </a:cubicBezTo>
                <a:cubicBezTo>
                  <a:pt x="1740464" y="4811670"/>
                  <a:pt x="1736799" y="4810535"/>
                  <a:pt x="1734306" y="4808265"/>
                </a:cubicBezTo>
                <a:cubicBezTo>
                  <a:pt x="1731814" y="4805996"/>
                  <a:pt x="1730567" y="4803075"/>
                  <a:pt x="1730567" y="4799503"/>
                </a:cubicBezTo>
                <a:cubicBezTo>
                  <a:pt x="1730567" y="4796378"/>
                  <a:pt x="1731832" y="4793587"/>
                  <a:pt x="1734362" y="4791131"/>
                </a:cubicBezTo>
                <a:cubicBezTo>
                  <a:pt x="1736818" y="4788750"/>
                  <a:pt x="1742659" y="4786332"/>
                  <a:pt x="1751887" y="4783876"/>
                </a:cubicBezTo>
                <a:cubicBezTo>
                  <a:pt x="1758658" y="4782165"/>
                  <a:pt x="1765170" y="4780193"/>
                  <a:pt x="1771420" y="4777960"/>
                </a:cubicBezTo>
                <a:close/>
                <a:moveTo>
                  <a:pt x="2730059" y="4746929"/>
                </a:moveTo>
                <a:cubicBezTo>
                  <a:pt x="2736087" y="4746929"/>
                  <a:pt x="2741073" y="4749218"/>
                  <a:pt x="2745017" y="4753794"/>
                </a:cubicBezTo>
                <a:cubicBezTo>
                  <a:pt x="2748961" y="4758371"/>
                  <a:pt x="2750933" y="4765310"/>
                  <a:pt x="2750933" y="4774611"/>
                </a:cubicBezTo>
                <a:cubicBezTo>
                  <a:pt x="2750933" y="4784881"/>
                  <a:pt x="2748998" y="4792285"/>
                  <a:pt x="2745128" y="4796824"/>
                </a:cubicBezTo>
                <a:cubicBezTo>
                  <a:pt x="2741259" y="4801363"/>
                  <a:pt x="2736422" y="4803633"/>
                  <a:pt x="2730618" y="4803633"/>
                </a:cubicBezTo>
                <a:cubicBezTo>
                  <a:pt x="2725185" y="4803633"/>
                  <a:pt x="2720627" y="4801382"/>
                  <a:pt x="2716944" y="4796880"/>
                </a:cubicBezTo>
                <a:cubicBezTo>
                  <a:pt x="2713260" y="4792378"/>
                  <a:pt x="2711419" y="4785290"/>
                  <a:pt x="2711419" y="4775616"/>
                </a:cubicBezTo>
                <a:cubicBezTo>
                  <a:pt x="2711419" y="4765273"/>
                  <a:pt x="2713205" y="4757906"/>
                  <a:pt x="2716776" y="4753515"/>
                </a:cubicBezTo>
                <a:cubicBezTo>
                  <a:pt x="2720348" y="4749125"/>
                  <a:pt x="2724776" y="4746929"/>
                  <a:pt x="2730059" y="4746929"/>
                </a:cubicBezTo>
                <a:close/>
                <a:moveTo>
                  <a:pt x="1909086" y="4746371"/>
                </a:moveTo>
                <a:cubicBezTo>
                  <a:pt x="1914444" y="4746371"/>
                  <a:pt x="1918984" y="4748622"/>
                  <a:pt x="1922704" y="4753124"/>
                </a:cubicBezTo>
                <a:cubicBezTo>
                  <a:pt x="1926425" y="4757626"/>
                  <a:pt x="1928285" y="4764677"/>
                  <a:pt x="1928285" y="4774277"/>
                </a:cubicBezTo>
                <a:cubicBezTo>
                  <a:pt x="1928285" y="4784695"/>
                  <a:pt x="1926499" y="4792080"/>
                  <a:pt x="1922927" y="4796433"/>
                </a:cubicBezTo>
                <a:cubicBezTo>
                  <a:pt x="1919356" y="4800787"/>
                  <a:pt x="1914928" y="4802963"/>
                  <a:pt x="1909645" y="4802963"/>
                </a:cubicBezTo>
                <a:cubicBezTo>
                  <a:pt x="1903617" y="4802963"/>
                  <a:pt x="1898631" y="4800694"/>
                  <a:pt x="1894687" y="4796154"/>
                </a:cubicBezTo>
                <a:cubicBezTo>
                  <a:pt x="1890743" y="4791615"/>
                  <a:pt x="1888771" y="4784657"/>
                  <a:pt x="1888771" y="4775281"/>
                </a:cubicBezTo>
                <a:cubicBezTo>
                  <a:pt x="1888771" y="4765086"/>
                  <a:pt x="1890706" y="4757719"/>
                  <a:pt x="1894576" y="4753180"/>
                </a:cubicBezTo>
                <a:cubicBezTo>
                  <a:pt x="1898445" y="4748641"/>
                  <a:pt x="1903282" y="4746371"/>
                  <a:pt x="1909086" y="4746371"/>
                </a:cubicBezTo>
                <a:close/>
                <a:moveTo>
                  <a:pt x="1220049" y="4744251"/>
                </a:moveTo>
                <a:cubicBezTo>
                  <a:pt x="1226300" y="4744251"/>
                  <a:pt x="1231547" y="4746762"/>
                  <a:pt x="1235788" y="4751785"/>
                </a:cubicBezTo>
                <a:cubicBezTo>
                  <a:pt x="1240030" y="4756808"/>
                  <a:pt x="1242150" y="4764454"/>
                  <a:pt x="1242150" y="4774723"/>
                </a:cubicBezTo>
                <a:cubicBezTo>
                  <a:pt x="1242150" y="4785736"/>
                  <a:pt x="1240048" y="4793736"/>
                  <a:pt x="1235844" y="4798722"/>
                </a:cubicBezTo>
                <a:cubicBezTo>
                  <a:pt x="1231639" y="4803707"/>
                  <a:pt x="1226263" y="4806200"/>
                  <a:pt x="1219715" y="4806200"/>
                </a:cubicBezTo>
                <a:cubicBezTo>
                  <a:pt x="1213241" y="4806200"/>
                  <a:pt x="1207864" y="4803670"/>
                  <a:pt x="1203585" y="4798610"/>
                </a:cubicBezTo>
                <a:cubicBezTo>
                  <a:pt x="1199306" y="4793550"/>
                  <a:pt x="1197167" y="4785736"/>
                  <a:pt x="1197167" y="4775170"/>
                </a:cubicBezTo>
                <a:cubicBezTo>
                  <a:pt x="1197167" y="4764752"/>
                  <a:pt x="1199325" y="4756994"/>
                  <a:pt x="1203641" y="4751897"/>
                </a:cubicBezTo>
                <a:cubicBezTo>
                  <a:pt x="1207957" y="4746799"/>
                  <a:pt x="1213426" y="4744251"/>
                  <a:pt x="1220049" y="4744251"/>
                </a:cubicBezTo>
                <a:close/>
                <a:moveTo>
                  <a:pt x="2887259" y="4739897"/>
                </a:moveTo>
                <a:cubicBezTo>
                  <a:pt x="2893510" y="4739897"/>
                  <a:pt x="2898551" y="4741795"/>
                  <a:pt x="2902384" y="4745590"/>
                </a:cubicBezTo>
                <a:cubicBezTo>
                  <a:pt x="2906216" y="4749385"/>
                  <a:pt x="2908579" y="4755673"/>
                  <a:pt x="2909472" y="4764454"/>
                </a:cubicBezTo>
                <a:lnTo>
                  <a:pt x="2864712" y="4764454"/>
                </a:lnTo>
                <a:cubicBezTo>
                  <a:pt x="2865456" y="4757385"/>
                  <a:pt x="2867205" y="4752064"/>
                  <a:pt x="2869958" y="4748492"/>
                </a:cubicBezTo>
                <a:cubicBezTo>
                  <a:pt x="2874274" y="4742762"/>
                  <a:pt x="2880041" y="4739897"/>
                  <a:pt x="2887259" y="4739897"/>
                </a:cubicBezTo>
                <a:close/>
                <a:moveTo>
                  <a:pt x="2363384" y="4739897"/>
                </a:moveTo>
                <a:cubicBezTo>
                  <a:pt x="2369635" y="4739897"/>
                  <a:pt x="2374677" y="4741795"/>
                  <a:pt x="2378509" y="4745590"/>
                </a:cubicBezTo>
                <a:cubicBezTo>
                  <a:pt x="2382341" y="4749385"/>
                  <a:pt x="2384704" y="4755673"/>
                  <a:pt x="2385597" y="4764454"/>
                </a:cubicBezTo>
                <a:lnTo>
                  <a:pt x="2340837" y="4764454"/>
                </a:lnTo>
                <a:cubicBezTo>
                  <a:pt x="2341581" y="4757385"/>
                  <a:pt x="2343330" y="4752064"/>
                  <a:pt x="2346083" y="4748492"/>
                </a:cubicBezTo>
                <a:cubicBezTo>
                  <a:pt x="2350399" y="4742762"/>
                  <a:pt x="2356166" y="4739897"/>
                  <a:pt x="2363384" y="4739897"/>
                </a:cubicBezTo>
                <a:close/>
                <a:moveTo>
                  <a:pt x="736209" y="4725833"/>
                </a:moveTo>
                <a:cubicBezTo>
                  <a:pt x="728470" y="4725833"/>
                  <a:pt x="721829" y="4728586"/>
                  <a:pt x="716285" y="4734093"/>
                </a:cubicBezTo>
                <a:cubicBezTo>
                  <a:pt x="710741" y="4739600"/>
                  <a:pt x="707969" y="4746260"/>
                  <a:pt x="707969" y="4754073"/>
                </a:cubicBezTo>
                <a:cubicBezTo>
                  <a:pt x="707969" y="4761887"/>
                  <a:pt x="710741" y="4768565"/>
                  <a:pt x="716285" y="4774109"/>
                </a:cubicBezTo>
                <a:cubicBezTo>
                  <a:pt x="721829" y="4779653"/>
                  <a:pt x="728470" y="4782425"/>
                  <a:pt x="736209" y="4782425"/>
                </a:cubicBezTo>
                <a:cubicBezTo>
                  <a:pt x="744023" y="4782425"/>
                  <a:pt x="750701" y="4779653"/>
                  <a:pt x="756245" y="4774109"/>
                </a:cubicBezTo>
                <a:cubicBezTo>
                  <a:pt x="761789" y="4768565"/>
                  <a:pt x="764561" y="4761887"/>
                  <a:pt x="764561" y="4754073"/>
                </a:cubicBezTo>
                <a:cubicBezTo>
                  <a:pt x="764561" y="4746260"/>
                  <a:pt x="761789" y="4739600"/>
                  <a:pt x="756245" y="4734093"/>
                </a:cubicBezTo>
                <a:cubicBezTo>
                  <a:pt x="750701" y="4728586"/>
                  <a:pt x="744023" y="4725833"/>
                  <a:pt x="736209" y="4725833"/>
                </a:cubicBezTo>
                <a:close/>
                <a:moveTo>
                  <a:pt x="2885362" y="4712997"/>
                </a:moveTo>
                <a:cubicBezTo>
                  <a:pt x="2864451" y="4712997"/>
                  <a:pt x="2848062" y="4718727"/>
                  <a:pt x="2836192" y="4730186"/>
                </a:cubicBezTo>
                <a:cubicBezTo>
                  <a:pt x="2824323" y="4741646"/>
                  <a:pt x="2818389" y="4756640"/>
                  <a:pt x="2818389" y="4775170"/>
                </a:cubicBezTo>
                <a:cubicBezTo>
                  <a:pt x="2818389" y="4788192"/>
                  <a:pt x="2821347" y="4799522"/>
                  <a:pt x="2827263" y="4809158"/>
                </a:cubicBezTo>
                <a:cubicBezTo>
                  <a:pt x="2833179" y="4818795"/>
                  <a:pt x="2840639" y="4825827"/>
                  <a:pt x="2849643" y="4830254"/>
                </a:cubicBezTo>
                <a:cubicBezTo>
                  <a:pt x="2858647" y="4834682"/>
                  <a:pt x="2871000" y="4836896"/>
                  <a:pt x="2886701" y="4836896"/>
                </a:cubicBezTo>
                <a:cubicBezTo>
                  <a:pt x="2904784" y="4836896"/>
                  <a:pt x="2918662" y="4834310"/>
                  <a:pt x="2928336" y="4829138"/>
                </a:cubicBezTo>
                <a:cubicBezTo>
                  <a:pt x="2938010" y="4823966"/>
                  <a:pt x="2946269" y="4815428"/>
                  <a:pt x="2953116" y="4803521"/>
                </a:cubicBezTo>
                <a:lnTo>
                  <a:pt x="2908356" y="4799391"/>
                </a:lnTo>
                <a:cubicBezTo>
                  <a:pt x="2905528" y="4802963"/>
                  <a:pt x="2902886" y="4805456"/>
                  <a:pt x="2900430" y="4806870"/>
                </a:cubicBezTo>
                <a:cubicBezTo>
                  <a:pt x="2896412" y="4809102"/>
                  <a:pt x="2892170" y="4810219"/>
                  <a:pt x="2887706" y="4810219"/>
                </a:cubicBezTo>
                <a:cubicBezTo>
                  <a:pt x="2880636" y="4810219"/>
                  <a:pt x="2874906" y="4807651"/>
                  <a:pt x="2870516" y="4802517"/>
                </a:cubicBezTo>
                <a:cubicBezTo>
                  <a:pt x="2867391" y="4798945"/>
                  <a:pt x="2865419" y="4793513"/>
                  <a:pt x="2864600" y="4786220"/>
                </a:cubicBezTo>
                <a:lnTo>
                  <a:pt x="2955683" y="4786220"/>
                </a:lnTo>
                <a:lnTo>
                  <a:pt x="2955683" y="4781086"/>
                </a:lnTo>
                <a:cubicBezTo>
                  <a:pt x="2955683" y="4765459"/>
                  <a:pt x="2953116" y="4752771"/>
                  <a:pt x="2947981" y="4743023"/>
                </a:cubicBezTo>
                <a:cubicBezTo>
                  <a:pt x="2942846" y="4733274"/>
                  <a:pt x="2935368" y="4725833"/>
                  <a:pt x="2925545" y="4720699"/>
                </a:cubicBezTo>
                <a:cubicBezTo>
                  <a:pt x="2915722" y="4715564"/>
                  <a:pt x="2902328" y="4712997"/>
                  <a:pt x="2885362" y="4712997"/>
                </a:cubicBezTo>
                <a:close/>
                <a:moveTo>
                  <a:pt x="2507189" y="4712997"/>
                </a:moveTo>
                <a:cubicBezTo>
                  <a:pt x="2493795" y="4712997"/>
                  <a:pt x="2483116" y="4714390"/>
                  <a:pt x="2475154" y="4717178"/>
                </a:cubicBezTo>
                <a:cubicBezTo>
                  <a:pt x="2467192" y="4719966"/>
                  <a:pt x="2460941" y="4724184"/>
                  <a:pt x="2456402" y="4729834"/>
                </a:cubicBezTo>
                <a:cubicBezTo>
                  <a:pt x="2451862" y="4735484"/>
                  <a:pt x="2449593" y="4742212"/>
                  <a:pt x="2449593" y="4750018"/>
                </a:cubicBezTo>
                <a:cubicBezTo>
                  <a:pt x="2449593" y="4757155"/>
                  <a:pt x="2451695" y="4763511"/>
                  <a:pt x="2455899" y="4769086"/>
                </a:cubicBezTo>
                <a:cubicBezTo>
                  <a:pt x="2460104" y="4774661"/>
                  <a:pt x="2465276" y="4778620"/>
                  <a:pt x="2471415" y="4780962"/>
                </a:cubicBezTo>
                <a:cubicBezTo>
                  <a:pt x="2477554" y="4783303"/>
                  <a:pt x="2488511" y="4785849"/>
                  <a:pt x="2504287" y="4788599"/>
                </a:cubicBezTo>
                <a:cubicBezTo>
                  <a:pt x="2514854" y="4790457"/>
                  <a:pt x="2521365" y="4792017"/>
                  <a:pt x="2523821" y="4793280"/>
                </a:cubicBezTo>
                <a:cubicBezTo>
                  <a:pt x="2527244" y="4795064"/>
                  <a:pt x="2528955" y="4797590"/>
                  <a:pt x="2528955" y="4800860"/>
                </a:cubicBezTo>
                <a:cubicBezTo>
                  <a:pt x="2528955" y="4803757"/>
                  <a:pt x="2527653" y="4806172"/>
                  <a:pt x="2525049" y="4808103"/>
                </a:cubicBezTo>
                <a:cubicBezTo>
                  <a:pt x="2521700" y="4810704"/>
                  <a:pt x="2516975" y="4812005"/>
                  <a:pt x="2510873" y="4812005"/>
                </a:cubicBezTo>
                <a:cubicBezTo>
                  <a:pt x="2505292" y="4812005"/>
                  <a:pt x="2500827" y="4810851"/>
                  <a:pt x="2497478" y="4808544"/>
                </a:cubicBezTo>
                <a:cubicBezTo>
                  <a:pt x="2494130" y="4806237"/>
                  <a:pt x="2491525" y="4802405"/>
                  <a:pt x="2489665" y="4797047"/>
                </a:cubicBezTo>
                <a:lnTo>
                  <a:pt x="2444570" y="4801289"/>
                </a:lnTo>
                <a:cubicBezTo>
                  <a:pt x="2447174" y="4812674"/>
                  <a:pt x="2453072" y="4821455"/>
                  <a:pt x="2462262" y="4827631"/>
                </a:cubicBezTo>
                <a:cubicBezTo>
                  <a:pt x="2471452" y="4833808"/>
                  <a:pt x="2486874" y="4836896"/>
                  <a:pt x="2508529" y="4836896"/>
                </a:cubicBezTo>
                <a:cubicBezTo>
                  <a:pt x="2523858" y="4836896"/>
                  <a:pt x="2535969" y="4834982"/>
                  <a:pt x="2544861" y="4831154"/>
                </a:cubicBezTo>
                <a:cubicBezTo>
                  <a:pt x="2553754" y="4827325"/>
                  <a:pt x="2560265" y="4822177"/>
                  <a:pt x="2564395" y="4815710"/>
                </a:cubicBezTo>
                <a:cubicBezTo>
                  <a:pt x="2568525" y="4809242"/>
                  <a:pt x="2570590" y="4802589"/>
                  <a:pt x="2570590" y="4795750"/>
                </a:cubicBezTo>
                <a:cubicBezTo>
                  <a:pt x="2570590" y="4788985"/>
                  <a:pt x="2568637" y="4782778"/>
                  <a:pt x="2564730" y="4777128"/>
                </a:cubicBezTo>
                <a:cubicBezTo>
                  <a:pt x="2560823" y="4771479"/>
                  <a:pt x="2555186" y="4767130"/>
                  <a:pt x="2547819" y="4764082"/>
                </a:cubicBezTo>
                <a:cubicBezTo>
                  <a:pt x="2540452" y="4761034"/>
                  <a:pt x="2529216" y="4758655"/>
                  <a:pt x="2514110" y="4756946"/>
                </a:cubicBezTo>
                <a:cubicBezTo>
                  <a:pt x="2504138" y="4755756"/>
                  <a:pt x="2497664" y="4754419"/>
                  <a:pt x="2494688" y="4752933"/>
                </a:cubicBezTo>
                <a:cubicBezTo>
                  <a:pt x="2491711" y="4751447"/>
                  <a:pt x="2490223" y="4749255"/>
                  <a:pt x="2490223" y="4746357"/>
                </a:cubicBezTo>
                <a:cubicBezTo>
                  <a:pt x="2490223" y="4743756"/>
                  <a:pt x="2491395" y="4741546"/>
                  <a:pt x="2493739" y="4739726"/>
                </a:cubicBezTo>
                <a:cubicBezTo>
                  <a:pt x="2496083" y="4737905"/>
                  <a:pt x="2499822" y="4736995"/>
                  <a:pt x="2504957" y="4736995"/>
                </a:cubicBezTo>
                <a:cubicBezTo>
                  <a:pt x="2510017" y="4736995"/>
                  <a:pt x="2514333" y="4738186"/>
                  <a:pt x="2517905" y="4740567"/>
                </a:cubicBezTo>
                <a:cubicBezTo>
                  <a:pt x="2520509" y="4742353"/>
                  <a:pt x="2522370" y="4745144"/>
                  <a:pt x="2523486" y="4748939"/>
                </a:cubicBezTo>
                <a:lnTo>
                  <a:pt x="2566572" y="4744697"/>
                </a:lnTo>
                <a:cubicBezTo>
                  <a:pt x="2563595" y="4736958"/>
                  <a:pt x="2559856" y="4730819"/>
                  <a:pt x="2555354" y="4726280"/>
                </a:cubicBezTo>
                <a:cubicBezTo>
                  <a:pt x="2550852" y="4721740"/>
                  <a:pt x="2545234" y="4718392"/>
                  <a:pt x="2538499" y="4716234"/>
                </a:cubicBezTo>
                <a:cubicBezTo>
                  <a:pt x="2531765" y="4714076"/>
                  <a:pt x="2521328" y="4712997"/>
                  <a:pt x="2507189" y="4712997"/>
                </a:cubicBezTo>
                <a:close/>
                <a:moveTo>
                  <a:pt x="2361487" y="4712997"/>
                </a:moveTo>
                <a:cubicBezTo>
                  <a:pt x="2340576" y="4712997"/>
                  <a:pt x="2324187" y="4718727"/>
                  <a:pt x="2312318" y="4730186"/>
                </a:cubicBezTo>
                <a:cubicBezTo>
                  <a:pt x="2300448" y="4741646"/>
                  <a:pt x="2294514" y="4756640"/>
                  <a:pt x="2294514" y="4775170"/>
                </a:cubicBezTo>
                <a:cubicBezTo>
                  <a:pt x="2294514" y="4788192"/>
                  <a:pt x="2297472" y="4799522"/>
                  <a:pt x="2303388" y="4809158"/>
                </a:cubicBezTo>
                <a:cubicBezTo>
                  <a:pt x="2309304" y="4818795"/>
                  <a:pt x="2316764" y="4825827"/>
                  <a:pt x="2325768" y="4830254"/>
                </a:cubicBezTo>
                <a:cubicBezTo>
                  <a:pt x="2334772" y="4834682"/>
                  <a:pt x="2347125" y="4836896"/>
                  <a:pt x="2362826" y="4836896"/>
                </a:cubicBezTo>
                <a:cubicBezTo>
                  <a:pt x="2380909" y="4836896"/>
                  <a:pt x="2394787" y="4834310"/>
                  <a:pt x="2404461" y="4829138"/>
                </a:cubicBezTo>
                <a:cubicBezTo>
                  <a:pt x="2414135" y="4823966"/>
                  <a:pt x="2422395" y="4815428"/>
                  <a:pt x="2429241" y="4803521"/>
                </a:cubicBezTo>
                <a:lnTo>
                  <a:pt x="2384481" y="4799391"/>
                </a:lnTo>
                <a:cubicBezTo>
                  <a:pt x="2381653" y="4802963"/>
                  <a:pt x="2379011" y="4805456"/>
                  <a:pt x="2376555" y="4806870"/>
                </a:cubicBezTo>
                <a:cubicBezTo>
                  <a:pt x="2372537" y="4809102"/>
                  <a:pt x="2368296" y="4810219"/>
                  <a:pt x="2363831" y="4810219"/>
                </a:cubicBezTo>
                <a:cubicBezTo>
                  <a:pt x="2356761" y="4810219"/>
                  <a:pt x="2351031" y="4807651"/>
                  <a:pt x="2346641" y="4802517"/>
                </a:cubicBezTo>
                <a:cubicBezTo>
                  <a:pt x="2343516" y="4798945"/>
                  <a:pt x="2341544" y="4793513"/>
                  <a:pt x="2340725" y="4786220"/>
                </a:cubicBezTo>
                <a:lnTo>
                  <a:pt x="2431808" y="4786220"/>
                </a:lnTo>
                <a:lnTo>
                  <a:pt x="2431808" y="4781086"/>
                </a:lnTo>
                <a:cubicBezTo>
                  <a:pt x="2431808" y="4765459"/>
                  <a:pt x="2429241" y="4752771"/>
                  <a:pt x="2424106" y="4743023"/>
                </a:cubicBezTo>
                <a:cubicBezTo>
                  <a:pt x="2418971" y="4733274"/>
                  <a:pt x="2411493" y="4725833"/>
                  <a:pt x="2401670" y="4720699"/>
                </a:cubicBezTo>
                <a:cubicBezTo>
                  <a:pt x="2391848" y="4715564"/>
                  <a:pt x="2378453" y="4712997"/>
                  <a:pt x="2361487" y="4712997"/>
                </a:cubicBezTo>
                <a:close/>
                <a:moveTo>
                  <a:pt x="2211431" y="4712997"/>
                </a:moveTo>
                <a:cubicBezTo>
                  <a:pt x="2197590" y="4712997"/>
                  <a:pt x="2186242" y="4714818"/>
                  <a:pt x="2177386" y="4718461"/>
                </a:cubicBezTo>
                <a:cubicBezTo>
                  <a:pt x="2171805" y="4720765"/>
                  <a:pt x="2166373" y="4724278"/>
                  <a:pt x="2161090" y="4728999"/>
                </a:cubicBezTo>
                <a:cubicBezTo>
                  <a:pt x="2155806" y="4733721"/>
                  <a:pt x="2151639" y="4739055"/>
                  <a:pt x="2148588" y="4745002"/>
                </a:cubicBezTo>
                <a:cubicBezTo>
                  <a:pt x="2144421" y="4753106"/>
                  <a:pt x="2142337" y="4763255"/>
                  <a:pt x="2142337" y="4775449"/>
                </a:cubicBezTo>
                <a:cubicBezTo>
                  <a:pt x="2142337" y="4787121"/>
                  <a:pt x="2144049" y="4796489"/>
                  <a:pt x="2147472" y="4803552"/>
                </a:cubicBezTo>
                <a:cubicBezTo>
                  <a:pt x="2150895" y="4810615"/>
                  <a:pt x="2155620" y="4816767"/>
                  <a:pt x="2161648" y="4822008"/>
                </a:cubicBezTo>
                <a:cubicBezTo>
                  <a:pt x="2167675" y="4827250"/>
                  <a:pt x="2174875" y="4831042"/>
                  <a:pt x="2183246" y="4833383"/>
                </a:cubicBezTo>
                <a:cubicBezTo>
                  <a:pt x="2191618" y="4835725"/>
                  <a:pt x="2202092" y="4836896"/>
                  <a:pt x="2214668" y="4836896"/>
                </a:cubicBezTo>
                <a:cubicBezTo>
                  <a:pt x="2227690" y="4836896"/>
                  <a:pt x="2238424" y="4835073"/>
                  <a:pt x="2246870" y="4831426"/>
                </a:cubicBezTo>
                <a:cubicBezTo>
                  <a:pt x="2255316" y="4827780"/>
                  <a:pt x="2262255" y="4822664"/>
                  <a:pt x="2267688" y="4816079"/>
                </a:cubicBezTo>
                <a:cubicBezTo>
                  <a:pt x="2273120" y="4809493"/>
                  <a:pt x="2277027" y="4801698"/>
                  <a:pt x="2279408" y="4792694"/>
                </a:cubicBezTo>
                <a:lnTo>
                  <a:pt x="2236211" y="4787783"/>
                </a:lnTo>
                <a:cubicBezTo>
                  <a:pt x="2234201" y="4794108"/>
                  <a:pt x="2231169" y="4798796"/>
                  <a:pt x="2227113" y="4801847"/>
                </a:cubicBezTo>
                <a:cubicBezTo>
                  <a:pt x="2223058" y="4804898"/>
                  <a:pt x="2218054" y="4806424"/>
                  <a:pt x="2212100" y="4806424"/>
                </a:cubicBezTo>
                <a:cubicBezTo>
                  <a:pt x="2204957" y="4806424"/>
                  <a:pt x="2199078" y="4803898"/>
                  <a:pt x="2194464" y="4798847"/>
                </a:cubicBezTo>
                <a:cubicBezTo>
                  <a:pt x="2189851" y="4793796"/>
                  <a:pt x="2187544" y="4786406"/>
                  <a:pt x="2187544" y="4776675"/>
                </a:cubicBezTo>
                <a:cubicBezTo>
                  <a:pt x="2187544" y="4765754"/>
                  <a:pt x="2189869" y="4757602"/>
                  <a:pt x="2194520" y="4752217"/>
                </a:cubicBezTo>
                <a:cubicBezTo>
                  <a:pt x="2199171" y="4746831"/>
                  <a:pt x="2205254" y="4744139"/>
                  <a:pt x="2212770" y="4744139"/>
                </a:cubicBezTo>
                <a:cubicBezTo>
                  <a:pt x="2218723" y="4744139"/>
                  <a:pt x="2223467" y="4745423"/>
                  <a:pt x="2227002" y="4747990"/>
                </a:cubicBezTo>
                <a:cubicBezTo>
                  <a:pt x="2230536" y="4750557"/>
                  <a:pt x="2232974" y="4754371"/>
                  <a:pt x="2234313" y="4759431"/>
                </a:cubicBezTo>
                <a:lnTo>
                  <a:pt x="2277064" y="4753738"/>
                </a:lnTo>
                <a:cubicBezTo>
                  <a:pt x="2272971" y="4740418"/>
                  <a:pt x="2265846" y="4730298"/>
                  <a:pt x="2255688" y="4723377"/>
                </a:cubicBezTo>
                <a:cubicBezTo>
                  <a:pt x="2245531" y="4716457"/>
                  <a:pt x="2230778" y="4712997"/>
                  <a:pt x="2211431" y="4712997"/>
                </a:cubicBezTo>
                <a:close/>
                <a:moveTo>
                  <a:pt x="2054677" y="4712997"/>
                </a:moveTo>
                <a:cubicBezTo>
                  <a:pt x="2046194" y="4712997"/>
                  <a:pt x="2038306" y="4713629"/>
                  <a:pt x="2031014" y="4714894"/>
                </a:cubicBezTo>
                <a:cubicBezTo>
                  <a:pt x="2023721" y="4716159"/>
                  <a:pt x="2017991" y="4717945"/>
                  <a:pt x="2013824" y="4720252"/>
                </a:cubicBezTo>
                <a:cubicBezTo>
                  <a:pt x="2008020" y="4723452"/>
                  <a:pt x="2003574" y="4727228"/>
                  <a:pt x="2000486" y="4731582"/>
                </a:cubicBezTo>
                <a:cubicBezTo>
                  <a:pt x="1997397" y="4735935"/>
                  <a:pt x="1995035" y="4741907"/>
                  <a:pt x="1993398" y="4749497"/>
                </a:cubicBezTo>
                <a:lnTo>
                  <a:pt x="2036818" y="4754073"/>
                </a:lnTo>
                <a:cubicBezTo>
                  <a:pt x="2038604" y="4748939"/>
                  <a:pt x="2040948" y="4745441"/>
                  <a:pt x="2043850" y="4743581"/>
                </a:cubicBezTo>
                <a:cubicBezTo>
                  <a:pt x="2047571" y="4741200"/>
                  <a:pt x="2053152" y="4740009"/>
                  <a:pt x="2060593" y="4740009"/>
                </a:cubicBezTo>
                <a:cubicBezTo>
                  <a:pt x="2066398" y="4740009"/>
                  <a:pt x="2070453" y="4741125"/>
                  <a:pt x="2072760" y="4743358"/>
                </a:cubicBezTo>
                <a:cubicBezTo>
                  <a:pt x="2075067" y="4745590"/>
                  <a:pt x="2076220" y="4749497"/>
                  <a:pt x="2076220" y="4755078"/>
                </a:cubicBezTo>
                <a:cubicBezTo>
                  <a:pt x="2070565" y="4757310"/>
                  <a:pt x="2065207" y="4759115"/>
                  <a:pt x="2060147" y="4760491"/>
                </a:cubicBezTo>
                <a:cubicBezTo>
                  <a:pt x="2055087" y="4761868"/>
                  <a:pt x="2044036" y="4764268"/>
                  <a:pt x="2026996" y="4767691"/>
                </a:cubicBezTo>
                <a:cubicBezTo>
                  <a:pt x="2012782" y="4770519"/>
                  <a:pt x="2003034" y="4774835"/>
                  <a:pt x="1997751" y="4780639"/>
                </a:cubicBezTo>
                <a:cubicBezTo>
                  <a:pt x="1992467" y="4786443"/>
                  <a:pt x="1989826" y="4793848"/>
                  <a:pt x="1989826" y="4802852"/>
                </a:cubicBezTo>
                <a:cubicBezTo>
                  <a:pt x="1989826" y="4812451"/>
                  <a:pt x="1993490" y="4820525"/>
                  <a:pt x="2000820" y="4827073"/>
                </a:cubicBezTo>
                <a:cubicBezTo>
                  <a:pt x="2008150" y="4833622"/>
                  <a:pt x="2018884" y="4836896"/>
                  <a:pt x="2033023" y="4836896"/>
                </a:cubicBezTo>
                <a:cubicBezTo>
                  <a:pt x="2043664" y="4836896"/>
                  <a:pt x="2053003" y="4835259"/>
                  <a:pt x="2061040" y="4831985"/>
                </a:cubicBezTo>
                <a:cubicBezTo>
                  <a:pt x="2066919" y="4829529"/>
                  <a:pt x="2072835" y="4825436"/>
                  <a:pt x="2078788" y="4819706"/>
                </a:cubicBezTo>
                <a:cubicBezTo>
                  <a:pt x="2079308" y="4823129"/>
                  <a:pt x="2079830" y="4825641"/>
                  <a:pt x="2080350" y="4827241"/>
                </a:cubicBezTo>
                <a:cubicBezTo>
                  <a:pt x="2080871" y="4828841"/>
                  <a:pt x="2081988" y="4831166"/>
                  <a:pt x="2083699" y="4834217"/>
                </a:cubicBezTo>
                <a:lnTo>
                  <a:pt x="2126338" y="4834217"/>
                </a:lnTo>
                <a:cubicBezTo>
                  <a:pt x="2123957" y="4829306"/>
                  <a:pt x="2122413" y="4825269"/>
                  <a:pt x="2121706" y="4822106"/>
                </a:cubicBezTo>
                <a:cubicBezTo>
                  <a:pt x="2120999" y="4818944"/>
                  <a:pt x="2120646" y="4814572"/>
                  <a:pt x="2120646" y="4808991"/>
                </a:cubicBezTo>
                <a:lnTo>
                  <a:pt x="2120646" y="4756640"/>
                </a:lnTo>
                <a:cubicBezTo>
                  <a:pt x="2120646" y="4751059"/>
                  <a:pt x="2119529" y="4745199"/>
                  <a:pt x="2117297" y="4739060"/>
                </a:cubicBezTo>
                <a:cubicBezTo>
                  <a:pt x="2115065" y="4732921"/>
                  <a:pt x="2112014" y="4728177"/>
                  <a:pt x="2108144" y="4724828"/>
                </a:cubicBezTo>
                <a:cubicBezTo>
                  <a:pt x="2102637" y="4719992"/>
                  <a:pt x="2095754" y="4716810"/>
                  <a:pt x="2087494" y="4715285"/>
                </a:cubicBezTo>
                <a:cubicBezTo>
                  <a:pt x="2079234" y="4713759"/>
                  <a:pt x="2068295" y="4712997"/>
                  <a:pt x="2054677" y="4712997"/>
                </a:cubicBezTo>
                <a:close/>
                <a:moveTo>
                  <a:pt x="1923932" y="4712997"/>
                </a:moveTo>
                <a:cubicBezTo>
                  <a:pt x="1915895" y="4712997"/>
                  <a:pt x="1908566" y="4714745"/>
                  <a:pt x="1901943" y="4718243"/>
                </a:cubicBezTo>
                <a:cubicBezTo>
                  <a:pt x="1897031" y="4720847"/>
                  <a:pt x="1891636" y="4725833"/>
                  <a:pt x="1885758" y="4733200"/>
                </a:cubicBezTo>
                <a:lnTo>
                  <a:pt x="1885758" y="4715676"/>
                </a:lnTo>
                <a:lnTo>
                  <a:pt x="1843230" y="4715676"/>
                </a:lnTo>
                <a:lnTo>
                  <a:pt x="1843230" y="4879312"/>
                </a:lnTo>
                <a:lnTo>
                  <a:pt x="1889106" y="4879312"/>
                </a:lnTo>
                <a:lnTo>
                  <a:pt x="1889106" y="4822720"/>
                </a:lnTo>
                <a:cubicBezTo>
                  <a:pt x="1893646" y="4827408"/>
                  <a:pt x="1898799" y="4830943"/>
                  <a:pt x="1904566" y="4833324"/>
                </a:cubicBezTo>
                <a:cubicBezTo>
                  <a:pt x="1910333" y="4835705"/>
                  <a:pt x="1916714" y="4836896"/>
                  <a:pt x="1923709" y="4836896"/>
                </a:cubicBezTo>
                <a:cubicBezTo>
                  <a:pt x="1938145" y="4836896"/>
                  <a:pt x="1950088" y="4831706"/>
                  <a:pt x="1959539" y="4821325"/>
                </a:cubicBezTo>
                <a:cubicBezTo>
                  <a:pt x="1968990" y="4810944"/>
                  <a:pt x="1973715" y="4795894"/>
                  <a:pt x="1973715" y="4776174"/>
                </a:cubicBezTo>
                <a:cubicBezTo>
                  <a:pt x="1973715" y="4758315"/>
                  <a:pt x="1969380" y="4743320"/>
                  <a:pt x="1960711" y="4731191"/>
                </a:cubicBezTo>
                <a:cubicBezTo>
                  <a:pt x="1952042" y="4719061"/>
                  <a:pt x="1939782" y="4712997"/>
                  <a:pt x="1923932" y="4712997"/>
                </a:cubicBezTo>
                <a:close/>
                <a:moveTo>
                  <a:pt x="1749877" y="4712997"/>
                </a:moveTo>
                <a:cubicBezTo>
                  <a:pt x="1741394" y="4712997"/>
                  <a:pt x="1733506" y="4713629"/>
                  <a:pt x="1726214" y="4714894"/>
                </a:cubicBezTo>
                <a:cubicBezTo>
                  <a:pt x="1718921" y="4716159"/>
                  <a:pt x="1713191" y="4717945"/>
                  <a:pt x="1709024" y="4720252"/>
                </a:cubicBezTo>
                <a:cubicBezTo>
                  <a:pt x="1703220" y="4723452"/>
                  <a:pt x="1698774" y="4727228"/>
                  <a:pt x="1695685" y="4731582"/>
                </a:cubicBezTo>
                <a:cubicBezTo>
                  <a:pt x="1692597" y="4735935"/>
                  <a:pt x="1690235" y="4741907"/>
                  <a:pt x="1688598" y="4749497"/>
                </a:cubicBezTo>
                <a:lnTo>
                  <a:pt x="1732018" y="4754073"/>
                </a:lnTo>
                <a:cubicBezTo>
                  <a:pt x="1733804" y="4748939"/>
                  <a:pt x="1736148" y="4745441"/>
                  <a:pt x="1739050" y="4743581"/>
                </a:cubicBezTo>
                <a:cubicBezTo>
                  <a:pt x="1742771" y="4741200"/>
                  <a:pt x="1748352" y="4740009"/>
                  <a:pt x="1755793" y="4740009"/>
                </a:cubicBezTo>
                <a:cubicBezTo>
                  <a:pt x="1761598" y="4740009"/>
                  <a:pt x="1765653" y="4741125"/>
                  <a:pt x="1767960" y="4743358"/>
                </a:cubicBezTo>
                <a:cubicBezTo>
                  <a:pt x="1770267" y="4745590"/>
                  <a:pt x="1771420" y="4749497"/>
                  <a:pt x="1771420" y="4755078"/>
                </a:cubicBezTo>
                <a:cubicBezTo>
                  <a:pt x="1765765" y="4757310"/>
                  <a:pt x="1760407" y="4759115"/>
                  <a:pt x="1755347" y="4760491"/>
                </a:cubicBezTo>
                <a:cubicBezTo>
                  <a:pt x="1750287" y="4761868"/>
                  <a:pt x="1739236" y="4764268"/>
                  <a:pt x="1722195" y="4767691"/>
                </a:cubicBezTo>
                <a:cubicBezTo>
                  <a:pt x="1707982" y="4770519"/>
                  <a:pt x="1698234" y="4774835"/>
                  <a:pt x="1692951" y="4780639"/>
                </a:cubicBezTo>
                <a:cubicBezTo>
                  <a:pt x="1687667" y="4786443"/>
                  <a:pt x="1685026" y="4793848"/>
                  <a:pt x="1685026" y="4802852"/>
                </a:cubicBezTo>
                <a:cubicBezTo>
                  <a:pt x="1685026" y="4812451"/>
                  <a:pt x="1688691" y="4820525"/>
                  <a:pt x="1696020" y="4827073"/>
                </a:cubicBezTo>
                <a:cubicBezTo>
                  <a:pt x="1703350" y="4833622"/>
                  <a:pt x="1714084" y="4836896"/>
                  <a:pt x="1728223" y="4836896"/>
                </a:cubicBezTo>
                <a:cubicBezTo>
                  <a:pt x="1738864" y="4836896"/>
                  <a:pt x="1748203" y="4835259"/>
                  <a:pt x="1756240" y="4831985"/>
                </a:cubicBezTo>
                <a:cubicBezTo>
                  <a:pt x="1762118" y="4829529"/>
                  <a:pt x="1768034" y="4825436"/>
                  <a:pt x="1773988" y="4819706"/>
                </a:cubicBezTo>
                <a:cubicBezTo>
                  <a:pt x="1774509" y="4823129"/>
                  <a:pt x="1775029" y="4825641"/>
                  <a:pt x="1775550" y="4827241"/>
                </a:cubicBezTo>
                <a:cubicBezTo>
                  <a:pt x="1776071" y="4828841"/>
                  <a:pt x="1777187" y="4831166"/>
                  <a:pt x="1778899" y="4834217"/>
                </a:cubicBezTo>
                <a:lnTo>
                  <a:pt x="1821538" y="4834217"/>
                </a:lnTo>
                <a:cubicBezTo>
                  <a:pt x="1819157" y="4829306"/>
                  <a:pt x="1817613" y="4825269"/>
                  <a:pt x="1816906" y="4822106"/>
                </a:cubicBezTo>
                <a:cubicBezTo>
                  <a:pt x="1816199" y="4818944"/>
                  <a:pt x="1815846" y="4814572"/>
                  <a:pt x="1815846" y="4808991"/>
                </a:cubicBezTo>
                <a:lnTo>
                  <a:pt x="1815846" y="4756640"/>
                </a:lnTo>
                <a:cubicBezTo>
                  <a:pt x="1815846" y="4751059"/>
                  <a:pt x="1814729" y="4745199"/>
                  <a:pt x="1812497" y="4739060"/>
                </a:cubicBezTo>
                <a:cubicBezTo>
                  <a:pt x="1810264" y="4732921"/>
                  <a:pt x="1807214" y="4728177"/>
                  <a:pt x="1803344" y="4724828"/>
                </a:cubicBezTo>
                <a:cubicBezTo>
                  <a:pt x="1797837" y="4719992"/>
                  <a:pt x="1790954" y="4716810"/>
                  <a:pt x="1782694" y="4715285"/>
                </a:cubicBezTo>
                <a:cubicBezTo>
                  <a:pt x="1774434" y="4713759"/>
                  <a:pt x="1763495" y="4712997"/>
                  <a:pt x="1749877" y="4712997"/>
                </a:cubicBezTo>
                <a:close/>
                <a:moveTo>
                  <a:pt x="1601831" y="4712997"/>
                </a:moveTo>
                <a:cubicBezTo>
                  <a:pt x="1587990" y="4712997"/>
                  <a:pt x="1576641" y="4714818"/>
                  <a:pt x="1567786" y="4718461"/>
                </a:cubicBezTo>
                <a:cubicBezTo>
                  <a:pt x="1562205" y="4720765"/>
                  <a:pt x="1556773" y="4724278"/>
                  <a:pt x="1551490" y="4728999"/>
                </a:cubicBezTo>
                <a:cubicBezTo>
                  <a:pt x="1546206" y="4733721"/>
                  <a:pt x="1542039" y="4739055"/>
                  <a:pt x="1538988" y="4745002"/>
                </a:cubicBezTo>
                <a:cubicBezTo>
                  <a:pt x="1534821" y="4753106"/>
                  <a:pt x="1532737" y="4763255"/>
                  <a:pt x="1532737" y="4775449"/>
                </a:cubicBezTo>
                <a:cubicBezTo>
                  <a:pt x="1532737" y="4787121"/>
                  <a:pt x="1534449" y="4796489"/>
                  <a:pt x="1537872" y="4803552"/>
                </a:cubicBezTo>
                <a:cubicBezTo>
                  <a:pt x="1541295" y="4810615"/>
                  <a:pt x="1546020" y="4816767"/>
                  <a:pt x="1552048" y="4822008"/>
                </a:cubicBezTo>
                <a:cubicBezTo>
                  <a:pt x="1558075" y="4827250"/>
                  <a:pt x="1565275" y="4831042"/>
                  <a:pt x="1573646" y="4833383"/>
                </a:cubicBezTo>
                <a:cubicBezTo>
                  <a:pt x="1582018" y="4835725"/>
                  <a:pt x="1592492" y="4836896"/>
                  <a:pt x="1605068" y="4836896"/>
                </a:cubicBezTo>
                <a:cubicBezTo>
                  <a:pt x="1618090" y="4836896"/>
                  <a:pt x="1628824" y="4835073"/>
                  <a:pt x="1637270" y="4831426"/>
                </a:cubicBezTo>
                <a:cubicBezTo>
                  <a:pt x="1645716" y="4827780"/>
                  <a:pt x="1652655" y="4822664"/>
                  <a:pt x="1658088" y="4816079"/>
                </a:cubicBezTo>
                <a:cubicBezTo>
                  <a:pt x="1663520" y="4809493"/>
                  <a:pt x="1667427" y="4801698"/>
                  <a:pt x="1669808" y="4792694"/>
                </a:cubicBezTo>
                <a:lnTo>
                  <a:pt x="1626611" y="4787783"/>
                </a:lnTo>
                <a:cubicBezTo>
                  <a:pt x="1624601" y="4794108"/>
                  <a:pt x="1621569" y="4798796"/>
                  <a:pt x="1617513" y="4801847"/>
                </a:cubicBezTo>
                <a:cubicBezTo>
                  <a:pt x="1613458" y="4804898"/>
                  <a:pt x="1608454" y="4806424"/>
                  <a:pt x="1602500" y="4806424"/>
                </a:cubicBezTo>
                <a:cubicBezTo>
                  <a:pt x="1595357" y="4806424"/>
                  <a:pt x="1589478" y="4803898"/>
                  <a:pt x="1584864" y="4798847"/>
                </a:cubicBezTo>
                <a:cubicBezTo>
                  <a:pt x="1580251" y="4793796"/>
                  <a:pt x="1577944" y="4786406"/>
                  <a:pt x="1577944" y="4776675"/>
                </a:cubicBezTo>
                <a:cubicBezTo>
                  <a:pt x="1577944" y="4765754"/>
                  <a:pt x="1580269" y="4757602"/>
                  <a:pt x="1584920" y="4752217"/>
                </a:cubicBezTo>
                <a:cubicBezTo>
                  <a:pt x="1589571" y="4746831"/>
                  <a:pt x="1595654" y="4744139"/>
                  <a:pt x="1603170" y="4744139"/>
                </a:cubicBezTo>
                <a:cubicBezTo>
                  <a:pt x="1609123" y="4744139"/>
                  <a:pt x="1613867" y="4745423"/>
                  <a:pt x="1617402" y="4747990"/>
                </a:cubicBezTo>
                <a:cubicBezTo>
                  <a:pt x="1620936" y="4750557"/>
                  <a:pt x="1623373" y="4754371"/>
                  <a:pt x="1624713" y="4759431"/>
                </a:cubicBezTo>
                <a:lnTo>
                  <a:pt x="1667464" y="4753738"/>
                </a:lnTo>
                <a:cubicBezTo>
                  <a:pt x="1663371" y="4740418"/>
                  <a:pt x="1656246" y="4730298"/>
                  <a:pt x="1646089" y="4723377"/>
                </a:cubicBezTo>
                <a:cubicBezTo>
                  <a:pt x="1635931" y="4716457"/>
                  <a:pt x="1621178" y="4712997"/>
                  <a:pt x="1601831" y="4712997"/>
                </a:cubicBezTo>
                <a:close/>
                <a:moveTo>
                  <a:pt x="1394774" y="4712997"/>
                </a:moveTo>
                <a:cubicBezTo>
                  <a:pt x="1385472" y="4712997"/>
                  <a:pt x="1377584" y="4714690"/>
                  <a:pt x="1371110" y="4718075"/>
                </a:cubicBezTo>
                <a:cubicBezTo>
                  <a:pt x="1364636" y="4721461"/>
                  <a:pt x="1358236" y="4727098"/>
                  <a:pt x="1351911" y="4734986"/>
                </a:cubicBezTo>
                <a:lnTo>
                  <a:pt x="1351911" y="4715676"/>
                </a:lnTo>
                <a:lnTo>
                  <a:pt x="1309607" y="4715676"/>
                </a:lnTo>
                <a:lnTo>
                  <a:pt x="1309607" y="4834217"/>
                </a:lnTo>
                <a:lnTo>
                  <a:pt x="1355037" y="4834217"/>
                </a:lnTo>
                <a:lnTo>
                  <a:pt x="1355037" y="4777290"/>
                </a:lnTo>
                <a:cubicBezTo>
                  <a:pt x="1355037" y="4766500"/>
                  <a:pt x="1356748" y="4759022"/>
                  <a:pt x="1360171" y="4754855"/>
                </a:cubicBezTo>
                <a:cubicBezTo>
                  <a:pt x="1363594" y="4750687"/>
                  <a:pt x="1368059" y="4748604"/>
                  <a:pt x="1373566" y="4748604"/>
                </a:cubicBezTo>
                <a:cubicBezTo>
                  <a:pt x="1378551" y="4748604"/>
                  <a:pt x="1382421" y="4750148"/>
                  <a:pt x="1385174" y="4753236"/>
                </a:cubicBezTo>
                <a:cubicBezTo>
                  <a:pt x="1387928" y="4756324"/>
                  <a:pt x="1389304" y="4761589"/>
                  <a:pt x="1389304" y="4769030"/>
                </a:cubicBezTo>
                <a:lnTo>
                  <a:pt x="1389304" y="4834217"/>
                </a:lnTo>
                <a:lnTo>
                  <a:pt x="1434957" y="4834217"/>
                </a:lnTo>
                <a:lnTo>
                  <a:pt x="1434957" y="4758873"/>
                </a:lnTo>
                <a:cubicBezTo>
                  <a:pt x="1434957" y="4743246"/>
                  <a:pt x="1431404" y="4731693"/>
                  <a:pt x="1424297" y="4724215"/>
                </a:cubicBezTo>
                <a:cubicBezTo>
                  <a:pt x="1417191" y="4716736"/>
                  <a:pt x="1407349" y="4712997"/>
                  <a:pt x="1394774" y="4712997"/>
                </a:cubicBezTo>
                <a:close/>
                <a:moveTo>
                  <a:pt x="1219380" y="4712997"/>
                </a:moveTo>
                <a:cubicBezTo>
                  <a:pt x="1198618" y="4712997"/>
                  <a:pt x="1182135" y="4718857"/>
                  <a:pt x="1169931" y="4730577"/>
                </a:cubicBezTo>
                <a:cubicBezTo>
                  <a:pt x="1157728" y="4742297"/>
                  <a:pt x="1151626" y="4757199"/>
                  <a:pt x="1151626" y="4775281"/>
                </a:cubicBezTo>
                <a:cubicBezTo>
                  <a:pt x="1151626" y="4794703"/>
                  <a:pt x="1158844" y="4810405"/>
                  <a:pt x="1173280" y="4822385"/>
                </a:cubicBezTo>
                <a:cubicBezTo>
                  <a:pt x="1185037" y="4832059"/>
                  <a:pt x="1200441" y="4836896"/>
                  <a:pt x="1219491" y="4836896"/>
                </a:cubicBezTo>
                <a:cubicBezTo>
                  <a:pt x="1240848" y="4836896"/>
                  <a:pt x="1257573" y="4831073"/>
                  <a:pt x="1269665" y="4819427"/>
                </a:cubicBezTo>
                <a:cubicBezTo>
                  <a:pt x="1281757" y="4807782"/>
                  <a:pt x="1287803" y="4792843"/>
                  <a:pt x="1287803" y="4774611"/>
                </a:cubicBezTo>
                <a:cubicBezTo>
                  <a:pt x="1287803" y="4758389"/>
                  <a:pt x="1282929" y="4744734"/>
                  <a:pt x="1273181" y="4733647"/>
                </a:cubicBezTo>
                <a:cubicBezTo>
                  <a:pt x="1261052" y="4719880"/>
                  <a:pt x="1243118" y="4712997"/>
                  <a:pt x="1219380" y="4712997"/>
                </a:cubicBezTo>
                <a:close/>
                <a:moveTo>
                  <a:pt x="2750598" y="4670581"/>
                </a:moveTo>
                <a:lnTo>
                  <a:pt x="2750598" y="4727284"/>
                </a:lnTo>
                <a:cubicBezTo>
                  <a:pt x="2746133" y="4722522"/>
                  <a:pt x="2741017" y="4718950"/>
                  <a:pt x="2735250" y="4716569"/>
                </a:cubicBezTo>
                <a:cubicBezTo>
                  <a:pt x="2729483" y="4714187"/>
                  <a:pt x="2723064" y="4712997"/>
                  <a:pt x="2715995" y="4712997"/>
                </a:cubicBezTo>
                <a:cubicBezTo>
                  <a:pt x="2701484" y="4712997"/>
                  <a:pt x="2689522" y="4718206"/>
                  <a:pt x="2680109" y="4728624"/>
                </a:cubicBezTo>
                <a:cubicBezTo>
                  <a:pt x="2670696" y="4739042"/>
                  <a:pt x="2665989" y="4754073"/>
                  <a:pt x="2665989" y="4773719"/>
                </a:cubicBezTo>
                <a:cubicBezTo>
                  <a:pt x="2665989" y="4791280"/>
                  <a:pt x="2670249" y="4806200"/>
                  <a:pt x="2678770" y="4818478"/>
                </a:cubicBezTo>
                <a:cubicBezTo>
                  <a:pt x="2687290" y="4830757"/>
                  <a:pt x="2699624" y="4836896"/>
                  <a:pt x="2715772" y="4836896"/>
                </a:cubicBezTo>
                <a:cubicBezTo>
                  <a:pt x="2723809" y="4836896"/>
                  <a:pt x="2731101" y="4835184"/>
                  <a:pt x="2737650" y="4831761"/>
                </a:cubicBezTo>
                <a:cubicBezTo>
                  <a:pt x="2742561" y="4829157"/>
                  <a:pt x="2747993" y="4824134"/>
                  <a:pt x="2753946" y="4816693"/>
                </a:cubicBezTo>
                <a:lnTo>
                  <a:pt x="2753946" y="4834217"/>
                </a:lnTo>
                <a:lnTo>
                  <a:pt x="2796474" y="4834217"/>
                </a:lnTo>
                <a:lnTo>
                  <a:pt x="2796474" y="4670581"/>
                </a:lnTo>
                <a:close/>
                <a:moveTo>
                  <a:pt x="1065156" y="4667790"/>
                </a:moveTo>
                <a:cubicBezTo>
                  <a:pt x="1048116" y="4667790"/>
                  <a:pt x="1034703" y="4669930"/>
                  <a:pt x="1024917" y="4674208"/>
                </a:cubicBezTo>
                <a:cubicBezTo>
                  <a:pt x="1015132" y="4678487"/>
                  <a:pt x="1007802" y="4684366"/>
                  <a:pt x="1002928" y="4691844"/>
                </a:cubicBezTo>
                <a:cubicBezTo>
                  <a:pt x="998054" y="4699323"/>
                  <a:pt x="995616" y="4707267"/>
                  <a:pt x="995616" y="4715676"/>
                </a:cubicBezTo>
                <a:cubicBezTo>
                  <a:pt x="995616" y="4728475"/>
                  <a:pt x="1000379" y="4739004"/>
                  <a:pt x="1009904" y="4747264"/>
                </a:cubicBezTo>
                <a:cubicBezTo>
                  <a:pt x="1019355" y="4755524"/>
                  <a:pt x="1035168" y="4762147"/>
                  <a:pt x="1057343" y="4767133"/>
                </a:cubicBezTo>
                <a:cubicBezTo>
                  <a:pt x="1070886" y="4770109"/>
                  <a:pt x="1079518" y="4773272"/>
                  <a:pt x="1083239" y="4776621"/>
                </a:cubicBezTo>
                <a:cubicBezTo>
                  <a:pt x="1086960" y="4779969"/>
                  <a:pt x="1088820" y="4783764"/>
                  <a:pt x="1088820" y="4788006"/>
                </a:cubicBezTo>
                <a:cubicBezTo>
                  <a:pt x="1088820" y="4792471"/>
                  <a:pt x="1086867" y="4796396"/>
                  <a:pt x="1082960" y="4799782"/>
                </a:cubicBezTo>
                <a:cubicBezTo>
                  <a:pt x="1079054" y="4803168"/>
                  <a:pt x="1073491" y="4804861"/>
                  <a:pt x="1066273" y="4804861"/>
                </a:cubicBezTo>
                <a:cubicBezTo>
                  <a:pt x="1056599" y="4804861"/>
                  <a:pt x="1049157" y="4801549"/>
                  <a:pt x="1043949" y="4794927"/>
                </a:cubicBezTo>
                <a:cubicBezTo>
                  <a:pt x="1040749" y="4790834"/>
                  <a:pt x="1038628" y="4784881"/>
                  <a:pt x="1037586" y="4777067"/>
                </a:cubicBezTo>
                <a:lnTo>
                  <a:pt x="989477" y="4780081"/>
                </a:lnTo>
                <a:cubicBezTo>
                  <a:pt x="990892" y="4796601"/>
                  <a:pt x="996956" y="4810219"/>
                  <a:pt x="1007672" y="4820934"/>
                </a:cubicBezTo>
                <a:cubicBezTo>
                  <a:pt x="1018387" y="4831650"/>
                  <a:pt x="1037661" y="4837008"/>
                  <a:pt x="1065491" y="4837008"/>
                </a:cubicBezTo>
                <a:cubicBezTo>
                  <a:pt x="1081342" y="4837008"/>
                  <a:pt x="1094475" y="4834719"/>
                  <a:pt x="1104894" y="4830143"/>
                </a:cubicBezTo>
                <a:cubicBezTo>
                  <a:pt x="1115312" y="4825566"/>
                  <a:pt x="1123423" y="4818851"/>
                  <a:pt x="1129227" y="4809995"/>
                </a:cubicBezTo>
                <a:cubicBezTo>
                  <a:pt x="1135031" y="4801140"/>
                  <a:pt x="1137933" y="4791466"/>
                  <a:pt x="1137933" y="4780974"/>
                </a:cubicBezTo>
                <a:cubicBezTo>
                  <a:pt x="1137933" y="4772044"/>
                  <a:pt x="1135757" y="4763970"/>
                  <a:pt x="1131404" y="4756752"/>
                </a:cubicBezTo>
                <a:cubicBezTo>
                  <a:pt x="1127050" y="4749534"/>
                  <a:pt x="1120093" y="4743488"/>
                  <a:pt x="1110531" y="4738614"/>
                </a:cubicBezTo>
                <a:cubicBezTo>
                  <a:pt x="1100968" y="4733740"/>
                  <a:pt x="1085137" y="4728921"/>
                  <a:pt x="1063036" y="4724159"/>
                </a:cubicBezTo>
                <a:cubicBezTo>
                  <a:pt x="1054106" y="4722298"/>
                  <a:pt x="1048450" y="4720289"/>
                  <a:pt x="1046069" y="4718131"/>
                </a:cubicBezTo>
                <a:cubicBezTo>
                  <a:pt x="1043614" y="4716048"/>
                  <a:pt x="1042386" y="4713704"/>
                  <a:pt x="1042386" y="4711099"/>
                </a:cubicBezTo>
                <a:cubicBezTo>
                  <a:pt x="1042386" y="4707527"/>
                  <a:pt x="1043874" y="4704495"/>
                  <a:pt x="1046851" y="4702002"/>
                </a:cubicBezTo>
                <a:cubicBezTo>
                  <a:pt x="1049827" y="4699509"/>
                  <a:pt x="1054255" y="4698263"/>
                  <a:pt x="1060134" y="4698263"/>
                </a:cubicBezTo>
                <a:cubicBezTo>
                  <a:pt x="1067277" y="4698263"/>
                  <a:pt x="1072877" y="4699937"/>
                  <a:pt x="1076932" y="4703286"/>
                </a:cubicBezTo>
                <a:cubicBezTo>
                  <a:pt x="1080988" y="4706634"/>
                  <a:pt x="1083648" y="4711992"/>
                  <a:pt x="1084913" y="4719359"/>
                </a:cubicBezTo>
                <a:lnTo>
                  <a:pt x="1132576" y="4716569"/>
                </a:lnTo>
                <a:cubicBezTo>
                  <a:pt x="1130492" y="4699602"/>
                  <a:pt x="1123962" y="4687231"/>
                  <a:pt x="1112986" y="4679455"/>
                </a:cubicBezTo>
                <a:cubicBezTo>
                  <a:pt x="1102010" y="4671678"/>
                  <a:pt x="1086067" y="4667790"/>
                  <a:pt x="1065156" y="4667790"/>
                </a:cubicBezTo>
                <a:close/>
                <a:moveTo>
                  <a:pt x="1519268" y="4236226"/>
                </a:moveTo>
                <a:lnTo>
                  <a:pt x="1519268" y="4281767"/>
                </a:lnTo>
                <a:lnTo>
                  <a:pt x="1567824" y="4281767"/>
                </a:lnTo>
                <a:lnTo>
                  <a:pt x="1567824" y="4236226"/>
                </a:lnTo>
                <a:close/>
                <a:moveTo>
                  <a:pt x="1061361" y="4193921"/>
                </a:moveTo>
                <a:cubicBezTo>
                  <a:pt x="1066719" y="4193921"/>
                  <a:pt x="1071258" y="4196172"/>
                  <a:pt x="1074979" y="4200674"/>
                </a:cubicBezTo>
                <a:cubicBezTo>
                  <a:pt x="1078700" y="4205177"/>
                  <a:pt x="1080560" y="4212227"/>
                  <a:pt x="1080560" y="4221827"/>
                </a:cubicBezTo>
                <a:cubicBezTo>
                  <a:pt x="1080560" y="4232245"/>
                  <a:pt x="1078774" y="4239630"/>
                  <a:pt x="1075203" y="4243983"/>
                </a:cubicBezTo>
                <a:cubicBezTo>
                  <a:pt x="1071631" y="4248337"/>
                  <a:pt x="1067203" y="4250513"/>
                  <a:pt x="1061919" y="4250513"/>
                </a:cubicBezTo>
                <a:cubicBezTo>
                  <a:pt x="1055892" y="4250513"/>
                  <a:pt x="1050907" y="4248244"/>
                  <a:pt x="1046963" y="4243704"/>
                </a:cubicBezTo>
                <a:cubicBezTo>
                  <a:pt x="1043018" y="4239165"/>
                  <a:pt x="1041047" y="4232207"/>
                  <a:pt x="1041047" y="4222831"/>
                </a:cubicBezTo>
                <a:cubicBezTo>
                  <a:pt x="1041047" y="4212637"/>
                  <a:pt x="1042981" y="4205270"/>
                  <a:pt x="1046851" y="4200730"/>
                </a:cubicBezTo>
                <a:cubicBezTo>
                  <a:pt x="1050720" y="4196191"/>
                  <a:pt x="1055557" y="4193921"/>
                  <a:pt x="1061361" y="4193921"/>
                </a:cubicBezTo>
                <a:close/>
                <a:moveTo>
                  <a:pt x="1287059" y="4187447"/>
                </a:moveTo>
                <a:cubicBezTo>
                  <a:pt x="1293310" y="4187447"/>
                  <a:pt x="1298352" y="4189345"/>
                  <a:pt x="1302184" y="4193140"/>
                </a:cubicBezTo>
                <a:cubicBezTo>
                  <a:pt x="1306016" y="4196935"/>
                  <a:pt x="1308379" y="4203223"/>
                  <a:pt x="1309272" y="4212004"/>
                </a:cubicBezTo>
                <a:lnTo>
                  <a:pt x="1264512" y="4212004"/>
                </a:lnTo>
                <a:cubicBezTo>
                  <a:pt x="1265256" y="4204935"/>
                  <a:pt x="1267005" y="4199614"/>
                  <a:pt x="1269758" y="4196042"/>
                </a:cubicBezTo>
                <a:cubicBezTo>
                  <a:pt x="1274074" y="4190312"/>
                  <a:pt x="1279841" y="4187447"/>
                  <a:pt x="1287059" y="4187447"/>
                </a:cubicBezTo>
                <a:close/>
                <a:moveTo>
                  <a:pt x="1149356" y="4163226"/>
                </a:moveTo>
                <a:lnTo>
                  <a:pt x="1149356" y="4281767"/>
                </a:lnTo>
                <a:lnTo>
                  <a:pt x="1194786" y="4281767"/>
                </a:lnTo>
                <a:lnTo>
                  <a:pt x="1194786" y="4163226"/>
                </a:lnTo>
                <a:close/>
                <a:moveTo>
                  <a:pt x="1430864" y="4160547"/>
                </a:moveTo>
                <a:cubicBezTo>
                  <a:pt x="1417470" y="4160547"/>
                  <a:pt x="1406791" y="4161941"/>
                  <a:pt x="1398829" y="4164728"/>
                </a:cubicBezTo>
                <a:cubicBezTo>
                  <a:pt x="1390867" y="4167516"/>
                  <a:pt x="1384616" y="4171734"/>
                  <a:pt x="1380077" y="4177384"/>
                </a:cubicBezTo>
                <a:cubicBezTo>
                  <a:pt x="1375537" y="4183034"/>
                  <a:pt x="1373268" y="4189762"/>
                  <a:pt x="1373268" y="4197568"/>
                </a:cubicBezTo>
                <a:cubicBezTo>
                  <a:pt x="1373268" y="4204705"/>
                  <a:pt x="1375370" y="4211061"/>
                  <a:pt x="1379575" y="4216636"/>
                </a:cubicBezTo>
                <a:cubicBezTo>
                  <a:pt x="1383779" y="4222212"/>
                  <a:pt x="1388951" y="4226170"/>
                  <a:pt x="1395090" y="4228512"/>
                </a:cubicBezTo>
                <a:cubicBezTo>
                  <a:pt x="1401229" y="4230853"/>
                  <a:pt x="1412187" y="4233399"/>
                  <a:pt x="1427962" y="4236149"/>
                </a:cubicBezTo>
                <a:cubicBezTo>
                  <a:pt x="1438529" y="4238007"/>
                  <a:pt x="1445040" y="4239567"/>
                  <a:pt x="1447496" y="4240830"/>
                </a:cubicBezTo>
                <a:cubicBezTo>
                  <a:pt x="1450919" y="4242614"/>
                  <a:pt x="1452631" y="4245140"/>
                  <a:pt x="1452631" y="4248410"/>
                </a:cubicBezTo>
                <a:cubicBezTo>
                  <a:pt x="1452631" y="4251307"/>
                  <a:pt x="1451328" y="4253722"/>
                  <a:pt x="1448724" y="4255653"/>
                </a:cubicBezTo>
                <a:cubicBezTo>
                  <a:pt x="1445375" y="4258254"/>
                  <a:pt x="1440650" y="4259555"/>
                  <a:pt x="1434548" y="4259555"/>
                </a:cubicBezTo>
                <a:cubicBezTo>
                  <a:pt x="1428967" y="4259555"/>
                  <a:pt x="1424502" y="4258401"/>
                  <a:pt x="1421153" y="4256094"/>
                </a:cubicBezTo>
                <a:cubicBezTo>
                  <a:pt x="1417805" y="4253788"/>
                  <a:pt x="1415200" y="4249955"/>
                  <a:pt x="1413340" y="4244597"/>
                </a:cubicBezTo>
                <a:lnTo>
                  <a:pt x="1368245" y="4248839"/>
                </a:lnTo>
                <a:cubicBezTo>
                  <a:pt x="1370849" y="4260224"/>
                  <a:pt x="1376747" y="4269005"/>
                  <a:pt x="1385937" y="4275182"/>
                </a:cubicBezTo>
                <a:cubicBezTo>
                  <a:pt x="1395127" y="4281358"/>
                  <a:pt x="1410549" y="4284446"/>
                  <a:pt x="1432204" y="4284446"/>
                </a:cubicBezTo>
                <a:cubicBezTo>
                  <a:pt x="1447533" y="4284446"/>
                  <a:pt x="1459644" y="4282532"/>
                  <a:pt x="1468537" y="4278704"/>
                </a:cubicBezTo>
                <a:cubicBezTo>
                  <a:pt x="1477429" y="4274875"/>
                  <a:pt x="1483940" y="4269728"/>
                  <a:pt x="1488070" y="4263260"/>
                </a:cubicBezTo>
                <a:cubicBezTo>
                  <a:pt x="1492200" y="4256792"/>
                  <a:pt x="1494265" y="4250139"/>
                  <a:pt x="1494265" y="4243300"/>
                </a:cubicBezTo>
                <a:cubicBezTo>
                  <a:pt x="1494265" y="4236535"/>
                  <a:pt x="1492312" y="4230328"/>
                  <a:pt x="1488405" y="4224678"/>
                </a:cubicBezTo>
                <a:cubicBezTo>
                  <a:pt x="1484498" y="4219029"/>
                  <a:pt x="1478861" y="4214680"/>
                  <a:pt x="1471495" y="4211632"/>
                </a:cubicBezTo>
                <a:cubicBezTo>
                  <a:pt x="1464128" y="4208584"/>
                  <a:pt x="1452891" y="4206205"/>
                  <a:pt x="1437785" y="4204496"/>
                </a:cubicBezTo>
                <a:cubicBezTo>
                  <a:pt x="1427813" y="4203306"/>
                  <a:pt x="1421339" y="4201969"/>
                  <a:pt x="1418363" y="4200483"/>
                </a:cubicBezTo>
                <a:cubicBezTo>
                  <a:pt x="1415386" y="4198997"/>
                  <a:pt x="1413898" y="4196805"/>
                  <a:pt x="1413898" y="4193907"/>
                </a:cubicBezTo>
                <a:cubicBezTo>
                  <a:pt x="1413898" y="4191306"/>
                  <a:pt x="1415070" y="4189096"/>
                  <a:pt x="1417414" y="4187276"/>
                </a:cubicBezTo>
                <a:cubicBezTo>
                  <a:pt x="1419758" y="4185455"/>
                  <a:pt x="1423497" y="4184545"/>
                  <a:pt x="1428632" y="4184545"/>
                </a:cubicBezTo>
                <a:cubicBezTo>
                  <a:pt x="1433692" y="4184545"/>
                  <a:pt x="1438008" y="4185736"/>
                  <a:pt x="1441580" y="4188117"/>
                </a:cubicBezTo>
                <a:cubicBezTo>
                  <a:pt x="1444185" y="4189903"/>
                  <a:pt x="1446045" y="4192694"/>
                  <a:pt x="1447161" y="4196489"/>
                </a:cubicBezTo>
                <a:lnTo>
                  <a:pt x="1490247" y="4192247"/>
                </a:lnTo>
                <a:cubicBezTo>
                  <a:pt x="1487270" y="4184508"/>
                  <a:pt x="1483531" y="4178369"/>
                  <a:pt x="1479029" y="4173830"/>
                </a:cubicBezTo>
                <a:cubicBezTo>
                  <a:pt x="1474527" y="4169290"/>
                  <a:pt x="1468909" y="4165942"/>
                  <a:pt x="1462174" y="4163784"/>
                </a:cubicBezTo>
                <a:cubicBezTo>
                  <a:pt x="1455439" y="4161626"/>
                  <a:pt x="1445003" y="4160547"/>
                  <a:pt x="1430864" y="4160547"/>
                </a:cubicBezTo>
                <a:close/>
                <a:moveTo>
                  <a:pt x="1285162" y="4160547"/>
                </a:moveTo>
                <a:cubicBezTo>
                  <a:pt x="1264251" y="4160547"/>
                  <a:pt x="1247862" y="4166277"/>
                  <a:pt x="1235993" y="4177736"/>
                </a:cubicBezTo>
                <a:cubicBezTo>
                  <a:pt x="1224124" y="4189196"/>
                  <a:pt x="1218189" y="4204191"/>
                  <a:pt x="1218189" y="4222720"/>
                </a:cubicBezTo>
                <a:cubicBezTo>
                  <a:pt x="1218189" y="4235742"/>
                  <a:pt x="1221147" y="4247072"/>
                  <a:pt x="1227063" y="4256708"/>
                </a:cubicBezTo>
                <a:cubicBezTo>
                  <a:pt x="1232979" y="4266345"/>
                  <a:pt x="1240439" y="4273377"/>
                  <a:pt x="1249443" y="4277805"/>
                </a:cubicBezTo>
                <a:cubicBezTo>
                  <a:pt x="1258447" y="4282232"/>
                  <a:pt x="1270800" y="4284446"/>
                  <a:pt x="1286501" y="4284446"/>
                </a:cubicBezTo>
                <a:cubicBezTo>
                  <a:pt x="1304584" y="4284446"/>
                  <a:pt x="1318462" y="4281860"/>
                  <a:pt x="1328136" y="4276688"/>
                </a:cubicBezTo>
                <a:cubicBezTo>
                  <a:pt x="1337809" y="4271517"/>
                  <a:pt x="1346069" y="4262978"/>
                  <a:pt x="1352916" y="4251071"/>
                </a:cubicBezTo>
                <a:lnTo>
                  <a:pt x="1308156" y="4246941"/>
                </a:lnTo>
                <a:cubicBezTo>
                  <a:pt x="1305328" y="4250513"/>
                  <a:pt x="1302686" y="4253006"/>
                  <a:pt x="1300230" y="4254420"/>
                </a:cubicBezTo>
                <a:cubicBezTo>
                  <a:pt x="1296212" y="4256652"/>
                  <a:pt x="1291970" y="4257769"/>
                  <a:pt x="1287506" y="4257769"/>
                </a:cubicBezTo>
                <a:cubicBezTo>
                  <a:pt x="1280436" y="4257769"/>
                  <a:pt x="1274707" y="4255201"/>
                  <a:pt x="1270316" y="4250067"/>
                </a:cubicBezTo>
                <a:cubicBezTo>
                  <a:pt x="1267191" y="4246495"/>
                  <a:pt x="1265219" y="4241063"/>
                  <a:pt x="1264400" y="4233770"/>
                </a:cubicBezTo>
                <a:lnTo>
                  <a:pt x="1355483" y="4233770"/>
                </a:lnTo>
                <a:lnTo>
                  <a:pt x="1355483" y="4228636"/>
                </a:lnTo>
                <a:cubicBezTo>
                  <a:pt x="1355483" y="4213009"/>
                  <a:pt x="1352916" y="4200321"/>
                  <a:pt x="1347781" y="4190573"/>
                </a:cubicBezTo>
                <a:cubicBezTo>
                  <a:pt x="1342646" y="4180825"/>
                  <a:pt x="1335168" y="4173383"/>
                  <a:pt x="1325345" y="4168249"/>
                </a:cubicBezTo>
                <a:cubicBezTo>
                  <a:pt x="1315522" y="4163114"/>
                  <a:pt x="1302128" y="4160547"/>
                  <a:pt x="1285162" y="4160547"/>
                </a:cubicBezTo>
                <a:close/>
                <a:moveTo>
                  <a:pt x="1076207" y="4160547"/>
                </a:moveTo>
                <a:cubicBezTo>
                  <a:pt x="1068170" y="4160547"/>
                  <a:pt x="1060841" y="4162295"/>
                  <a:pt x="1054218" y="4165793"/>
                </a:cubicBezTo>
                <a:cubicBezTo>
                  <a:pt x="1049306" y="4168397"/>
                  <a:pt x="1043911" y="4173383"/>
                  <a:pt x="1038033" y="4180750"/>
                </a:cubicBezTo>
                <a:lnTo>
                  <a:pt x="1038033" y="4163226"/>
                </a:lnTo>
                <a:lnTo>
                  <a:pt x="995505" y="4163226"/>
                </a:lnTo>
                <a:lnTo>
                  <a:pt x="995505" y="4326862"/>
                </a:lnTo>
                <a:lnTo>
                  <a:pt x="1041382" y="4326862"/>
                </a:lnTo>
                <a:lnTo>
                  <a:pt x="1041382" y="4270270"/>
                </a:lnTo>
                <a:cubicBezTo>
                  <a:pt x="1045921" y="4274958"/>
                  <a:pt x="1051074" y="4278493"/>
                  <a:pt x="1056841" y="4280874"/>
                </a:cubicBezTo>
                <a:cubicBezTo>
                  <a:pt x="1062608" y="4283255"/>
                  <a:pt x="1068989" y="4284446"/>
                  <a:pt x="1075984" y="4284446"/>
                </a:cubicBezTo>
                <a:cubicBezTo>
                  <a:pt x="1090420" y="4284446"/>
                  <a:pt x="1102364" y="4279256"/>
                  <a:pt x="1111814" y="4268875"/>
                </a:cubicBezTo>
                <a:cubicBezTo>
                  <a:pt x="1121265" y="4258494"/>
                  <a:pt x="1125990" y="4243444"/>
                  <a:pt x="1125990" y="4223724"/>
                </a:cubicBezTo>
                <a:cubicBezTo>
                  <a:pt x="1125990" y="4205865"/>
                  <a:pt x="1121655" y="4190870"/>
                  <a:pt x="1112986" y="4178741"/>
                </a:cubicBezTo>
                <a:cubicBezTo>
                  <a:pt x="1104317" y="4166611"/>
                  <a:pt x="1092057" y="4160547"/>
                  <a:pt x="1076207" y="4160547"/>
                </a:cubicBezTo>
                <a:close/>
                <a:moveTo>
                  <a:pt x="1149356" y="4118131"/>
                </a:moveTo>
                <a:lnTo>
                  <a:pt x="1149356" y="4149050"/>
                </a:lnTo>
                <a:lnTo>
                  <a:pt x="1194786" y="4149050"/>
                </a:lnTo>
                <a:lnTo>
                  <a:pt x="1194786" y="4118131"/>
                </a:lnTo>
                <a:close/>
                <a:moveTo>
                  <a:pt x="1685695" y="3949285"/>
                </a:moveTo>
                <a:lnTo>
                  <a:pt x="1685695" y="3956541"/>
                </a:lnTo>
                <a:cubicBezTo>
                  <a:pt x="1685695" y="3962196"/>
                  <a:pt x="1684784" y="3966791"/>
                  <a:pt x="1682961" y="3970326"/>
                </a:cubicBezTo>
                <a:cubicBezTo>
                  <a:pt x="1681137" y="3973860"/>
                  <a:pt x="1678049" y="3976856"/>
                  <a:pt x="1673696" y="3979311"/>
                </a:cubicBezTo>
                <a:cubicBezTo>
                  <a:pt x="1669343" y="3981767"/>
                  <a:pt x="1664636" y="3982995"/>
                  <a:pt x="1659576" y="3982995"/>
                </a:cubicBezTo>
                <a:cubicBezTo>
                  <a:pt x="1654739" y="3982995"/>
                  <a:pt x="1651074" y="3981860"/>
                  <a:pt x="1648582" y="3979590"/>
                </a:cubicBezTo>
                <a:cubicBezTo>
                  <a:pt x="1646089" y="3977321"/>
                  <a:pt x="1644842" y="3974400"/>
                  <a:pt x="1644842" y="3970828"/>
                </a:cubicBezTo>
                <a:cubicBezTo>
                  <a:pt x="1644842" y="3967703"/>
                  <a:pt x="1646107" y="3964912"/>
                  <a:pt x="1648637" y="3962456"/>
                </a:cubicBezTo>
                <a:cubicBezTo>
                  <a:pt x="1651093" y="3960075"/>
                  <a:pt x="1656934" y="3957657"/>
                  <a:pt x="1666162" y="3955201"/>
                </a:cubicBezTo>
                <a:cubicBezTo>
                  <a:pt x="1672933" y="3953490"/>
                  <a:pt x="1679445" y="3951518"/>
                  <a:pt x="1685695" y="3949285"/>
                </a:cubicBezTo>
                <a:close/>
                <a:moveTo>
                  <a:pt x="1968060" y="3918255"/>
                </a:moveTo>
                <a:cubicBezTo>
                  <a:pt x="1974087" y="3918255"/>
                  <a:pt x="1979073" y="3920543"/>
                  <a:pt x="1983017" y="3925119"/>
                </a:cubicBezTo>
                <a:cubicBezTo>
                  <a:pt x="1986961" y="3929696"/>
                  <a:pt x="1988933" y="3936635"/>
                  <a:pt x="1988933" y="3945937"/>
                </a:cubicBezTo>
                <a:cubicBezTo>
                  <a:pt x="1988933" y="3956206"/>
                  <a:pt x="1986998" y="3963610"/>
                  <a:pt x="1983128" y="3968149"/>
                </a:cubicBezTo>
                <a:cubicBezTo>
                  <a:pt x="1979259" y="3972688"/>
                  <a:pt x="1974422" y="3974958"/>
                  <a:pt x="1968618" y="3974958"/>
                </a:cubicBezTo>
                <a:cubicBezTo>
                  <a:pt x="1963185" y="3974958"/>
                  <a:pt x="1958627" y="3972707"/>
                  <a:pt x="1954944" y="3968205"/>
                </a:cubicBezTo>
                <a:cubicBezTo>
                  <a:pt x="1951260" y="3963703"/>
                  <a:pt x="1949419" y="3956615"/>
                  <a:pt x="1949419" y="3946941"/>
                </a:cubicBezTo>
                <a:cubicBezTo>
                  <a:pt x="1949419" y="3936598"/>
                  <a:pt x="1951205" y="3929231"/>
                  <a:pt x="1954777" y="3924840"/>
                </a:cubicBezTo>
                <a:cubicBezTo>
                  <a:pt x="1958348" y="3920450"/>
                  <a:pt x="1962776" y="3918255"/>
                  <a:pt x="1968060" y="3918255"/>
                </a:cubicBezTo>
                <a:close/>
                <a:moveTo>
                  <a:pt x="2724999" y="3915576"/>
                </a:moveTo>
                <a:cubicBezTo>
                  <a:pt x="2731250" y="3915576"/>
                  <a:pt x="2736496" y="3918087"/>
                  <a:pt x="2740738" y="3923110"/>
                </a:cubicBezTo>
                <a:cubicBezTo>
                  <a:pt x="2744979" y="3928133"/>
                  <a:pt x="2747100" y="3935779"/>
                  <a:pt x="2747100" y="3946048"/>
                </a:cubicBezTo>
                <a:cubicBezTo>
                  <a:pt x="2747100" y="3957061"/>
                  <a:pt x="2744998" y="3965061"/>
                  <a:pt x="2740794" y="3970047"/>
                </a:cubicBezTo>
                <a:cubicBezTo>
                  <a:pt x="2736589" y="3975032"/>
                  <a:pt x="2731213" y="3977525"/>
                  <a:pt x="2724664" y="3977525"/>
                </a:cubicBezTo>
                <a:cubicBezTo>
                  <a:pt x="2718190" y="3977525"/>
                  <a:pt x="2712814" y="3974995"/>
                  <a:pt x="2708535" y="3969935"/>
                </a:cubicBezTo>
                <a:cubicBezTo>
                  <a:pt x="2704256" y="3964875"/>
                  <a:pt x="2702117" y="3957061"/>
                  <a:pt x="2702117" y="3946495"/>
                </a:cubicBezTo>
                <a:cubicBezTo>
                  <a:pt x="2702117" y="3936077"/>
                  <a:pt x="2704275" y="3928319"/>
                  <a:pt x="2708591" y="3923222"/>
                </a:cubicBezTo>
                <a:cubicBezTo>
                  <a:pt x="2712907" y="3918124"/>
                  <a:pt x="2718376" y="3915576"/>
                  <a:pt x="2724999" y="3915576"/>
                </a:cubicBezTo>
                <a:close/>
                <a:moveTo>
                  <a:pt x="2496399" y="3915576"/>
                </a:moveTo>
                <a:cubicBezTo>
                  <a:pt x="2502650" y="3915576"/>
                  <a:pt x="2507896" y="3918087"/>
                  <a:pt x="2512138" y="3923110"/>
                </a:cubicBezTo>
                <a:cubicBezTo>
                  <a:pt x="2516379" y="3928133"/>
                  <a:pt x="2518500" y="3935779"/>
                  <a:pt x="2518500" y="3946048"/>
                </a:cubicBezTo>
                <a:cubicBezTo>
                  <a:pt x="2518500" y="3957061"/>
                  <a:pt x="2516398" y="3965061"/>
                  <a:pt x="2512194" y="3970047"/>
                </a:cubicBezTo>
                <a:cubicBezTo>
                  <a:pt x="2507989" y="3975032"/>
                  <a:pt x="2502613" y="3977525"/>
                  <a:pt x="2496064" y="3977525"/>
                </a:cubicBezTo>
                <a:cubicBezTo>
                  <a:pt x="2489590" y="3977525"/>
                  <a:pt x="2484214" y="3974995"/>
                  <a:pt x="2479935" y="3969935"/>
                </a:cubicBezTo>
                <a:cubicBezTo>
                  <a:pt x="2475656" y="3964875"/>
                  <a:pt x="2473517" y="3957061"/>
                  <a:pt x="2473517" y="3946495"/>
                </a:cubicBezTo>
                <a:cubicBezTo>
                  <a:pt x="2473517" y="3936077"/>
                  <a:pt x="2475675" y="3928319"/>
                  <a:pt x="2479991" y="3923222"/>
                </a:cubicBezTo>
                <a:cubicBezTo>
                  <a:pt x="2484307" y="3918124"/>
                  <a:pt x="2489776" y="3915576"/>
                  <a:pt x="2496399" y="3915576"/>
                </a:cubicBezTo>
                <a:close/>
                <a:moveTo>
                  <a:pt x="2124924" y="3915576"/>
                </a:moveTo>
                <a:cubicBezTo>
                  <a:pt x="2131175" y="3915576"/>
                  <a:pt x="2136421" y="3918087"/>
                  <a:pt x="2140663" y="3923110"/>
                </a:cubicBezTo>
                <a:cubicBezTo>
                  <a:pt x="2144904" y="3928133"/>
                  <a:pt x="2147025" y="3935779"/>
                  <a:pt x="2147025" y="3946048"/>
                </a:cubicBezTo>
                <a:cubicBezTo>
                  <a:pt x="2147025" y="3957061"/>
                  <a:pt x="2144923" y="3965061"/>
                  <a:pt x="2140719" y="3970047"/>
                </a:cubicBezTo>
                <a:cubicBezTo>
                  <a:pt x="2136514" y="3975032"/>
                  <a:pt x="2131138" y="3977525"/>
                  <a:pt x="2124590" y="3977525"/>
                </a:cubicBezTo>
                <a:cubicBezTo>
                  <a:pt x="2118115" y="3977525"/>
                  <a:pt x="2112739" y="3974995"/>
                  <a:pt x="2108460" y="3969935"/>
                </a:cubicBezTo>
                <a:cubicBezTo>
                  <a:pt x="2104181" y="3964875"/>
                  <a:pt x="2102042" y="3957061"/>
                  <a:pt x="2102042" y="3946495"/>
                </a:cubicBezTo>
                <a:cubicBezTo>
                  <a:pt x="2102042" y="3936077"/>
                  <a:pt x="2104200" y="3928319"/>
                  <a:pt x="2108516" y="3923222"/>
                </a:cubicBezTo>
                <a:cubicBezTo>
                  <a:pt x="2112832" y="3918124"/>
                  <a:pt x="2118301" y="3915576"/>
                  <a:pt x="2124924" y="3915576"/>
                </a:cubicBezTo>
                <a:close/>
                <a:moveTo>
                  <a:pt x="3033185" y="3887001"/>
                </a:moveTo>
                <a:lnTo>
                  <a:pt x="3033185" y="3962456"/>
                </a:lnTo>
                <a:cubicBezTo>
                  <a:pt x="3033185" y="3978009"/>
                  <a:pt x="3036738" y="3989525"/>
                  <a:pt x="3043845" y="3997003"/>
                </a:cubicBezTo>
                <a:cubicBezTo>
                  <a:pt x="3050951" y="4004482"/>
                  <a:pt x="3060756" y="4008221"/>
                  <a:pt x="3073257" y="4008221"/>
                </a:cubicBezTo>
                <a:cubicBezTo>
                  <a:pt x="3082633" y="4008221"/>
                  <a:pt x="3090540" y="4006547"/>
                  <a:pt x="3096977" y="4003198"/>
                </a:cubicBezTo>
                <a:cubicBezTo>
                  <a:pt x="3103413" y="3999850"/>
                  <a:pt x="3109794" y="3994231"/>
                  <a:pt x="3116120" y="3986343"/>
                </a:cubicBezTo>
                <a:lnTo>
                  <a:pt x="3116120" y="4005542"/>
                </a:lnTo>
                <a:lnTo>
                  <a:pt x="3158536" y="4005542"/>
                </a:lnTo>
                <a:lnTo>
                  <a:pt x="3158536" y="3887001"/>
                </a:lnTo>
                <a:lnTo>
                  <a:pt x="3113106" y="3887001"/>
                </a:lnTo>
                <a:lnTo>
                  <a:pt x="3113106" y="3944039"/>
                </a:lnTo>
                <a:cubicBezTo>
                  <a:pt x="3113106" y="3954829"/>
                  <a:pt x="3111376" y="3962308"/>
                  <a:pt x="3107915" y="3966475"/>
                </a:cubicBezTo>
                <a:cubicBezTo>
                  <a:pt x="3104455" y="3970642"/>
                  <a:pt x="3100009" y="3972726"/>
                  <a:pt x="3094577" y="3972726"/>
                </a:cubicBezTo>
                <a:cubicBezTo>
                  <a:pt x="3089591" y="3972726"/>
                  <a:pt x="3085721" y="3971163"/>
                  <a:pt x="3082968" y="3968038"/>
                </a:cubicBezTo>
                <a:cubicBezTo>
                  <a:pt x="3080215" y="3964912"/>
                  <a:pt x="3078838" y="3959629"/>
                  <a:pt x="3078838" y="3952187"/>
                </a:cubicBezTo>
                <a:lnTo>
                  <a:pt x="3078838" y="3887001"/>
                </a:lnTo>
                <a:close/>
                <a:moveTo>
                  <a:pt x="1475922" y="3887001"/>
                </a:moveTo>
                <a:lnTo>
                  <a:pt x="1475922" y="3918031"/>
                </a:lnTo>
                <a:lnTo>
                  <a:pt x="1528283" y="3918031"/>
                </a:lnTo>
                <a:lnTo>
                  <a:pt x="1471457" y="3976074"/>
                </a:lnTo>
                <a:lnTo>
                  <a:pt x="1471457" y="4005542"/>
                </a:lnTo>
                <a:lnTo>
                  <a:pt x="1589552" y="4005542"/>
                </a:lnTo>
                <a:lnTo>
                  <a:pt x="1589552" y="3974512"/>
                </a:lnTo>
                <a:lnTo>
                  <a:pt x="1526038" y="3974512"/>
                </a:lnTo>
                <a:lnTo>
                  <a:pt x="1585869" y="3913566"/>
                </a:lnTo>
                <a:lnTo>
                  <a:pt x="1585869" y="3887001"/>
                </a:lnTo>
                <a:close/>
                <a:moveTo>
                  <a:pt x="1406531" y="3887001"/>
                </a:moveTo>
                <a:lnTo>
                  <a:pt x="1406531" y="4005542"/>
                </a:lnTo>
                <a:lnTo>
                  <a:pt x="1451961" y="4005542"/>
                </a:lnTo>
                <a:lnTo>
                  <a:pt x="1451961" y="3887001"/>
                </a:lnTo>
                <a:close/>
                <a:moveTo>
                  <a:pt x="1254131" y="3887001"/>
                </a:moveTo>
                <a:lnTo>
                  <a:pt x="1254131" y="4005542"/>
                </a:lnTo>
                <a:lnTo>
                  <a:pt x="1299561" y="4005542"/>
                </a:lnTo>
                <a:lnTo>
                  <a:pt x="1299561" y="3887001"/>
                </a:lnTo>
                <a:close/>
                <a:moveTo>
                  <a:pt x="994836" y="3887001"/>
                </a:moveTo>
                <a:lnTo>
                  <a:pt x="994836" y="3962456"/>
                </a:lnTo>
                <a:cubicBezTo>
                  <a:pt x="994836" y="3978009"/>
                  <a:pt x="998389" y="3989525"/>
                  <a:pt x="1005495" y="3997003"/>
                </a:cubicBezTo>
                <a:cubicBezTo>
                  <a:pt x="1012602" y="4004482"/>
                  <a:pt x="1022406" y="4008221"/>
                  <a:pt x="1034908" y="4008221"/>
                </a:cubicBezTo>
                <a:cubicBezTo>
                  <a:pt x="1044284" y="4008221"/>
                  <a:pt x="1052190" y="4006547"/>
                  <a:pt x="1058627" y="4003198"/>
                </a:cubicBezTo>
                <a:cubicBezTo>
                  <a:pt x="1065064" y="3999850"/>
                  <a:pt x="1071445" y="3994231"/>
                  <a:pt x="1077770" y="3986343"/>
                </a:cubicBezTo>
                <a:lnTo>
                  <a:pt x="1077770" y="4005542"/>
                </a:lnTo>
                <a:lnTo>
                  <a:pt x="1120186" y="4005542"/>
                </a:lnTo>
                <a:lnTo>
                  <a:pt x="1120186" y="3887001"/>
                </a:lnTo>
                <a:lnTo>
                  <a:pt x="1074756" y="3887001"/>
                </a:lnTo>
                <a:lnTo>
                  <a:pt x="1074756" y="3944039"/>
                </a:lnTo>
                <a:cubicBezTo>
                  <a:pt x="1074756" y="3954829"/>
                  <a:pt x="1073026" y="3962308"/>
                  <a:pt x="1069566" y="3966475"/>
                </a:cubicBezTo>
                <a:cubicBezTo>
                  <a:pt x="1066106" y="3970642"/>
                  <a:pt x="1061659" y="3972726"/>
                  <a:pt x="1056227" y="3972726"/>
                </a:cubicBezTo>
                <a:cubicBezTo>
                  <a:pt x="1051241" y="3972726"/>
                  <a:pt x="1047372" y="3971163"/>
                  <a:pt x="1044619" y="3968038"/>
                </a:cubicBezTo>
                <a:cubicBezTo>
                  <a:pt x="1041865" y="3964912"/>
                  <a:pt x="1040488" y="3959629"/>
                  <a:pt x="1040488" y="3952187"/>
                </a:cubicBezTo>
                <a:lnTo>
                  <a:pt x="1040488" y="3887001"/>
                </a:lnTo>
                <a:close/>
                <a:moveTo>
                  <a:pt x="3240614" y="3884322"/>
                </a:moveTo>
                <a:cubicBezTo>
                  <a:pt x="3227220" y="3884322"/>
                  <a:pt x="3216541" y="3885716"/>
                  <a:pt x="3208579" y="3888503"/>
                </a:cubicBezTo>
                <a:cubicBezTo>
                  <a:pt x="3200617" y="3891291"/>
                  <a:pt x="3194366" y="3895509"/>
                  <a:pt x="3189827" y="3901159"/>
                </a:cubicBezTo>
                <a:cubicBezTo>
                  <a:pt x="3185287" y="3906809"/>
                  <a:pt x="3183018" y="3913537"/>
                  <a:pt x="3183018" y="3921343"/>
                </a:cubicBezTo>
                <a:cubicBezTo>
                  <a:pt x="3183018" y="3928480"/>
                  <a:pt x="3185120" y="3934836"/>
                  <a:pt x="3189324" y="3940411"/>
                </a:cubicBezTo>
                <a:cubicBezTo>
                  <a:pt x="3193529" y="3945987"/>
                  <a:pt x="3198701" y="3949945"/>
                  <a:pt x="3204840" y="3952287"/>
                </a:cubicBezTo>
                <a:cubicBezTo>
                  <a:pt x="3210979" y="3954628"/>
                  <a:pt x="3221936" y="3957174"/>
                  <a:pt x="3237712" y="3959924"/>
                </a:cubicBezTo>
                <a:cubicBezTo>
                  <a:pt x="3248279" y="3961782"/>
                  <a:pt x="3254790" y="3963342"/>
                  <a:pt x="3257246" y="3964605"/>
                </a:cubicBezTo>
                <a:cubicBezTo>
                  <a:pt x="3260669" y="3966389"/>
                  <a:pt x="3262380" y="3968915"/>
                  <a:pt x="3262380" y="3972185"/>
                </a:cubicBezTo>
                <a:cubicBezTo>
                  <a:pt x="3262380" y="3975082"/>
                  <a:pt x="3261078" y="3977497"/>
                  <a:pt x="3258474" y="3979428"/>
                </a:cubicBezTo>
                <a:cubicBezTo>
                  <a:pt x="3255125" y="3982029"/>
                  <a:pt x="3250400" y="3983330"/>
                  <a:pt x="3244298" y="3983330"/>
                </a:cubicBezTo>
                <a:cubicBezTo>
                  <a:pt x="3238717" y="3983330"/>
                  <a:pt x="3234252" y="3982176"/>
                  <a:pt x="3230903" y="3979869"/>
                </a:cubicBezTo>
                <a:cubicBezTo>
                  <a:pt x="3227555" y="3977563"/>
                  <a:pt x="3224950" y="3973730"/>
                  <a:pt x="3223090" y="3968372"/>
                </a:cubicBezTo>
                <a:lnTo>
                  <a:pt x="3177995" y="3972614"/>
                </a:lnTo>
                <a:cubicBezTo>
                  <a:pt x="3180599" y="3983999"/>
                  <a:pt x="3186497" y="3992780"/>
                  <a:pt x="3195687" y="3998957"/>
                </a:cubicBezTo>
                <a:cubicBezTo>
                  <a:pt x="3204877" y="4005133"/>
                  <a:pt x="3220299" y="4008221"/>
                  <a:pt x="3241954" y="4008221"/>
                </a:cubicBezTo>
                <a:cubicBezTo>
                  <a:pt x="3257283" y="4008221"/>
                  <a:pt x="3269394" y="4006307"/>
                  <a:pt x="3278286" y="4002479"/>
                </a:cubicBezTo>
                <a:cubicBezTo>
                  <a:pt x="3287179" y="3998650"/>
                  <a:pt x="3293690" y="3993503"/>
                  <a:pt x="3297820" y="3987035"/>
                </a:cubicBezTo>
                <a:cubicBezTo>
                  <a:pt x="3301950" y="3980567"/>
                  <a:pt x="3304015" y="3973914"/>
                  <a:pt x="3304015" y="3967075"/>
                </a:cubicBezTo>
                <a:cubicBezTo>
                  <a:pt x="3304015" y="3960310"/>
                  <a:pt x="3302062" y="3954103"/>
                  <a:pt x="3298155" y="3948453"/>
                </a:cubicBezTo>
                <a:cubicBezTo>
                  <a:pt x="3294248" y="3942804"/>
                  <a:pt x="3288611" y="3938455"/>
                  <a:pt x="3281244" y="3935407"/>
                </a:cubicBezTo>
                <a:cubicBezTo>
                  <a:pt x="3273877" y="3932359"/>
                  <a:pt x="3262641" y="3929980"/>
                  <a:pt x="3247535" y="3928271"/>
                </a:cubicBezTo>
                <a:cubicBezTo>
                  <a:pt x="3237563" y="3927081"/>
                  <a:pt x="3231089" y="3925744"/>
                  <a:pt x="3228113" y="3924258"/>
                </a:cubicBezTo>
                <a:cubicBezTo>
                  <a:pt x="3225136" y="3922772"/>
                  <a:pt x="3223648" y="3920580"/>
                  <a:pt x="3223648" y="3917682"/>
                </a:cubicBezTo>
                <a:cubicBezTo>
                  <a:pt x="3223648" y="3915081"/>
                  <a:pt x="3224820" y="3912871"/>
                  <a:pt x="3227164" y="3911051"/>
                </a:cubicBezTo>
                <a:cubicBezTo>
                  <a:pt x="3229508" y="3909230"/>
                  <a:pt x="3233247" y="3908320"/>
                  <a:pt x="3238382" y="3908320"/>
                </a:cubicBezTo>
                <a:cubicBezTo>
                  <a:pt x="3243442" y="3908320"/>
                  <a:pt x="3247758" y="3909511"/>
                  <a:pt x="3251330" y="3911892"/>
                </a:cubicBezTo>
                <a:cubicBezTo>
                  <a:pt x="3253934" y="3913678"/>
                  <a:pt x="3255795" y="3916469"/>
                  <a:pt x="3256911" y="3920264"/>
                </a:cubicBezTo>
                <a:lnTo>
                  <a:pt x="3299997" y="3916022"/>
                </a:lnTo>
                <a:cubicBezTo>
                  <a:pt x="3297020" y="3908283"/>
                  <a:pt x="3293281" y="3902144"/>
                  <a:pt x="3288779" y="3897605"/>
                </a:cubicBezTo>
                <a:cubicBezTo>
                  <a:pt x="3284277" y="3893065"/>
                  <a:pt x="3278658" y="3889717"/>
                  <a:pt x="3271924" y="3887559"/>
                </a:cubicBezTo>
                <a:cubicBezTo>
                  <a:pt x="3265190" y="3885401"/>
                  <a:pt x="3254753" y="3884322"/>
                  <a:pt x="3240614" y="3884322"/>
                </a:cubicBezTo>
                <a:close/>
                <a:moveTo>
                  <a:pt x="2945339" y="3884322"/>
                </a:moveTo>
                <a:cubicBezTo>
                  <a:pt x="2931945" y="3884322"/>
                  <a:pt x="2921266" y="3885716"/>
                  <a:pt x="2913304" y="3888503"/>
                </a:cubicBezTo>
                <a:cubicBezTo>
                  <a:pt x="2905342" y="3891291"/>
                  <a:pt x="2899091" y="3895509"/>
                  <a:pt x="2894552" y="3901159"/>
                </a:cubicBezTo>
                <a:cubicBezTo>
                  <a:pt x="2890012" y="3906809"/>
                  <a:pt x="2887743" y="3913537"/>
                  <a:pt x="2887743" y="3921343"/>
                </a:cubicBezTo>
                <a:cubicBezTo>
                  <a:pt x="2887743" y="3928480"/>
                  <a:pt x="2889845" y="3934836"/>
                  <a:pt x="2894049" y="3940411"/>
                </a:cubicBezTo>
                <a:cubicBezTo>
                  <a:pt x="2898254" y="3945987"/>
                  <a:pt x="2903426" y="3949945"/>
                  <a:pt x="2909565" y="3952287"/>
                </a:cubicBezTo>
                <a:cubicBezTo>
                  <a:pt x="2915704" y="3954628"/>
                  <a:pt x="2926661" y="3957174"/>
                  <a:pt x="2942437" y="3959924"/>
                </a:cubicBezTo>
                <a:cubicBezTo>
                  <a:pt x="2953004" y="3961782"/>
                  <a:pt x="2959515" y="3963342"/>
                  <a:pt x="2961971" y="3964605"/>
                </a:cubicBezTo>
                <a:cubicBezTo>
                  <a:pt x="2965394" y="3966389"/>
                  <a:pt x="2967105" y="3968915"/>
                  <a:pt x="2967105" y="3972185"/>
                </a:cubicBezTo>
                <a:cubicBezTo>
                  <a:pt x="2967105" y="3975082"/>
                  <a:pt x="2965803" y="3977497"/>
                  <a:pt x="2963199" y="3979428"/>
                </a:cubicBezTo>
                <a:cubicBezTo>
                  <a:pt x="2959850" y="3982029"/>
                  <a:pt x="2955125" y="3983330"/>
                  <a:pt x="2949023" y="3983330"/>
                </a:cubicBezTo>
                <a:cubicBezTo>
                  <a:pt x="2943442" y="3983330"/>
                  <a:pt x="2938977" y="3982176"/>
                  <a:pt x="2935628" y="3979869"/>
                </a:cubicBezTo>
                <a:cubicBezTo>
                  <a:pt x="2932280" y="3977563"/>
                  <a:pt x="2929675" y="3973730"/>
                  <a:pt x="2927815" y="3968372"/>
                </a:cubicBezTo>
                <a:lnTo>
                  <a:pt x="2882720" y="3972614"/>
                </a:lnTo>
                <a:cubicBezTo>
                  <a:pt x="2885324" y="3983999"/>
                  <a:pt x="2891222" y="3992780"/>
                  <a:pt x="2900412" y="3998957"/>
                </a:cubicBezTo>
                <a:cubicBezTo>
                  <a:pt x="2909602" y="4005133"/>
                  <a:pt x="2925024" y="4008221"/>
                  <a:pt x="2946679" y="4008221"/>
                </a:cubicBezTo>
                <a:cubicBezTo>
                  <a:pt x="2962008" y="4008221"/>
                  <a:pt x="2974119" y="4006307"/>
                  <a:pt x="2983011" y="4002479"/>
                </a:cubicBezTo>
                <a:cubicBezTo>
                  <a:pt x="2991904" y="3998650"/>
                  <a:pt x="2998415" y="3993503"/>
                  <a:pt x="3002545" y="3987035"/>
                </a:cubicBezTo>
                <a:cubicBezTo>
                  <a:pt x="3006675" y="3980567"/>
                  <a:pt x="3008740" y="3973914"/>
                  <a:pt x="3008740" y="3967075"/>
                </a:cubicBezTo>
                <a:cubicBezTo>
                  <a:pt x="3008740" y="3960310"/>
                  <a:pt x="3006787" y="3954103"/>
                  <a:pt x="3002880" y="3948453"/>
                </a:cubicBezTo>
                <a:cubicBezTo>
                  <a:pt x="2998973" y="3942804"/>
                  <a:pt x="2993336" y="3938455"/>
                  <a:pt x="2985969" y="3935407"/>
                </a:cubicBezTo>
                <a:cubicBezTo>
                  <a:pt x="2978602" y="3932359"/>
                  <a:pt x="2967366" y="3929980"/>
                  <a:pt x="2952260" y="3928271"/>
                </a:cubicBezTo>
                <a:cubicBezTo>
                  <a:pt x="2942288" y="3927081"/>
                  <a:pt x="2935814" y="3925744"/>
                  <a:pt x="2932838" y="3924258"/>
                </a:cubicBezTo>
                <a:cubicBezTo>
                  <a:pt x="2929861" y="3922772"/>
                  <a:pt x="2928373" y="3920580"/>
                  <a:pt x="2928373" y="3917682"/>
                </a:cubicBezTo>
                <a:cubicBezTo>
                  <a:pt x="2928373" y="3915081"/>
                  <a:pt x="2929545" y="3912871"/>
                  <a:pt x="2931889" y="3911051"/>
                </a:cubicBezTo>
                <a:cubicBezTo>
                  <a:pt x="2934233" y="3909230"/>
                  <a:pt x="2937972" y="3908320"/>
                  <a:pt x="2943107" y="3908320"/>
                </a:cubicBezTo>
                <a:cubicBezTo>
                  <a:pt x="2948167" y="3908320"/>
                  <a:pt x="2952483" y="3909511"/>
                  <a:pt x="2956055" y="3911892"/>
                </a:cubicBezTo>
                <a:cubicBezTo>
                  <a:pt x="2958659" y="3913678"/>
                  <a:pt x="2960520" y="3916469"/>
                  <a:pt x="2961636" y="3920264"/>
                </a:cubicBezTo>
                <a:lnTo>
                  <a:pt x="3004722" y="3916022"/>
                </a:lnTo>
                <a:cubicBezTo>
                  <a:pt x="3001745" y="3908283"/>
                  <a:pt x="2998006" y="3902144"/>
                  <a:pt x="2993504" y="3897605"/>
                </a:cubicBezTo>
                <a:cubicBezTo>
                  <a:pt x="2989002" y="3893065"/>
                  <a:pt x="2983383" y="3889717"/>
                  <a:pt x="2976649" y="3887559"/>
                </a:cubicBezTo>
                <a:cubicBezTo>
                  <a:pt x="2969915" y="3885401"/>
                  <a:pt x="2959478" y="3884322"/>
                  <a:pt x="2945339" y="3884322"/>
                </a:cubicBezTo>
                <a:close/>
                <a:moveTo>
                  <a:pt x="2724330" y="3884322"/>
                </a:moveTo>
                <a:cubicBezTo>
                  <a:pt x="2703568" y="3884322"/>
                  <a:pt x="2687085" y="3890182"/>
                  <a:pt x="2674881" y="3901902"/>
                </a:cubicBezTo>
                <a:cubicBezTo>
                  <a:pt x="2662678" y="3913622"/>
                  <a:pt x="2656576" y="3928524"/>
                  <a:pt x="2656576" y="3946606"/>
                </a:cubicBezTo>
                <a:cubicBezTo>
                  <a:pt x="2656576" y="3966028"/>
                  <a:pt x="2663794" y="3981730"/>
                  <a:pt x="2678230" y="3993710"/>
                </a:cubicBezTo>
                <a:cubicBezTo>
                  <a:pt x="2689987" y="4003384"/>
                  <a:pt x="2705391" y="4008221"/>
                  <a:pt x="2724441" y="4008221"/>
                </a:cubicBezTo>
                <a:cubicBezTo>
                  <a:pt x="2745798" y="4008221"/>
                  <a:pt x="2762523" y="4002398"/>
                  <a:pt x="2774615" y="3990752"/>
                </a:cubicBezTo>
                <a:cubicBezTo>
                  <a:pt x="2786707" y="3979107"/>
                  <a:pt x="2792753" y="3964168"/>
                  <a:pt x="2792753" y="3945937"/>
                </a:cubicBezTo>
                <a:cubicBezTo>
                  <a:pt x="2792753" y="3929714"/>
                  <a:pt x="2787879" y="3916059"/>
                  <a:pt x="2778131" y="3904972"/>
                </a:cubicBezTo>
                <a:cubicBezTo>
                  <a:pt x="2766001" y="3891205"/>
                  <a:pt x="2748068" y="3884322"/>
                  <a:pt x="2724330" y="3884322"/>
                </a:cubicBezTo>
                <a:close/>
                <a:moveTo>
                  <a:pt x="2495730" y="3884322"/>
                </a:moveTo>
                <a:cubicBezTo>
                  <a:pt x="2474968" y="3884322"/>
                  <a:pt x="2458485" y="3890182"/>
                  <a:pt x="2446281" y="3901902"/>
                </a:cubicBezTo>
                <a:cubicBezTo>
                  <a:pt x="2434078" y="3913622"/>
                  <a:pt x="2427976" y="3928524"/>
                  <a:pt x="2427976" y="3946606"/>
                </a:cubicBezTo>
                <a:cubicBezTo>
                  <a:pt x="2427976" y="3966028"/>
                  <a:pt x="2435194" y="3981730"/>
                  <a:pt x="2449630" y="3993710"/>
                </a:cubicBezTo>
                <a:cubicBezTo>
                  <a:pt x="2461387" y="4003384"/>
                  <a:pt x="2476791" y="4008221"/>
                  <a:pt x="2495841" y="4008221"/>
                </a:cubicBezTo>
                <a:cubicBezTo>
                  <a:pt x="2517198" y="4008221"/>
                  <a:pt x="2533923" y="4002398"/>
                  <a:pt x="2546015" y="3990752"/>
                </a:cubicBezTo>
                <a:cubicBezTo>
                  <a:pt x="2558107" y="3979107"/>
                  <a:pt x="2564153" y="3964168"/>
                  <a:pt x="2564153" y="3945937"/>
                </a:cubicBezTo>
                <a:cubicBezTo>
                  <a:pt x="2564153" y="3929714"/>
                  <a:pt x="2559279" y="3916059"/>
                  <a:pt x="2549531" y="3904972"/>
                </a:cubicBezTo>
                <a:cubicBezTo>
                  <a:pt x="2537401" y="3891205"/>
                  <a:pt x="2519468" y="3884322"/>
                  <a:pt x="2495730" y="3884322"/>
                </a:cubicBezTo>
                <a:close/>
                <a:moveTo>
                  <a:pt x="2345264" y="3884322"/>
                </a:moveTo>
                <a:cubicBezTo>
                  <a:pt x="2331870" y="3884322"/>
                  <a:pt x="2321191" y="3885716"/>
                  <a:pt x="2313229" y="3888503"/>
                </a:cubicBezTo>
                <a:cubicBezTo>
                  <a:pt x="2305267" y="3891291"/>
                  <a:pt x="2299016" y="3895509"/>
                  <a:pt x="2294477" y="3901159"/>
                </a:cubicBezTo>
                <a:cubicBezTo>
                  <a:pt x="2289937" y="3906809"/>
                  <a:pt x="2287668" y="3913537"/>
                  <a:pt x="2287668" y="3921343"/>
                </a:cubicBezTo>
                <a:cubicBezTo>
                  <a:pt x="2287668" y="3928480"/>
                  <a:pt x="2289770" y="3934836"/>
                  <a:pt x="2293974" y="3940411"/>
                </a:cubicBezTo>
                <a:cubicBezTo>
                  <a:pt x="2298179" y="3945987"/>
                  <a:pt x="2303351" y="3949945"/>
                  <a:pt x="2309490" y="3952287"/>
                </a:cubicBezTo>
                <a:cubicBezTo>
                  <a:pt x="2315629" y="3954628"/>
                  <a:pt x="2326586" y="3957174"/>
                  <a:pt x="2342362" y="3959924"/>
                </a:cubicBezTo>
                <a:cubicBezTo>
                  <a:pt x="2352929" y="3961782"/>
                  <a:pt x="2359440" y="3963342"/>
                  <a:pt x="2361896" y="3964605"/>
                </a:cubicBezTo>
                <a:cubicBezTo>
                  <a:pt x="2365319" y="3966389"/>
                  <a:pt x="2367030" y="3968915"/>
                  <a:pt x="2367030" y="3972185"/>
                </a:cubicBezTo>
                <a:cubicBezTo>
                  <a:pt x="2367030" y="3975082"/>
                  <a:pt x="2365728" y="3977497"/>
                  <a:pt x="2363124" y="3979428"/>
                </a:cubicBezTo>
                <a:cubicBezTo>
                  <a:pt x="2359775" y="3982029"/>
                  <a:pt x="2355050" y="3983330"/>
                  <a:pt x="2348948" y="3983330"/>
                </a:cubicBezTo>
                <a:cubicBezTo>
                  <a:pt x="2343367" y="3983330"/>
                  <a:pt x="2338902" y="3982176"/>
                  <a:pt x="2335553" y="3979869"/>
                </a:cubicBezTo>
                <a:cubicBezTo>
                  <a:pt x="2332205" y="3977563"/>
                  <a:pt x="2329600" y="3973730"/>
                  <a:pt x="2327740" y="3968372"/>
                </a:cubicBezTo>
                <a:lnTo>
                  <a:pt x="2282645" y="3972614"/>
                </a:lnTo>
                <a:cubicBezTo>
                  <a:pt x="2285249" y="3983999"/>
                  <a:pt x="2291147" y="3992780"/>
                  <a:pt x="2300337" y="3998957"/>
                </a:cubicBezTo>
                <a:cubicBezTo>
                  <a:pt x="2309527" y="4005133"/>
                  <a:pt x="2324949" y="4008221"/>
                  <a:pt x="2346604" y="4008221"/>
                </a:cubicBezTo>
                <a:cubicBezTo>
                  <a:pt x="2361933" y="4008221"/>
                  <a:pt x="2374044" y="4006307"/>
                  <a:pt x="2382936" y="4002479"/>
                </a:cubicBezTo>
                <a:cubicBezTo>
                  <a:pt x="2391829" y="3998650"/>
                  <a:pt x="2398340" y="3993503"/>
                  <a:pt x="2402470" y="3987035"/>
                </a:cubicBezTo>
                <a:cubicBezTo>
                  <a:pt x="2406600" y="3980567"/>
                  <a:pt x="2408665" y="3973914"/>
                  <a:pt x="2408665" y="3967075"/>
                </a:cubicBezTo>
                <a:cubicBezTo>
                  <a:pt x="2408665" y="3960310"/>
                  <a:pt x="2406712" y="3954103"/>
                  <a:pt x="2402805" y="3948453"/>
                </a:cubicBezTo>
                <a:cubicBezTo>
                  <a:pt x="2398898" y="3942804"/>
                  <a:pt x="2393261" y="3938455"/>
                  <a:pt x="2385894" y="3935407"/>
                </a:cubicBezTo>
                <a:cubicBezTo>
                  <a:pt x="2378527" y="3932359"/>
                  <a:pt x="2367291" y="3929980"/>
                  <a:pt x="2352185" y="3928271"/>
                </a:cubicBezTo>
                <a:cubicBezTo>
                  <a:pt x="2342213" y="3927081"/>
                  <a:pt x="2335739" y="3925744"/>
                  <a:pt x="2332763" y="3924258"/>
                </a:cubicBezTo>
                <a:cubicBezTo>
                  <a:pt x="2329786" y="3922772"/>
                  <a:pt x="2328298" y="3920580"/>
                  <a:pt x="2328298" y="3917682"/>
                </a:cubicBezTo>
                <a:cubicBezTo>
                  <a:pt x="2328298" y="3915081"/>
                  <a:pt x="2329470" y="3912871"/>
                  <a:pt x="2331814" y="3911051"/>
                </a:cubicBezTo>
                <a:cubicBezTo>
                  <a:pt x="2334158" y="3909230"/>
                  <a:pt x="2337897" y="3908320"/>
                  <a:pt x="2343032" y="3908320"/>
                </a:cubicBezTo>
                <a:cubicBezTo>
                  <a:pt x="2348092" y="3908320"/>
                  <a:pt x="2352408" y="3909511"/>
                  <a:pt x="2355980" y="3911892"/>
                </a:cubicBezTo>
                <a:cubicBezTo>
                  <a:pt x="2358584" y="3913678"/>
                  <a:pt x="2360445" y="3916469"/>
                  <a:pt x="2361561" y="3920264"/>
                </a:cubicBezTo>
                <a:lnTo>
                  <a:pt x="2404647" y="3916022"/>
                </a:lnTo>
                <a:cubicBezTo>
                  <a:pt x="2401670" y="3908283"/>
                  <a:pt x="2397931" y="3902144"/>
                  <a:pt x="2393429" y="3897605"/>
                </a:cubicBezTo>
                <a:cubicBezTo>
                  <a:pt x="2388927" y="3893065"/>
                  <a:pt x="2383309" y="3889717"/>
                  <a:pt x="2376574" y="3887559"/>
                </a:cubicBezTo>
                <a:cubicBezTo>
                  <a:pt x="2369840" y="3885401"/>
                  <a:pt x="2359403" y="3884322"/>
                  <a:pt x="2345264" y="3884322"/>
                </a:cubicBezTo>
                <a:close/>
                <a:moveTo>
                  <a:pt x="2124255" y="3884322"/>
                </a:moveTo>
                <a:cubicBezTo>
                  <a:pt x="2103493" y="3884322"/>
                  <a:pt x="2087010" y="3890182"/>
                  <a:pt x="2074806" y="3901902"/>
                </a:cubicBezTo>
                <a:cubicBezTo>
                  <a:pt x="2062603" y="3913622"/>
                  <a:pt x="2056501" y="3928524"/>
                  <a:pt x="2056501" y="3946606"/>
                </a:cubicBezTo>
                <a:cubicBezTo>
                  <a:pt x="2056501" y="3966028"/>
                  <a:pt x="2063719" y="3981730"/>
                  <a:pt x="2078155" y="3993710"/>
                </a:cubicBezTo>
                <a:cubicBezTo>
                  <a:pt x="2089912" y="4003384"/>
                  <a:pt x="2105316" y="4008221"/>
                  <a:pt x="2124366" y="4008221"/>
                </a:cubicBezTo>
                <a:cubicBezTo>
                  <a:pt x="2145723" y="4008221"/>
                  <a:pt x="2162448" y="4002398"/>
                  <a:pt x="2174540" y="3990752"/>
                </a:cubicBezTo>
                <a:cubicBezTo>
                  <a:pt x="2186632" y="3979107"/>
                  <a:pt x="2192678" y="3964168"/>
                  <a:pt x="2192678" y="3945937"/>
                </a:cubicBezTo>
                <a:cubicBezTo>
                  <a:pt x="2192678" y="3929714"/>
                  <a:pt x="2187804" y="3916059"/>
                  <a:pt x="2178056" y="3904972"/>
                </a:cubicBezTo>
                <a:cubicBezTo>
                  <a:pt x="2165926" y="3891205"/>
                  <a:pt x="2147993" y="3884322"/>
                  <a:pt x="2124255" y="3884322"/>
                </a:cubicBezTo>
                <a:close/>
                <a:moveTo>
                  <a:pt x="1842449" y="3884322"/>
                </a:moveTo>
                <a:cubicBezTo>
                  <a:pt x="1833147" y="3884322"/>
                  <a:pt x="1825259" y="3886015"/>
                  <a:pt x="1818785" y="3889400"/>
                </a:cubicBezTo>
                <a:cubicBezTo>
                  <a:pt x="1812311" y="3892786"/>
                  <a:pt x="1805911" y="3898423"/>
                  <a:pt x="1799586" y="3906311"/>
                </a:cubicBezTo>
                <a:lnTo>
                  <a:pt x="1799586" y="3887001"/>
                </a:lnTo>
                <a:lnTo>
                  <a:pt x="1757282" y="3887001"/>
                </a:lnTo>
                <a:lnTo>
                  <a:pt x="1757282" y="4005542"/>
                </a:lnTo>
                <a:lnTo>
                  <a:pt x="1802712" y="4005542"/>
                </a:lnTo>
                <a:lnTo>
                  <a:pt x="1802712" y="3948615"/>
                </a:lnTo>
                <a:cubicBezTo>
                  <a:pt x="1802712" y="3937825"/>
                  <a:pt x="1804423" y="3930347"/>
                  <a:pt x="1807846" y="3926180"/>
                </a:cubicBezTo>
                <a:cubicBezTo>
                  <a:pt x="1811269" y="3922012"/>
                  <a:pt x="1815734" y="3919929"/>
                  <a:pt x="1821241" y="3919929"/>
                </a:cubicBezTo>
                <a:cubicBezTo>
                  <a:pt x="1826226" y="3919929"/>
                  <a:pt x="1830096" y="3921473"/>
                  <a:pt x="1832849" y="3924561"/>
                </a:cubicBezTo>
                <a:cubicBezTo>
                  <a:pt x="1835603" y="3927649"/>
                  <a:pt x="1836979" y="3932914"/>
                  <a:pt x="1836979" y="3940355"/>
                </a:cubicBezTo>
                <a:lnTo>
                  <a:pt x="1836979" y="4005542"/>
                </a:lnTo>
                <a:lnTo>
                  <a:pt x="1882632" y="4005542"/>
                </a:lnTo>
                <a:lnTo>
                  <a:pt x="1882632" y="3930198"/>
                </a:lnTo>
                <a:cubicBezTo>
                  <a:pt x="1882632" y="3914571"/>
                  <a:pt x="1879079" y="3903018"/>
                  <a:pt x="1871972" y="3895540"/>
                </a:cubicBezTo>
                <a:cubicBezTo>
                  <a:pt x="1864866" y="3888061"/>
                  <a:pt x="1855025" y="3884322"/>
                  <a:pt x="1842449" y="3884322"/>
                </a:cubicBezTo>
                <a:close/>
                <a:moveTo>
                  <a:pt x="1664153" y="3884322"/>
                </a:moveTo>
                <a:cubicBezTo>
                  <a:pt x="1655669" y="3884322"/>
                  <a:pt x="1647782" y="3884954"/>
                  <a:pt x="1640489" y="3886219"/>
                </a:cubicBezTo>
                <a:cubicBezTo>
                  <a:pt x="1633196" y="3887484"/>
                  <a:pt x="1627466" y="3889270"/>
                  <a:pt x="1623299" y="3891577"/>
                </a:cubicBezTo>
                <a:cubicBezTo>
                  <a:pt x="1617495" y="3894777"/>
                  <a:pt x="1613048" y="3898553"/>
                  <a:pt x="1609960" y="3902907"/>
                </a:cubicBezTo>
                <a:cubicBezTo>
                  <a:pt x="1606872" y="3907260"/>
                  <a:pt x="1604510" y="3913232"/>
                  <a:pt x="1602873" y="3920822"/>
                </a:cubicBezTo>
                <a:lnTo>
                  <a:pt x="1646293" y="3925398"/>
                </a:lnTo>
                <a:cubicBezTo>
                  <a:pt x="1648079" y="3920264"/>
                  <a:pt x="1650423" y="3916766"/>
                  <a:pt x="1653325" y="3914906"/>
                </a:cubicBezTo>
                <a:cubicBezTo>
                  <a:pt x="1657046" y="3912525"/>
                  <a:pt x="1662627" y="3911334"/>
                  <a:pt x="1670068" y="3911334"/>
                </a:cubicBezTo>
                <a:cubicBezTo>
                  <a:pt x="1675873" y="3911334"/>
                  <a:pt x="1679928" y="3912450"/>
                  <a:pt x="1682235" y="3914683"/>
                </a:cubicBezTo>
                <a:cubicBezTo>
                  <a:pt x="1684542" y="3916915"/>
                  <a:pt x="1685695" y="3920822"/>
                  <a:pt x="1685695" y="3926403"/>
                </a:cubicBezTo>
                <a:cubicBezTo>
                  <a:pt x="1680040" y="3928635"/>
                  <a:pt x="1674682" y="3930440"/>
                  <a:pt x="1669622" y="3931816"/>
                </a:cubicBezTo>
                <a:cubicBezTo>
                  <a:pt x="1664562" y="3933193"/>
                  <a:pt x="1653511" y="3935593"/>
                  <a:pt x="1636470" y="3939016"/>
                </a:cubicBezTo>
                <a:cubicBezTo>
                  <a:pt x="1622257" y="3941844"/>
                  <a:pt x="1612509" y="3946160"/>
                  <a:pt x="1607226" y="3951964"/>
                </a:cubicBezTo>
                <a:cubicBezTo>
                  <a:pt x="1601942" y="3957768"/>
                  <a:pt x="1599301" y="3965173"/>
                  <a:pt x="1599301" y="3974177"/>
                </a:cubicBezTo>
                <a:cubicBezTo>
                  <a:pt x="1599301" y="3983776"/>
                  <a:pt x="1602966" y="3991850"/>
                  <a:pt x="1610295" y="3998398"/>
                </a:cubicBezTo>
                <a:cubicBezTo>
                  <a:pt x="1617625" y="4004947"/>
                  <a:pt x="1628359" y="4008221"/>
                  <a:pt x="1642498" y="4008221"/>
                </a:cubicBezTo>
                <a:cubicBezTo>
                  <a:pt x="1653139" y="4008221"/>
                  <a:pt x="1662478" y="4006584"/>
                  <a:pt x="1670515" y="4003310"/>
                </a:cubicBezTo>
                <a:cubicBezTo>
                  <a:pt x="1676393" y="4000854"/>
                  <a:pt x="1682309" y="3996761"/>
                  <a:pt x="1688263" y="3991031"/>
                </a:cubicBezTo>
                <a:cubicBezTo>
                  <a:pt x="1688784" y="3994455"/>
                  <a:pt x="1689304" y="3996966"/>
                  <a:pt x="1689825" y="3998566"/>
                </a:cubicBezTo>
                <a:cubicBezTo>
                  <a:pt x="1690346" y="4000166"/>
                  <a:pt x="1691462" y="4002491"/>
                  <a:pt x="1693174" y="4005542"/>
                </a:cubicBezTo>
                <a:lnTo>
                  <a:pt x="1735813" y="4005542"/>
                </a:lnTo>
                <a:cubicBezTo>
                  <a:pt x="1733432" y="4000631"/>
                  <a:pt x="1731888" y="3996594"/>
                  <a:pt x="1731181" y="3993431"/>
                </a:cubicBezTo>
                <a:cubicBezTo>
                  <a:pt x="1730474" y="3990269"/>
                  <a:pt x="1730121" y="3985897"/>
                  <a:pt x="1730121" y="3980316"/>
                </a:cubicBezTo>
                <a:lnTo>
                  <a:pt x="1730121" y="3927966"/>
                </a:lnTo>
                <a:cubicBezTo>
                  <a:pt x="1730121" y="3922385"/>
                  <a:pt x="1729004" y="3916524"/>
                  <a:pt x="1726772" y="3910385"/>
                </a:cubicBezTo>
                <a:cubicBezTo>
                  <a:pt x="1724539" y="3904246"/>
                  <a:pt x="1721489" y="3899502"/>
                  <a:pt x="1717619" y="3896154"/>
                </a:cubicBezTo>
                <a:cubicBezTo>
                  <a:pt x="1712112" y="3891317"/>
                  <a:pt x="1705229" y="3888135"/>
                  <a:pt x="1696969" y="3886610"/>
                </a:cubicBezTo>
                <a:cubicBezTo>
                  <a:pt x="1688709" y="3885084"/>
                  <a:pt x="1677770" y="3884322"/>
                  <a:pt x="1664153" y="3884322"/>
                </a:cubicBezTo>
                <a:close/>
                <a:moveTo>
                  <a:pt x="2587519" y="3841906"/>
                </a:moveTo>
                <a:lnTo>
                  <a:pt x="2587519" y="4005542"/>
                </a:lnTo>
                <a:lnTo>
                  <a:pt x="2633061" y="4005542"/>
                </a:lnTo>
                <a:lnTo>
                  <a:pt x="2633061" y="3841906"/>
                </a:lnTo>
                <a:close/>
                <a:moveTo>
                  <a:pt x="1988598" y="3841906"/>
                </a:moveTo>
                <a:lnTo>
                  <a:pt x="1988598" y="3898609"/>
                </a:lnTo>
                <a:cubicBezTo>
                  <a:pt x="1984133" y="3893847"/>
                  <a:pt x="1979017" y="3890275"/>
                  <a:pt x="1973250" y="3887894"/>
                </a:cubicBezTo>
                <a:cubicBezTo>
                  <a:pt x="1967483" y="3885512"/>
                  <a:pt x="1961065" y="3884322"/>
                  <a:pt x="1953995" y="3884322"/>
                </a:cubicBezTo>
                <a:cubicBezTo>
                  <a:pt x="1939484" y="3884322"/>
                  <a:pt x="1927523" y="3889531"/>
                  <a:pt x="1918109" y="3899949"/>
                </a:cubicBezTo>
                <a:cubicBezTo>
                  <a:pt x="1908696" y="3910367"/>
                  <a:pt x="1903989" y="3925398"/>
                  <a:pt x="1903989" y="3945044"/>
                </a:cubicBezTo>
                <a:cubicBezTo>
                  <a:pt x="1903989" y="3962605"/>
                  <a:pt x="1908249" y="3977525"/>
                  <a:pt x="1916770" y="3989804"/>
                </a:cubicBezTo>
                <a:cubicBezTo>
                  <a:pt x="1925290" y="4002082"/>
                  <a:pt x="1937624" y="4008221"/>
                  <a:pt x="1953772" y="4008221"/>
                </a:cubicBezTo>
                <a:cubicBezTo>
                  <a:pt x="1961809" y="4008221"/>
                  <a:pt x="1969102" y="4006510"/>
                  <a:pt x="1975650" y="4003087"/>
                </a:cubicBezTo>
                <a:cubicBezTo>
                  <a:pt x="1980561" y="4000482"/>
                  <a:pt x="1985993" y="3995459"/>
                  <a:pt x="1991947" y="3988018"/>
                </a:cubicBezTo>
                <a:lnTo>
                  <a:pt x="1991947" y="4005542"/>
                </a:lnTo>
                <a:lnTo>
                  <a:pt x="2034474" y="4005542"/>
                </a:lnTo>
                <a:lnTo>
                  <a:pt x="2034474" y="3841906"/>
                </a:lnTo>
                <a:close/>
                <a:moveTo>
                  <a:pt x="1406531" y="3841906"/>
                </a:moveTo>
                <a:lnTo>
                  <a:pt x="1406531" y="3872825"/>
                </a:lnTo>
                <a:lnTo>
                  <a:pt x="1451961" y="3872825"/>
                </a:lnTo>
                <a:lnTo>
                  <a:pt x="1451961" y="3841906"/>
                </a:lnTo>
                <a:close/>
                <a:moveTo>
                  <a:pt x="1330219" y="3841906"/>
                </a:moveTo>
                <a:lnTo>
                  <a:pt x="1330219" y="4005542"/>
                </a:lnTo>
                <a:lnTo>
                  <a:pt x="1375761" y="4005542"/>
                </a:lnTo>
                <a:lnTo>
                  <a:pt x="1375761" y="3841906"/>
                </a:lnTo>
                <a:close/>
                <a:moveTo>
                  <a:pt x="1254131" y="3841906"/>
                </a:moveTo>
                <a:lnTo>
                  <a:pt x="1254131" y="3872825"/>
                </a:lnTo>
                <a:lnTo>
                  <a:pt x="1299561" y="3872825"/>
                </a:lnTo>
                <a:lnTo>
                  <a:pt x="1299561" y="3841906"/>
                </a:lnTo>
                <a:close/>
                <a:moveTo>
                  <a:pt x="1202488" y="3841906"/>
                </a:moveTo>
                <a:lnTo>
                  <a:pt x="1156946" y="3865235"/>
                </a:lnTo>
                <a:lnTo>
                  <a:pt x="1156946" y="3887001"/>
                </a:lnTo>
                <a:lnTo>
                  <a:pt x="1140203" y="3887001"/>
                </a:lnTo>
                <a:lnTo>
                  <a:pt x="1140203" y="3920264"/>
                </a:lnTo>
                <a:lnTo>
                  <a:pt x="1156946" y="3920264"/>
                </a:lnTo>
                <a:lnTo>
                  <a:pt x="1156946" y="3961958"/>
                </a:lnTo>
                <a:cubicBezTo>
                  <a:pt x="1156946" y="3975186"/>
                  <a:pt x="1158230" y="3984754"/>
                  <a:pt x="1160797" y="3990663"/>
                </a:cubicBezTo>
                <a:cubicBezTo>
                  <a:pt x="1163365" y="3996571"/>
                  <a:pt x="1167327" y="4000974"/>
                  <a:pt x="1172685" y="4003873"/>
                </a:cubicBezTo>
                <a:cubicBezTo>
                  <a:pt x="1178043" y="4006772"/>
                  <a:pt x="1186377" y="4008221"/>
                  <a:pt x="1197688" y="4008221"/>
                </a:cubicBezTo>
                <a:cubicBezTo>
                  <a:pt x="1207436" y="4008221"/>
                  <a:pt x="1217929" y="4006993"/>
                  <a:pt x="1229165" y="4004538"/>
                </a:cubicBezTo>
                <a:lnTo>
                  <a:pt x="1225817" y="3973177"/>
                </a:lnTo>
                <a:cubicBezTo>
                  <a:pt x="1219789" y="3975109"/>
                  <a:pt x="1215101" y="3976074"/>
                  <a:pt x="1211752" y="3976074"/>
                </a:cubicBezTo>
                <a:cubicBezTo>
                  <a:pt x="1208032" y="3976074"/>
                  <a:pt x="1205427" y="3974812"/>
                  <a:pt x="1203939" y="3972286"/>
                </a:cubicBezTo>
                <a:cubicBezTo>
                  <a:pt x="1202971" y="3970652"/>
                  <a:pt x="1202488" y="3967311"/>
                  <a:pt x="1202488" y="3962261"/>
                </a:cubicBezTo>
                <a:lnTo>
                  <a:pt x="1202488" y="3920264"/>
                </a:lnTo>
                <a:lnTo>
                  <a:pt x="1227491" y="3920264"/>
                </a:lnTo>
                <a:lnTo>
                  <a:pt x="1227491" y="3887001"/>
                </a:lnTo>
                <a:lnTo>
                  <a:pt x="1202488" y="3887001"/>
                </a:lnTo>
                <a:close/>
                <a:moveTo>
                  <a:pt x="3143020" y="3682585"/>
                </a:moveTo>
                <a:lnTo>
                  <a:pt x="3143020" y="3689841"/>
                </a:lnTo>
                <a:cubicBezTo>
                  <a:pt x="3143020" y="3695496"/>
                  <a:pt x="3142109" y="3700091"/>
                  <a:pt x="3140286" y="3703626"/>
                </a:cubicBezTo>
                <a:cubicBezTo>
                  <a:pt x="3138462" y="3707161"/>
                  <a:pt x="3135374" y="3710156"/>
                  <a:pt x="3131021" y="3712611"/>
                </a:cubicBezTo>
                <a:cubicBezTo>
                  <a:pt x="3126668" y="3715067"/>
                  <a:pt x="3121961" y="3716295"/>
                  <a:pt x="3116901" y="3716295"/>
                </a:cubicBezTo>
                <a:cubicBezTo>
                  <a:pt x="3112064" y="3716295"/>
                  <a:pt x="3108399" y="3715160"/>
                  <a:pt x="3105906" y="3712890"/>
                </a:cubicBezTo>
                <a:cubicBezTo>
                  <a:pt x="3103413" y="3710621"/>
                  <a:pt x="3102167" y="3707700"/>
                  <a:pt x="3102167" y="3704128"/>
                </a:cubicBezTo>
                <a:cubicBezTo>
                  <a:pt x="3102167" y="3701003"/>
                  <a:pt x="3103432" y="3698212"/>
                  <a:pt x="3105962" y="3695757"/>
                </a:cubicBezTo>
                <a:cubicBezTo>
                  <a:pt x="3108418" y="3693375"/>
                  <a:pt x="3114259" y="3690957"/>
                  <a:pt x="3123487" y="3688501"/>
                </a:cubicBezTo>
                <a:cubicBezTo>
                  <a:pt x="3130258" y="3686790"/>
                  <a:pt x="3136769" y="3684818"/>
                  <a:pt x="3143020" y="3682585"/>
                </a:cubicBezTo>
                <a:close/>
                <a:moveTo>
                  <a:pt x="1520385" y="3651555"/>
                </a:moveTo>
                <a:cubicBezTo>
                  <a:pt x="1526412" y="3651555"/>
                  <a:pt x="1531398" y="3653843"/>
                  <a:pt x="1535342" y="3658419"/>
                </a:cubicBezTo>
                <a:cubicBezTo>
                  <a:pt x="1539286" y="3662996"/>
                  <a:pt x="1541258" y="3669935"/>
                  <a:pt x="1541258" y="3679237"/>
                </a:cubicBezTo>
                <a:cubicBezTo>
                  <a:pt x="1541258" y="3689506"/>
                  <a:pt x="1539323" y="3696910"/>
                  <a:pt x="1535453" y="3701449"/>
                </a:cubicBezTo>
                <a:cubicBezTo>
                  <a:pt x="1531584" y="3705989"/>
                  <a:pt x="1526747" y="3708258"/>
                  <a:pt x="1520943" y="3708258"/>
                </a:cubicBezTo>
                <a:cubicBezTo>
                  <a:pt x="1515511" y="3708258"/>
                  <a:pt x="1510953" y="3706007"/>
                  <a:pt x="1507269" y="3701505"/>
                </a:cubicBezTo>
                <a:cubicBezTo>
                  <a:pt x="1503585" y="3697003"/>
                  <a:pt x="1501744" y="3689915"/>
                  <a:pt x="1501744" y="3680241"/>
                </a:cubicBezTo>
                <a:cubicBezTo>
                  <a:pt x="1501744" y="3669898"/>
                  <a:pt x="1503530" y="3662531"/>
                  <a:pt x="1507102" y="3658140"/>
                </a:cubicBezTo>
                <a:cubicBezTo>
                  <a:pt x="1510673" y="3653750"/>
                  <a:pt x="1515101" y="3651555"/>
                  <a:pt x="1520385" y="3651555"/>
                </a:cubicBezTo>
                <a:close/>
                <a:moveTo>
                  <a:pt x="2210649" y="3648876"/>
                </a:moveTo>
                <a:cubicBezTo>
                  <a:pt x="2216900" y="3648876"/>
                  <a:pt x="2222146" y="3651387"/>
                  <a:pt x="2226388" y="3656410"/>
                </a:cubicBezTo>
                <a:cubicBezTo>
                  <a:pt x="2230629" y="3661433"/>
                  <a:pt x="2232750" y="3669079"/>
                  <a:pt x="2232750" y="3679348"/>
                </a:cubicBezTo>
                <a:cubicBezTo>
                  <a:pt x="2232750" y="3690362"/>
                  <a:pt x="2230648" y="3698361"/>
                  <a:pt x="2226444" y="3703347"/>
                </a:cubicBezTo>
                <a:cubicBezTo>
                  <a:pt x="2222239" y="3708333"/>
                  <a:pt x="2216863" y="3710825"/>
                  <a:pt x="2210314" y="3710825"/>
                </a:cubicBezTo>
                <a:cubicBezTo>
                  <a:pt x="2203840" y="3710825"/>
                  <a:pt x="2198464" y="3708295"/>
                  <a:pt x="2194185" y="3703235"/>
                </a:cubicBezTo>
                <a:cubicBezTo>
                  <a:pt x="2189906" y="3698175"/>
                  <a:pt x="2187767" y="3690362"/>
                  <a:pt x="2187767" y="3679795"/>
                </a:cubicBezTo>
                <a:cubicBezTo>
                  <a:pt x="2187767" y="3669377"/>
                  <a:pt x="2189925" y="3661619"/>
                  <a:pt x="2194241" y="3656522"/>
                </a:cubicBezTo>
                <a:cubicBezTo>
                  <a:pt x="2198557" y="3651424"/>
                  <a:pt x="2204026" y="3648876"/>
                  <a:pt x="2210649" y="3648876"/>
                </a:cubicBezTo>
                <a:close/>
                <a:moveTo>
                  <a:pt x="3534959" y="3644523"/>
                </a:moveTo>
                <a:cubicBezTo>
                  <a:pt x="3541210" y="3644523"/>
                  <a:pt x="3546251" y="3646420"/>
                  <a:pt x="3550084" y="3650215"/>
                </a:cubicBezTo>
                <a:cubicBezTo>
                  <a:pt x="3553916" y="3654010"/>
                  <a:pt x="3556279" y="3660298"/>
                  <a:pt x="3557172" y="3669079"/>
                </a:cubicBezTo>
                <a:lnTo>
                  <a:pt x="3512412" y="3669079"/>
                </a:lnTo>
                <a:cubicBezTo>
                  <a:pt x="3513156" y="3662010"/>
                  <a:pt x="3514905" y="3656689"/>
                  <a:pt x="3517658" y="3653117"/>
                </a:cubicBezTo>
                <a:cubicBezTo>
                  <a:pt x="3521974" y="3647387"/>
                  <a:pt x="3527741" y="3644523"/>
                  <a:pt x="3534959" y="3644523"/>
                </a:cubicBezTo>
                <a:close/>
                <a:moveTo>
                  <a:pt x="1677584" y="3644523"/>
                </a:moveTo>
                <a:cubicBezTo>
                  <a:pt x="1683835" y="3644523"/>
                  <a:pt x="1688877" y="3646420"/>
                  <a:pt x="1692709" y="3650215"/>
                </a:cubicBezTo>
                <a:cubicBezTo>
                  <a:pt x="1696541" y="3654010"/>
                  <a:pt x="1698904" y="3660298"/>
                  <a:pt x="1699797" y="3669079"/>
                </a:cubicBezTo>
                <a:lnTo>
                  <a:pt x="1655037" y="3669079"/>
                </a:lnTo>
                <a:cubicBezTo>
                  <a:pt x="1655781" y="3662010"/>
                  <a:pt x="1657530" y="3656689"/>
                  <a:pt x="1660283" y="3653117"/>
                </a:cubicBezTo>
                <a:cubicBezTo>
                  <a:pt x="1664599" y="3647387"/>
                  <a:pt x="1670366" y="3644523"/>
                  <a:pt x="1677584" y="3644523"/>
                </a:cubicBezTo>
                <a:close/>
                <a:moveTo>
                  <a:pt x="1372784" y="3644523"/>
                </a:moveTo>
                <a:cubicBezTo>
                  <a:pt x="1379035" y="3644523"/>
                  <a:pt x="1384077" y="3646420"/>
                  <a:pt x="1387909" y="3650215"/>
                </a:cubicBezTo>
                <a:cubicBezTo>
                  <a:pt x="1391741" y="3654010"/>
                  <a:pt x="1394104" y="3660298"/>
                  <a:pt x="1394997" y="3669079"/>
                </a:cubicBezTo>
                <a:lnTo>
                  <a:pt x="1350237" y="3669079"/>
                </a:lnTo>
                <a:cubicBezTo>
                  <a:pt x="1350981" y="3662010"/>
                  <a:pt x="1352730" y="3656689"/>
                  <a:pt x="1355483" y="3653117"/>
                </a:cubicBezTo>
                <a:cubicBezTo>
                  <a:pt x="1359799" y="3647387"/>
                  <a:pt x="1365566" y="3644523"/>
                  <a:pt x="1372784" y="3644523"/>
                </a:cubicBezTo>
                <a:close/>
                <a:moveTo>
                  <a:pt x="736209" y="3630458"/>
                </a:moveTo>
                <a:cubicBezTo>
                  <a:pt x="728470" y="3630458"/>
                  <a:pt x="721829" y="3633211"/>
                  <a:pt x="716285" y="3638718"/>
                </a:cubicBezTo>
                <a:cubicBezTo>
                  <a:pt x="710741" y="3644225"/>
                  <a:pt x="707969" y="3650885"/>
                  <a:pt x="707969" y="3658698"/>
                </a:cubicBezTo>
                <a:cubicBezTo>
                  <a:pt x="707969" y="3666512"/>
                  <a:pt x="710741" y="3673191"/>
                  <a:pt x="716285" y="3678734"/>
                </a:cubicBezTo>
                <a:cubicBezTo>
                  <a:pt x="721829" y="3684278"/>
                  <a:pt x="728470" y="3687050"/>
                  <a:pt x="736209" y="3687050"/>
                </a:cubicBezTo>
                <a:cubicBezTo>
                  <a:pt x="744023" y="3687050"/>
                  <a:pt x="750702" y="3684278"/>
                  <a:pt x="756245" y="3678734"/>
                </a:cubicBezTo>
                <a:cubicBezTo>
                  <a:pt x="761789" y="3673191"/>
                  <a:pt x="764561" y="3666512"/>
                  <a:pt x="764561" y="3658698"/>
                </a:cubicBezTo>
                <a:cubicBezTo>
                  <a:pt x="764561" y="3650885"/>
                  <a:pt x="761789" y="3644225"/>
                  <a:pt x="756245" y="3638718"/>
                </a:cubicBezTo>
                <a:cubicBezTo>
                  <a:pt x="750702" y="3633211"/>
                  <a:pt x="744023" y="3630458"/>
                  <a:pt x="736209" y="3630458"/>
                </a:cubicBezTo>
                <a:close/>
                <a:moveTo>
                  <a:pt x="2835281" y="3620301"/>
                </a:moveTo>
                <a:lnTo>
                  <a:pt x="2835281" y="3738842"/>
                </a:lnTo>
                <a:lnTo>
                  <a:pt x="2880711" y="3738842"/>
                </a:lnTo>
                <a:lnTo>
                  <a:pt x="2880711" y="3620301"/>
                </a:lnTo>
                <a:close/>
                <a:moveTo>
                  <a:pt x="2528360" y="3620301"/>
                </a:moveTo>
                <a:lnTo>
                  <a:pt x="2528360" y="3695757"/>
                </a:lnTo>
                <a:cubicBezTo>
                  <a:pt x="2528360" y="3711309"/>
                  <a:pt x="2531913" y="3722825"/>
                  <a:pt x="2539020" y="3730303"/>
                </a:cubicBezTo>
                <a:cubicBezTo>
                  <a:pt x="2546127" y="3737782"/>
                  <a:pt x="2555931" y="3741521"/>
                  <a:pt x="2568432" y="3741521"/>
                </a:cubicBezTo>
                <a:cubicBezTo>
                  <a:pt x="2577808" y="3741521"/>
                  <a:pt x="2585715" y="3739847"/>
                  <a:pt x="2592152" y="3736498"/>
                </a:cubicBezTo>
                <a:cubicBezTo>
                  <a:pt x="2598588" y="3733150"/>
                  <a:pt x="2604969" y="3727531"/>
                  <a:pt x="2611295" y="3719643"/>
                </a:cubicBezTo>
                <a:lnTo>
                  <a:pt x="2611295" y="3738842"/>
                </a:lnTo>
                <a:lnTo>
                  <a:pt x="2653711" y="3738842"/>
                </a:lnTo>
                <a:lnTo>
                  <a:pt x="2653711" y="3620301"/>
                </a:lnTo>
                <a:lnTo>
                  <a:pt x="2608281" y="3620301"/>
                </a:lnTo>
                <a:lnTo>
                  <a:pt x="2608281" y="3677339"/>
                </a:lnTo>
                <a:cubicBezTo>
                  <a:pt x="2608281" y="3688129"/>
                  <a:pt x="2606551" y="3695608"/>
                  <a:pt x="2603090" y="3699775"/>
                </a:cubicBezTo>
                <a:cubicBezTo>
                  <a:pt x="2599630" y="3703942"/>
                  <a:pt x="2595184" y="3706026"/>
                  <a:pt x="2589752" y="3706026"/>
                </a:cubicBezTo>
                <a:cubicBezTo>
                  <a:pt x="2584766" y="3706026"/>
                  <a:pt x="2580896" y="3704463"/>
                  <a:pt x="2578143" y="3701338"/>
                </a:cubicBezTo>
                <a:cubicBezTo>
                  <a:pt x="2575390" y="3698212"/>
                  <a:pt x="2574013" y="3692929"/>
                  <a:pt x="2574013" y="3685487"/>
                </a:cubicBezTo>
                <a:lnTo>
                  <a:pt x="2574013" y="3620301"/>
                </a:lnTo>
                <a:close/>
                <a:moveTo>
                  <a:pt x="1156760" y="3620301"/>
                </a:moveTo>
                <a:lnTo>
                  <a:pt x="1156760" y="3695757"/>
                </a:lnTo>
                <a:cubicBezTo>
                  <a:pt x="1156760" y="3711309"/>
                  <a:pt x="1160313" y="3722825"/>
                  <a:pt x="1167420" y="3730303"/>
                </a:cubicBezTo>
                <a:cubicBezTo>
                  <a:pt x="1174527" y="3737782"/>
                  <a:pt x="1184331" y="3741521"/>
                  <a:pt x="1196832" y="3741521"/>
                </a:cubicBezTo>
                <a:cubicBezTo>
                  <a:pt x="1206208" y="3741521"/>
                  <a:pt x="1214115" y="3739847"/>
                  <a:pt x="1220552" y="3736498"/>
                </a:cubicBezTo>
                <a:cubicBezTo>
                  <a:pt x="1226989" y="3733150"/>
                  <a:pt x="1233369" y="3727531"/>
                  <a:pt x="1239695" y="3719643"/>
                </a:cubicBezTo>
                <a:lnTo>
                  <a:pt x="1239695" y="3738842"/>
                </a:lnTo>
                <a:lnTo>
                  <a:pt x="1282111" y="3738842"/>
                </a:lnTo>
                <a:lnTo>
                  <a:pt x="1282111" y="3620301"/>
                </a:lnTo>
                <a:lnTo>
                  <a:pt x="1236681" y="3620301"/>
                </a:lnTo>
                <a:lnTo>
                  <a:pt x="1236681" y="3677339"/>
                </a:lnTo>
                <a:cubicBezTo>
                  <a:pt x="1236681" y="3688129"/>
                  <a:pt x="1234951" y="3695608"/>
                  <a:pt x="1231491" y="3699775"/>
                </a:cubicBezTo>
                <a:cubicBezTo>
                  <a:pt x="1228030" y="3703942"/>
                  <a:pt x="1223584" y="3706026"/>
                  <a:pt x="1218152" y="3706026"/>
                </a:cubicBezTo>
                <a:cubicBezTo>
                  <a:pt x="1213166" y="3706026"/>
                  <a:pt x="1209297" y="3704463"/>
                  <a:pt x="1206543" y="3701338"/>
                </a:cubicBezTo>
                <a:cubicBezTo>
                  <a:pt x="1203790" y="3698212"/>
                  <a:pt x="1202413" y="3692929"/>
                  <a:pt x="1202413" y="3685487"/>
                </a:cubicBezTo>
                <a:lnTo>
                  <a:pt x="1202413" y="3620301"/>
                </a:lnTo>
                <a:close/>
                <a:moveTo>
                  <a:pt x="3533062" y="3617622"/>
                </a:moveTo>
                <a:cubicBezTo>
                  <a:pt x="3512151" y="3617622"/>
                  <a:pt x="3495762" y="3623352"/>
                  <a:pt x="3483892" y="3634811"/>
                </a:cubicBezTo>
                <a:cubicBezTo>
                  <a:pt x="3472023" y="3646271"/>
                  <a:pt x="3466089" y="3661266"/>
                  <a:pt x="3466089" y="3679795"/>
                </a:cubicBezTo>
                <a:cubicBezTo>
                  <a:pt x="3466089" y="3692817"/>
                  <a:pt x="3469047" y="3704147"/>
                  <a:pt x="3474963" y="3713783"/>
                </a:cubicBezTo>
                <a:cubicBezTo>
                  <a:pt x="3480879" y="3723420"/>
                  <a:pt x="3488339" y="3730452"/>
                  <a:pt x="3497343" y="3734880"/>
                </a:cubicBezTo>
                <a:cubicBezTo>
                  <a:pt x="3506347" y="3739307"/>
                  <a:pt x="3518700" y="3741521"/>
                  <a:pt x="3534401" y="3741521"/>
                </a:cubicBezTo>
                <a:cubicBezTo>
                  <a:pt x="3552484" y="3741521"/>
                  <a:pt x="3566362" y="3738935"/>
                  <a:pt x="3576036" y="3733763"/>
                </a:cubicBezTo>
                <a:cubicBezTo>
                  <a:pt x="3585710" y="3728592"/>
                  <a:pt x="3593969" y="3720053"/>
                  <a:pt x="3600816" y="3708147"/>
                </a:cubicBezTo>
                <a:lnTo>
                  <a:pt x="3556056" y="3704017"/>
                </a:lnTo>
                <a:cubicBezTo>
                  <a:pt x="3553228" y="3707588"/>
                  <a:pt x="3550586" y="3710081"/>
                  <a:pt x="3548130" y="3711495"/>
                </a:cubicBezTo>
                <a:cubicBezTo>
                  <a:pt x="3544112" y="3713728"/>
                  <a:pt x="3539870" y="3714844"/>
                  <a:pt x="3535406" y="3714844"/>
                </a:cubicBezTo>
                <a:cubicBezTo>
                  <a:pt x="3528336" y="3714844"/>
                  <a:pt x="3522606" y="3712277"/>
                  <a:pt x="3518216" y="3707142"/>
                </a:cubicBezTo>
                <a:cubicBezTo>
                  <a:pt x="3515091" y="3703570"/>
                  <a:pt x="3513119" y="3698138"/>
                  <a:pt x="3512300" y="3690845"/>
                </a:cubicBezTo>
                <a:lnTo>
                  <a:pt x="3603383" y="3690845"/>
                </a:lnTo>
                <a:lnTo>
                  <a:pt x="3603383" y="3685711"/>
                </a:lnTo>
                <a:cubicBezTo>
                  <a:pt x="3603383" y="3670084"/>
                  <a:pt x="3600816" y="3657396"/>
                  <a:pt x="3595681" y="3647648"/>
                </a:cubicBezTo>
                <a:cubicBezTo>
                  <a:pt x="3590546" y="3637900"/>
                  <a:pt x="3583068" y="3630458"/>
                  <a:pt x="3573245" y="3625324"/>
                </a:cubicBezTo>
                <a:cubicBezTo>
                  <a:pt x="3563422" y="3620189"/>
                  <a:pt x="3550028" y="3617622"/>
                  <a:pt x="3533062" y="3617622"/>
                </a:cubicBezTo>
                <a:close/>
                <a:moveTo>
                  <a:pt x="3383489" y="3617622"/>
                </a:moveTo>
                <a:cubicBezTo>
                  <a:pt x="3370095" y="3617622"/>
                  <a:pt x="3359416" y="3619016"/>
                  <a:pt x="3351454" y="3621803"/>
                </a:cubicBezTo>
                <a:cubicBezTo>
                  <a:pt x="3343492" y="3624591"/>
                  <a:pt x="3337241" y="3628810"/>
                  <a:pt x="3332702" y="3634459"/>
                </a:cubicBezTo>
                <a:cubicBezTo>
                  <a:pt x="3328162" y="3640109"/>
                  <a:pt x="3325893" y="3646837"/>
                  <a:pt x="3325893" y="3654643"/>
                </a:cubicBezTo>
                <a:cubicBezTo>
                  <a:pt x="3325893" y="3661780"/>
                  <a:pt x="3327995" y="3668136"/>
                  <a:pt x="3332199" y="3673711"/>
                </a:cubicBezTo>
                <a:cubicBezTo>
                  <a:pt x="3336404" y="3679287"/>
                  <a:pt x="3341576" y="3683245"/>
                  <a:pt x="3347715" y="3685587"/>
                </a:cubicBezTo>
                <a:cubicBezTo>
                  <a:pt x="3353854" y="3687928"/>
                  <a:pt x="3364811" y="3690474"/>
                  <a:pt x="3380587" y="3693224"/>
                </a:cubicBezTo>
                <a:cubicBezTo>
                  <a:pt x="3391154" y="3695082"/>
                  <a:pt x="3397665" y="3696643"/>
                  <a:pt x="3400121" y="3697905"/>
                </a:cubicBezTo>
                <a:cubicBezTo>
                  <a:pt x="3403544" y="3699689"/>
                  <a:pt x="3405255" y="3702215"/>
                  <a:pt x="3405255" y="3705485"/>
                </a:cubicBezTo>
                <a:cubicBezTo>
                  <a:pt x="3405255" y="3708383"/>
                  <a:pt x="3403953" y="3710797"/>
                  <a:pt x="3401349" y="3712728"/>
                </a:cubicBezTo>
                <a:cubicBezTo>
                  <a:pt x="3398000" y="3715329"/>
                  <a:pt x="3393275" y="3716630"/>
                  <a:pt x="3387173" y="3716630"/>
                </a:cubicBezTo>
                <a:cubicBezTo>
                  <a:pt x="3381592" y="3716630"/>
                  <a:pt x="3377127" y="3715476"/>
                  <a:pt x="3373778" y="3713169"/>
                </a:cubicBezTo>
                <a:cubicBezTo>
                  <a:pt x="3370430" y="3710863"/>
                  <a:pt x="3367825" y="3707030"/>
                  <a:pt x="3365965" y="3701672"/>
                </a:cubicBezTo>
                <a:lnTo>
                  <a:pt x="3320870" y="3705914"/>
                </a:lnTo>
                <a:cubicBezTo>
                  <a:pt x="3323474" y="3717299"/>
                  <a:pt x="3329372" y="3726080"/>
                  <a:pt x="3338562" y="3732257"/>
                </a:cubicBezTo>
                <a:cubicBezTo>
                  <a:pt x="3347752" y="3738433"/>
                  <a:pt x="3363174" y="3741521"/>
                  <a:pt x="3384829" y="3741521"/>
                </a:cubicBezTo>
                <a:cubicBezTo>
                  <a:pt x="3400158" y="3741521"/>
                  <a:pt x="3412269" y="3739607"/>
                  <a:pt x="3421161" y="3735779"/>
                </a:cubicBezTo>
                <a:cubicBezTo>
                  <a:pt x="3430054" y="3731950"/>
                  <a:pt x="3436565" y="3726803"/>
                  <a:pt x="3440695" y="3720335"/>
                </a:cubicBezTo>
                <a:cubicBezTo>
                  <a:pt x="3444825" y="3713867"/>
                  <a:pt x="3446890" y="3707214"/>
                  <a:pt x="3446890" y="3700375"/>
                </a:cubicBezTo>
                <a:cubicBezTo>
                  <a:pt x="3446890" y="3693610"/>
                  <a:pt x="3444937" y="3687403"/>
                  <a:pt x="3441030" y="3681753"/>
                </a:cubicBezTo>
                <a:cubicBezTo>
                  <a:pt x="3437123" y="3676104"/>
                  <a:pt x="3431486" y="3671755"/>
                  <a:pt x="3424119" y="3668707"/>
                </a:cubicBezTo>
                <a:cubicBezTo>
                  <a:pt x="3416752" y="3665659"/>
                  <a:pt x="3405516" y="3663280"/>
                  <a:pt x="3390410" y="3661571"/>
                </a:cubicBezTo>
                <a:cubicBezTo>
                  <a:pt x="3380438" y="3660381"/>
                  <a:pt x="3373964" y="3659044"/>
                  <a:pt x="3370988" y="3657558"/>
                </a:cubicBezTo>
                <a:cubicBezTo>
                  <a:pt x="3368011" y="3656072"/>
                  <a:pt x="3366523" y="3653880"/>
                  <a:pt x="3366523" y="3650983"/>
                </a:cubicBezTo>
                <a:cubicBezTo>
                  <a:pt x="3366523" y="3648382"/>
                  <a:pt x="3367695" y="3646171"/>
                  <a:pt x="3370039" y="3644351"/>
                </a:cubicBezTo>
                <a:cubicBezTo>
                  <a:pt x="3372383" y="3642530"/>
                  <a:pt x="3376122" y="3641620"/>
                  <a:pt x="3381257" y="3641620"/>
                </a:cubicBezTo>
                <a:cubicBezTo>
                  <a:pt x="3386317" y="3641620"/>
                  <a:pt x="3390633" y="3642811"/>
                  <a:pt x="3394205" y="3645192"/>
                </a:cubicBezTo>
                <a:cubicBezTo>
                  <a:pt x="3396809" y="3646978"/>
                  <a:pt x="3398670" y="3649769"/>
                  <a:pt x="3399786" y="3653564"/>
                </a:cubicBezTo>
                <a:lnTo>
                  <a:pt x="3442872" y="3649322"/>
                </a:lnTo>
                <a:cubicBezTo>
                  <a:pt x="3439895" y="3641583"/>
                  <a:pt x="3436156" y="3635444"/>
                  <a:pt x="3431654" y="3630905"/>
                </a:cubicBezTo>
                <a:cubicBezTo>
                  <a:pt x="3427152" y="3626365"/>
                  <a:pt x="3421533" y="3623017"/>
                  <a:pt x="3414799" y="3620859"/>
                </a:cubicBezTo>
                <a:cubicBezTo>
                  <a:pt x="3408065" y="3618701"/>
                  <a:pt x="3397628" y="3617622"/>
                  <a:pt x="3383489" y="3617622"/>
                </a:cubicBezTo>
                <a:close/>
                <a:moveTo>
                  <a:pt x="3286379" y="3617622"/>
                </a:moveTo>
                <a:cubicBezTo>
                  <a:pt x="3279979" y="3617622"/>
                  <a:pt x="3274603" y="3619203"/>
                  <a:pt x="3270250" y="3622366"/>
                </a:cubicBezTo>
                <a:cubicBezTo>
                  <a:pt x="3265896" y="3625528"/>
                  <a:pt x="3261673" y="3631314"/>
                  <a:pt x="3257581" y="3639723"/>
                </a:cubicBezTo>
                <a:lnTo>
                  <a:pt x="3257581" y="3620301"/>
                </a:lnTo>
                <a:lnTo>
                  <a:pt x="3215053" y="3620301"/>
                </a:lnTo>
                <a:lnTo>
                  <a:pt x="3215053" y="3738842"/>
                </a:lnTo>
                <a:lnTo>
                  <a:pt x="3260706" y="3738842"/>
                </a:lnTo>
                <a:lnTo>
                  <a:pt x="3260706" y="3699105"/>
                </a:lnTo>
                <a:cubicBezTo>
                  <a:pt x="3260706" y="3680130"/>
                  <a:pt x="3263050" y="3667181"/>
                  <a:pt x="3267738" y="3660261"/>
                </a:cubicBezTo>
                <a:cubicBezTo>
                  <a:pt x="3271012" y="3655350"/>
                  <a:pt x="3275626" y="3652894"/>
                  <a:pt x="3281579" y="3652894"/>
                </a:cubicBezTo>
                <a:cubicBezTo>
                  <a:pt x="3284705" y="3652894"/>
                  <a:pt x="3288946" y="3654010"/>
                  <a:pt x="3294304" y="3656243"/>
                </a:cubicBezTo>
                <a:lnTo>
                  <a:pt x="3308368" y="3623873"/>
                </a:lnTo>
                <a:cubicBezTo>
                  <a:pt x="3300406" y="3619705"/>
                  <a:pt x="3293076" y="3617622"/>
                  <a:pt x="3286379" y="3617622"/>
                </a:cubicBezTo>
                <a:close/>
                <a:moveTo>
                  <a:pt x="3121477" y="3617622"/>
                </a:moveTo>
                <a:cubicBezTo>
                  <a:pt x="3112994" y="3617622"/>
                  <a:pt x="3105106" y="3618254"/>
                  <a:pt x="3097814" y="3619519"/>
                </a:cubicBezTo>
                <a:cubicBezTo>
                  <a:pt x="3090521" y="3620784"/>
                  <a:pt x="3084791" y="3622570"/>
                  <a:pt x="3080624" y="3624877"/>
                </a:cubicBezTo>
                <a:cubicBezTo>
                  <a:pt x="3074820" y="3628077"/>
                  <a:pt x="3070374" y="3631854"/>
                  <a:pt x="3067285" y="3636207"/>
                </a:cubicBezTo>
                <a:cubicBezTo>
                  <a:pt x="3064197" y="3640560"/>
                  <a:pt x="3061835" y="3646532"/>
                  <a:pt x="3060197" y="3654122"/>
                </a:cubicBezTo>
                <a:lnTo>
                  <a:pt x="3103618" y="3658698"/>
                </a:lnTo>
                <a:cubicBezTo>
                  <a:pt x="3105404" y="3653564"/>
                  <a:pt x="3107748" y="3650066"/>
                  <a:pt x="3110650" y="3648206"/>
                </a:cubicBezTo>
                <a:cubicBezTo>
                  <a:pt x="3114371" y="3645825"/>
                  <a:pt x="3119952" y="3644634"/>
                  <a:pt x="3127393" y="3644634"/>
                </a:cubicBezTo>
                <a:cubicBezTo>
                  <a:pt x="3133198" y="3644634"/>
                  <a:pt x="3137253" y="3645750"/>
                  <a:pt x="3139560" y="3647983"/>
                </a:cubicBezTo>
                <a:cubicBezTo>
                  <a:pt x="3141867" y="3650215"/>
                  <a:pt x="3143020" y="3654122"/>
                  <a:pt x="3143020" y="3659703"/>
                </a:cubicBezTo>
                <a:cubicBezTo>
                  <a:pt x="3137365" y="3661935"/>
                  <a:pt x="3132007" y="3663740"/>
                  <a:pt x="3126947" y="3665116"/>
                </a:cubicBezTo>
                <a:cubicBezTo>
                  <a:pt x="3121887" y="3666493"/>
                  <a:pt x="3110836" y="3668893"/>
                  <a:pt x="3093795" y="3672316"/>
                </a:cubicBezTo>
                <a:cubicBezTo>
                  <a:pt x="3079582" y="3675144"/>
                  <a:pt x="3069834" y="3679460"/>
                  <a:pt x="3064551" y="3685264"/>
                </a:cubicBezTo>
                <a:cubicBezTo>
                  <a:pt x="3059267" y="3691069"/>
                  <a:pt x="3056626" y="3698473"/>
                  <a:pt x="3056626" y="3707477"/>
                </a:cubicBezTo>
                <a:cubicBezTo>
                  <a:pt x="3056626" y="3717076"/>
                  <a:pt x="3060290" y="3725150"/>
                  <a:pt x="3067620" y="3731699"/>
                </a:cubicBezTo>
                <a:cubicBezTo>
                  <a:pt x="3074950" y="3738247"/>
                  <a:pt x="3085684" y="3741521"/>
                  <a:pt x="3099823" y="3741521"/>
                </a:cubicBezTo>
                <a:cubicBezTo>
                  <a:pt x="3110464" y="3741521"/>
                  <a:pt x="3119803" y="3739884"/>
                  <a:pt x="3127840" y="3736610"/>
                </a:cubicBezTo>
                <a:cubicBezTo>
                  <a:pt x="3133718" y="3734154"/>
                  <a:pt x="3139634" y="3730061"/>
                  <a:pt x="3145588" y="3724332"/>
                </a:cubicBezTo>
                <a:cubicBezTo>
                  <a:pt x="3146108" y="3727755"/>
                  <a:pt x="3146629" y="3730266"/>
                  <a:pt x="3147150" y="3731866"/>
                </a:cubicBezTo>
                <a:cubicBezTo>
                  <a:pt x="3147671" y="3733466"/>
                  <a:pt x="3148787" y="3735791"/>
                  <a:pt x="3150499" y="3738842"/>
                </a:cubicBezTo>
                <a:lnTo>
                  <a:pt x="3193138" y="3738842"/>
                </a:lnTo>
                <a:cubicBezTo>
                  <a:pt x="3190757" y="3733931"/>
                  <a:pt x="3189213" y="3729894"/>
                  <a:pt x="3188506" y="3726731"/>
                </a:cubicBezTo>
                <a:cubicBezTo>
                  <a:pt x="3187799" y="3723569"/>
                  <a:pt x="3187445" y="3719197"/>
                  <a:pt x="3187445" y="3713616"/>
                </a:cubicBezTo>
                <a:lnTo>
                  <a:pt x="3187445" y="3661266"/>
                </a:lnTo>
                <a:cubicBezTo>
                  <a:pt x="3187445" y="3655685"/>
                  <a:pt x="3186329" y="3649825"/>
                  <a:pt x="3184097" y="3643685"/>
                </a:cubicBezTo>
                <a:cubicBezTo>
                  <a:pt x="3181864" y="3637546"/>
                  <a:pt x="3178813" y="3632802"/>
                  <a:pt x="3174944" y="3629454"/>
                </a:cubicBezTo>
                <a:cubicBezTo>
                  <a:pt x="3169437" y="3624617"/>
                  <a:pt x="3162554" y="3621436"/>
                  <a:pt x="3154294" y="3619910"/>
                </a:cubicBezTo>
                <a:cubicBezTo>
                  <a:pt x="3146034" y="3618385"/>
                  <a:pt x="3135095" y="3617622"/>
                  <a:pt x="3121477" y="3617622"/>
                </a:cubicBezTo>
                <a:close/>
                <a:moveTo>
                  <a:pt x="2973431" y="3617622"/>
                </a:moveTo>
                <a:cubicBezTo>
                  <a:pt x="2959590" y="3617622"/>
                  <a:pt x="2948241" y="3619443"/>
                  <a:pt x="2939386" y="3623086"/>
                </a:cubicBezTo>
                <a:cubicBezTo>
                  <a:pt x="2933805" y="3625391"/>
                  <a:pt x="2928373" y="3628903"/>
                  <a:pt x="2923089" y="3633625"/>
                </a:cubicBezTo>
                <a:cubicBezTo>
                  <a:pt x="2917806" y="3638346"/>
                  <a:pt x="2913639" y="3643680"/>
                  <a:pt x="2910588" y="3649627"/>
                </a:cubicBezTo>
                <a:cubicBezTo>
                  <a:pt x="2906421" y="3657732"/>
                  <a:pt x="2904337" y="3667880"/>
                  <a:pt x="2904337" y="3680074"/>
                </a:cubicBezTo>
                <a:cubicBezTo>
                  <a:pt x="2904337" y="3691746"/>
                  <a:pt x="2906049" y="3701114"/>
                  <a:pt x="2909472" y="3708177"/>
                </a:cubicBezTo>
                <a:cubicBezTo>
                  <a:pt x="2912895" y="3715240"/>
                  <a:pt x="2917620" y="3721392"/>
                  <a:pt x="2923648" y="3726634"/>
                </a:cubicBezTo>
                <a:cubicBezTo>
                  <a:pt x="2929675" y="3731875"/>
                  <a:pt x="2936875" y="3735667"/>
                  <a:pt x="2945246" y="3738009"/>
                </a:cubicBezTo>
                <a:cubicBezTo>
                  <a:pt x="2953618" y="3740350"/>
                  <a:pt x="2964092" y="3741521"/>
                  <a:pt x="2976668" y="3741521"/>
                </a:cubicBezTo>
                <a:cubicBezTo>
                  <a:pt x="2989690" y="3741521"/>
                  <a:pt x="3000424" y="3739698"/>
                  <a:pt x="3008870" y="3736052"/>
                </a:cubicBezTo>
                <a:cubicBezTo>
                  <a:pt x="3017316" y="3732406"/>
                  <a:pt x="3024255" y="3727290"/>
                  <a:pt x="3029688" y="3720704"/>
                </a:cubicBezTo>
                <a:cubicBezTo>
                  <a:pt x="3035120" y="3714118"/>
                  <a:pt x="3039027" y="3706323"/>
                  <a:pt x="3041408" y="3697319"/>
                </a:cubicBezTo>
                <a:lnTo>
                  <a:pt x="2998210" y="3692408"/>
                </a:lnTo>
                <a:cubicBezTo>
                  <a:pt x="2996201" y="3698733"/>
                  <a:pt x="2993169" y="3703421"/>
                  <a:pt x="2989113" y="3706472"/>
                </a:cubicBezTo>
                <a:cubicBezTo>
                  <a:pt x="2985058" y="3709523"/>
                  <a:pt x="2980053" y="3711049"/>
                  <a:pt x="2974100" y="3711049"/>
                </a:cubicBezTo>
                <a:cubicBezTo>
                  <a:pt x="2966957" y="3711049"/>
                  <a:pt x="2961078" y="3708523"/>
                  <a:pt x="2956464" y="3703472"/>
                </a:cubicBezTo>
                <a:cubicBezTo>
                  <a:pt x="2951851" y="3698422"/>
                  <a:pt x="2949544" y="3691031"/>
                  <a:pt x="2949544" y="3681300"/>
                </a:cubicBezTo>
                <a:cubicBezTo>
                  <a:pt x="2949544" y="3670380"/>
                  <a:pt x="2951869" y="3662227"/>
                  <a:pt x="2956520" y="3656842"/>
                </a:cubicBezTo>
                <a:cubicBezTo>
                  <a:pt x="2961171" y="3651457"/>
                  <a:pt x="2967254" y="3648764"/>
                  <a:pt x="2974770" y="3648764"/>
                </a:cubicBezTo>
                <a:cubicBezTo>
                  <a:pt x="2980723" y="3648764"/>
                  <a:pt x="2985467" y="3650048"/>
                  <a:pt x="2989002" y="3652615"/>
                </a:cubicBezTo>
                <a:cubicBezTo>
                  <a:pt x="2992536" y="3655182"/>
                  <a:pt x="2994973" y="3658996"/>
                  <a:pt x="2996313" y="3664056"/>
                </a:cubicBezTo>
                <a:lnTo>
                  <a:pt x="3039064" y="3658364"/>
                </a:lnTo>
                <a:cubicBezTo>
                  <a:pt x="3034971" y="3645043"/>
                  <a:pt x="3027846" y="3634923"/>
                  <a:pt x="3017688" y="3628003"/>
                </a:cubicBezTo>
                <a:cubicBezTo>
                  <a:pt x="3007531" y="3621082"/>
                  <a:pt x="2992778" y="3617622"/>
                  <a:pt x="2973431" y="3617622"/>
                </a:cubicBezTo>
                <a:close/>
                <a:moveTo>
                  <a:pt x="2766373" y="3617622"/>
                </a:moveTo>
                <a:cubicBezTo>
                  <a:pt x="2757072" y="3617622"/>
                  <a:pt x="2749184" y="3619315"/>
                  <a:pt x="2742710" y="3622701"/>
                </a:cubicBezTo>
                <a:cubicBezTo>
                  <a:pt x="2736236" y="3626086"/>
                  <a:pt x="2729836" y="3631723"/>
                  <a:pt x="2723511" y="3639611"/>
                </a:cubicBezTo>
                <a:lnTo>
                  <a:pt x="2723511" y="3620301"/>
                </a:lnTo>
                <a:lnTo>
                  <a:pt x="2681207" y="3620301"/>
                </a:lnTo>
                <a:lnTo>
                  <a:pt x="2681207" y="3738842"/>
                </a:lnTo>
                <a:lnTo>
                  <a:pt x="2726636" y="3738842"/>
                </a:lnTo>
                <a:lnTo>
                  <a:pt x="2726636" y="3681915"/>
                </a:lnTo>
                <a:cubicBezTo>
                  <a:pt x="2726636" y="3671126"/>
                  <a:pt x="2728348" y="3663647"/>
                  <a:pt x="2731771" y="3659480"/>
                </a:cubicBezTo>
                <a:cubicBezTo>
                  <a:pt x="2735194" y="3655313"/>
                  <a:pt x="2739659" y="3653229"/>
                  <a:pt x="2745165" y="3653229"/>
                </a:cubicBezTo>
                <a:cubicBezTo>
                  <a:pt x="2750151" y="3653229"/>
                  <a:pt x="2754021" y="3654773"/>
                  <a:pt x="2756774" y="3657861"/>
                </a:cubicBezTo>
                <a:cubicBezTo>
                  <a:pt x="2759527" y="3660949"/>
                  <a:pt x="2760904" y="3666214"/>
                  <a:pt x="2760904" y="3673656"/>
                </a:cubicBezTo>
                <a:lnTo>
                  <a:pt x="2760904" y="3738842"/>
                </a:lnTo>
                <a:lnTo>
                  <a:pt x="2806557" y="3738842"/>
                </a:lnTo>
                <a:lnTo>
                  <a:pt x="2806557" y="3663498"/>
                </a:lnTo>
                <a:cubicBezTo>
                  <a:pt x="2806557" y="3647871"/>
                  <a:pt x="2803004" y="3636318"/>
                  <a:pt x="2795897" y="3628840"/>
                </a:cubicBezTo>
                <a:cubicBezTo>
                  <a:pt x="2788791" y="3621361"/>
                  <a:pt x="2778949" y="3617622"/>
                  <a:pt x="2766373" y="3617622"/>
                </a:cubicBezTo>
                <a:close/>
                <a:moveTo>
                  <a:pt x="2383982" y="3617622"/>
                </a:moveTo>
                <a:cubicBezTo>
                  <a:pt x="2375188" y="3617622"/>
                  <a:pt x="2367680" y="3619147"/>
                  <a:pt x="2361458" y="3622198"/>
                </a:cubicBezTo>
                <a:cubicBezTo>
                  <a:pt x="2355236" y="3625249"/>
                  <a:pt x="2349069" y="3630384"/>
                  <a:pt x="2342958" y="3637602"/>
                </a:cubicBezTo>
                <a:lnTo>
                  <a:pt x="2342958" y="3620301"/>
                </a:lnTo>
                <a:lnTo>
                  <a:pt x="2300542" y="3620301"/>
                </a:lnTo>
                <a:lnTo>
                  <a:pt x="2300542" y="3738842"/>
                </a:lnTo>
                <a:lnTo>
                  <a:pt x="2346083" y="3738842"/>
                </a:lnTo>
                <a:lnTo>
                  <a:pt x="2346083" y="3678344"/>
                </a:lnTo>
                <a:cubicBezTo>
                  <a:pt x="2346083" y="3669340"/>
                  <a:pt x="2347763" y="3662866"/>
                  <a:pt x="2351123" y="3658922"/>
                </a:cubicBezTo>
                <a:cubicBezTo>
                  <a:pt x="2354484" y="3654978"/>
                  <a:pt x="2358777" y="3653006"/>
                  <a:pt x="2364005" y="3653006"/>
                </a:cubicBezTo>
                <a:cubicBezTo>
                  <a:pt x="2367215" y="3653006"/>
                  <a:pt x="2370015" y="3653917"/>
                  <a:pt x="2372405" y="3655740"/>
                </a:cubicBezTo>
                <a:cubicBezTo>
                  <a:pt x="2374794" y="3657564"/>
                  <a:pt x="2376474" y="3659963"/>
                  <a:pt x="2377445" y="3662940"/>
                </a:cubicBezTo>
                <a:cubicBezTo>
                  <a:pt x="2378043" y="3664800"/>
                  <a:pt x="2378341" y="3668335"/>
                  <a:pt x="2378341" y="3673544"/>
                </a:cubicBezTo>
                <a:lnTo>
                  <a:pt x="2378341" y="3738842"/>
                </a:lnTo>
                <a:lnTo>
                  <a:pt x="2423883" y="3738842"/>
                </a:lnTo>
                <a:lnTo>
                  <a:pt x="2423883" y="3677674"/>
                </a:lnTo>
                <a:cubicBezTo>
                  <a:pt x="2423883" y="3669116"/>
                  <a:pt x="2425514" y="3662903"/>
                  <a:pt x="2428778" y="3659033"/>
                </a:cubicBezTo>
                <a:cubicBezTo>
                  <a:pt x="2432041" y="3655164"/>
                  <a:pt x="2436342" y="3653229"/>
                  <a:pt x="2441681" y="3653229"/>
                </a:cubicBezTo>
                <a:cubicBezTo>
                  <a:pt x="2446204" y="3653229"/>
                  <a:pt x="2449986" y="3655275"/>
                  <a:pt x="2453026" y="3659368"/>
                </a:cubicBezTo>
                <a:cubicBezTo>
                  <a:pt x="2455103" y="3661973"/>
                  <a:pt x="2456141" y="3665954"/>
                  <a:pt x="2456141" y="3671312"/>
                </a:cubicBezTo>
                <a:lnTo>
                  <a:pt x="2456141" y="3738842"/>
                </a:lnTo>
                <a:lnTo>
                  <a:pt x="2501683" y="3738842"/>
                </a:lnTo>
                <a:lnTo>
                  <a:pt x="2501683" y="3664391"/>
                </a:lnTo>
                <a:cubicBezTo>
                  <a:pt x="2501683" y="3648318"/>
                  <a:pt x="2498116" y="3636504"/>
                  <a:pt x="2490982" y="3628951"/>
                </a:cubicBezTo>
                <a:cubicBezTo>
                  <a:pt x="2483848" y="3621398"/>
                  <a:pt x="2473927" y="3617622"/>
                  <a:pt x="2461220" y="3617622"/>
                </a:cubicBezTo>
                <a:cubicBezTo>
                  <a:pt x="2452600" y="3617622"/>
                  <a:pt x="2445354" y="3619017"/>
                  <a:pt x="2439484" y="3621808"/>
                </a:cubicBezTo>
                <a:cubicBezTo>
                  <a:pt x="2433613" y="3624598"/>
                  <a:pt x="2427111" y="3629863"/>
                  <a:pt x="2419976" y="3637602"/>
                </a:cubicBezTo>
                <a:cubicBezTo>
                  <a:pt x="2416474" y="3630979"/>
                  <a:pt x="2411966" y="3625993"/>
                  <a:pt x="2406451" y="3622645"/>
                </a:cubicBezTo>
                <a:cubicBezTo>
                  <a:pt x="2400936" y="3619296"/>
                  <a:pt x="2393446" y="3617622"/>
                  <a:pt x="2383982" y="3617622"/>
                </a:cubicBezTo>
                <a:close/>
                <a:moveTo>
                  <a:pt x="2209980" y="3617622"/>
                </a:moveTo>
                <a:cubicBezTo>
                  <a:pt x="2189218" y="3617622"/>
                  <a:pt x="2172735" y="3623482"/>
                  <a:pt x="2160531" y="3635202"/>
                </a:cubicBezTo>
                <a:cubicBezTo>
                  <a:pt x="2148328" y="3646922"/>
                  <a:pt x="2142226" y="3661824"/>
                  <a:pt x="2142226" y="3679906"/>
                </a:cubicBezTo>
                <a:cubicBezTo>
                  <a:pt x="2142226" y="3699328"/>
                  <a:pt x="2149444" y="3715030"/>
                  <a:pt x="2163880" y="3727011"/>
                </a:cubicBezTo>
                <a:cubicBezTo>
                  <a:pt x="2175637" y="3736684"/>
                  <a:pt x="2191041" y="3741521"/>
                  <a:pt x="2210091" y="3741521"/>
                </a:cubicBezTo>
                <a:cubicBezTo>
                  <a:pt x="2231448" y="3741521"/>
                  <a:pt x="2248173" y="3735698"/>
                  <a:pt x="2260265" y="3724053"/>
                </a:cubicBezTo>
                <a:cubicBezTo>
                  <a:pt x="2272357" y="3712407"/>
                  <a:pt x="2278403" y="3697468"/>
                  <a:pt x="2278403" y="3679237"/>
                </a:cubicBezTo>
                <a:cubicBezTo>
                  <a:pt x="2278403" y="3663014"/>
                  <a:pt x="2273529" y="3649359"/>
                  <a:pt x="2263781" y="3638272"/>
                </a:cubicBezTo>
                <a:cubicBezTo>
                  <a:pt x="2251651" y="3624505"/>
                  <a:pt x="2233718" y="3617622"/>
                  <a:pt x="2209980" y="3617622"/>
                </a:cubicBezTo>
                <a:close/>
                <a:moveTo>
                  <a:pt x="2059031" y="3617622"/>
                </a:moveTo>
                <a:cubicBezTo>
                  <a:pt x="2045190" y="3617622"/>
                  <a:pt x="2033842" y="3619443"/>
                  <a:pt x="2024986" y="3623086"/>
                </a:cubicBezTo>
                <a:cubicBezTo>
                  <a:pt x="2019405" y="3625391"/>
                  <a:pt x="2013973" y="3628903"/>
                  <a:pt x="2008690" y="3633625"/>
                </a:cubicBezTo>
                <a:cubicBezTo>
                  <a:pt x="2003406" y="3638346"/>
                  <a:pt x="1999239" y="3643680"/>
                  <a:pt x="1996188" y="3649627"/>
                </a:cubicBezTo>
                <a:cubicBezTo>
                  <a:pt x="1992021" y="3657732"/>
                  <a:pt x="1989937" y="3667880"/>
                  <a:pt x="1989937" y="3680074"/>
                </a:cubicBezTo>
                <a:cubicBezTo>
                  <a:pt x="1989937" y="3691746"/>
                  <a:pt x="1991649" y="3701114"/>
                  <a:pt x="1995072" y="3708177"/>
                </a:cubicBezTo>
                <a:cubicBezTo>
                  <a:pt x="1998495" y="3715240"/>
                  <a:pt x="2003220" y="3721392"/>
                  <a:pt x="2009248" y="3726634"/>
                </a:cubicBezTo>
                <a:cubicBezTo>
                  <a:pt x="2015275" y="3731875"/>
                  <a:pt x="2022475" y="3735667"/>
                  <a:pt x="2030846" y="3738009"/>
                </a:cubicBezTo>
                <a:cubicBezTo>
                  <a:pt x="2039218" y="3740350"/>
                  <a:pt x="2049692" y="3741521"/>
                  <a:pt x="2062268" y="3741521"/>
                </a:cubicBezTo>
                <a:cubicBezTo>
                  <a:pt x="2075290" y="3741521"/>
                  <a:pt x="2086024" y="3739698"/>
                  <a:pt x="2094470" y="3736052"/>
                </a:cubicBezTo>
                <a:cubicBezTo>
                  <a:pt x="2102916" y="3732406"/>
                  <a:pt x="2109855" y="3727290"/>
                  <a:pt x="2115288" y="3720704"/>
                </a:cubicBezTo>
                <a:cubicBezTo>
                  <a:pt x="2120720" y="3714118"/>
                  <a:pt x="2124627" y="3706323"/>
                  <a:pt x="2127008" y="3697319"/>
                </a:cubicBezTo>
                <a:lnTo>
                  <a:pt x="2083811" y="3692408"/>
                </a:lnTo>
                <a:cubicBezTo>
                  <a:pt x="2081801" y="3698733"/>
                  <a:pt x="2078769" y="3703421"/>
                  <a:pt x="2074713" y="3706472"/>
                </a:cubicBezTo>
                <a:cubicBezTo>
                  <a:pt x="2070658" y="3709523"/>
                  <a:pt x="2065654" y="3711049"/>
                  <a:pt x="2059701" y="3711049"/>
                </a:cubicBezTo>
                <a:cubicBezTo>
                  <a:pt x="2052557" y="3711049"/>
                  <a:pt x="2046678" y="3708523"/>
                  <a:pt x="2042064" y="3703472"/>
                </a:cubicBezTo>
                <a:cubicBezTo>
                  <a:pt x="2037451" y="3698422"/>
                  <a:pt x="2035144" y="3691031"/>
                  <a:pt x="2035144" y="3681300"/>
                </a:cubicBezTo>
                <a:cubicBezTo>
                  <a:pt x="2035144" y="3670380"/>
                  <a:pt x="2037469" y="3662227"/>
                  <a:pt x="2042120" y="3656842"/>
                </a:cubicBezTo>
                <a:cubicBezTo>
                  <a:pt x="2046771" y="3651457"/>
                  <a:pt x="2052854" y="3648764"/>
                  <a:pt x="2060370" y="3648764"/>
                </a:cubicBezTo>
                <a:cubicBezTo>
                  <a:pt x="2066323" y="3648764"/>
                  <a:pt x="2071067" y="3650048"/>
                  <a:pt x="2074602" y="3652615"/>
                </a:cubicBezTo>
                <a:cubicBezTo>
                  <a:pt x="2078137" y="3655182"/>
                  <a:pt x="2080574" y="3658996"/>
                  <a:pt x="2081913" y="3664056"/>
                </a:cubicBezTo>
                <a:lnTo>
                  <a:pt x="2124664" y="3658364"/>
                </a:lnTo>
                <a:cubicBezTo>
                  <a:pt x="2120571" y="3645043"/>
                  <a:pt x="2113446" y="3634923"/>
                  <a:pt x="2103289" y="3628003"/>
                </a:cubicBezTo>
                <a:cubicBezTo>
                  <a:pt x="2093131" y="3621082"/>
                  <a:pt x="2078378" y="3617622"/>
                  <a:pt x="2059031" y="3617622"/>
                </a:cubicBezTo>
                <a:close/>
                <a:moveTo>
                  <a:pt x="1851974" y="3617622"/>
                </a:moveTo>
                <a:cubicBezTo>
                  <a:pt x="1842672" y="3617622"/>
                  <a:pt x="1834784" y="3619315"/>
                  <a:pt x="1828310" y="3622701"/>
                </a:cubicBezTo>
                <a:cubicBezTo>
                  <a:pt x="1821836" y="3626086"/>
                  <a:pt x="1815436" y="3631723"/>
                  <a:pt x="1809111" y="3639611"/>
                </a:cubicBezTo>
                <a:lnTo>
                  <a:pt x="1809111" y="3620301"/>
                </a:lnTo>
                <a:lnTo>
                  <a:pt x="1766807" y="3620301"/>
                </a:lnTo>
                <a:lnTo>
                  <a:pt x="1766807" y="3738842"/>
                </a:lnTo>
                <a:lnTo>
                  <a:pt x="1812237" y="3738842"/>
                </a:lnTo>
                <a:lnTo>
                  <a:pt x="1812237" y="3681915"/>
                </a:lnTo>
                <a:cubicBezTo>
                  <a:pt x="1812237" y="3671126"/>
                  <a:pt x="1813948" y="3663647"/>
                  <a:pt x="1817371" y="3659480"/>
                </a:cubicBezTo>
                <a:cubicBezTo>
                  <a:pt x="1820794" y="3655313"/>
                  <a:pt x="1825259" y="3653229"/>
                  <a:pt x="1830766" y="3653229"/>
                </a:cubicBezTo>
                <a:cubicBezTo>
                  <a:pt x="1835751" y="3653229"/>
                  <a:pt x="1839621" y="3654773"/>
                  <a:pt x="1842374" y="3657861"/>
                </a:cubicBezTo>
                <a:cubicBezTo>
                  <a:pt x="1845128" y="3660949"/>
                  <a:pt x="1846504" y="3666214"/>
                  <a:pt x="1846504" y="3673656"/>
                </a:cubicBezTo>
                <a:lnTo>
                  <a:pt x="1846504" y="3738842"/>
                </a:lnTo>
                <a:lnTo>
                  <a:pt x="1892157" y="3738842"/>
                </a:lnTo>
                <a:lnTo>
                  <a:pt x="1892157" y="3663498"/>
                </a:lnTo>
                <a:cubicBezTo>
                  <a:pt x="1892157" y="3647871"/>
                  <a:pt x="1888604" y="3636318"/>
                  <a:pt x="1881497" y="3628840"/>
                </a:cubicBezTo>
                <a:cubicBezTo>
                  <a:pt x="1874391" y="3621361"/>
                  <a:pt x="1864550" y="3617622"/>
                  <a:pt x="1851974" y="3617622"/>
                </a:cubicBezTo>
                <a:close/>
                <a:moveTo>
                  <a:pt x="1675687" y="3617622"/>
                </a:moveTo>
                <a:cubicBezTo>
                  <a:pt x="1654776" y="3617622"/>
                  <a:pt x="1638387" y="3623352"/>
                  <a:pt x="1626518" y="3634811"/>
                </a:cubicBezTo>
                <a:cubicBezTo>
                  <a:pt x="1614649" y="3646271"/>
                  <a:pt x="1608714" y="3661266"/>
                  <a:pt x="1608714" y="3679795"/>
                </a:cubicBezTo>
                <a:cubicBezTo>
                  <a:pt x="1608714" y="3692817"/>
                  <a:pt x="1611672" y="3704147"/>
                  <a:pt x="1617588" y="3713783"/>
                </a:cubicBezTo>
                <a:cubicBezTo>
                  <a:pt x="1623504" y="3723420"/>
                  <a:pt x="1630964" y="3730452"/>
                  <a:pt x="1639968" y="3734880"/>
                </a:cubicBezTo>
                <a:cubicBezTo>
                  <a:pt x="1648972" y="3739307"/>
                  <a:pt x="1661325" y="3741521"/>
                  <a:pt x="1677026" y="3741521"/>
                </a:cubicBezTo>
                <a:cubicBezTo>
                  <a:pt x="1695109" y="3741521"/>
                  <a:pt x="1708987" y="3738935"/>
                  <a:pt x="1718661" y="3733763"/>
                </a:cubicBezTo>
                <a:cubicBezTo>
                  <a:pt x="1728334" y="3728592"/>
                  <a:pt x="1736595" y="3720053"/>
                  <a:pt x="1743441" y="3708147"/>
                </a:cubicBezTo>
                <a:lnTo>
                  <a:pt x="1698681" y="3704017"/>
                </a:lnTo>
                <a:cubicBezTo>
                  <a:pt x="1695853" y="3707588"/>
                  <a:pt x="1693211" y="3710081"/>
                  <a:pt x="1690756" y="3711495"/>
                </a:cubicBezTo>
                <a:cubicBezTo>
                  <a:pt x="1686737" y="3713728"/>
                  <a:pt x="1682496" y="3714844"/>
                  <a:pt x="1678031" y="3714844"/>
                </a:cubicBezTo>
                <a:cubicBezTo>
                  <a:pt x="1670962" y="3714844"/>
                  <a:pt x="1665232" y="3712277"/>
                  <a:pt x="1660841" y="3707142"/>
                </a:cubicBezTo>
                <a:cubicBezTo>
                  <a:pt x="1657716" y="3703570"/>
                  <a:pt x="1655744" y="3698138"/>
                  <a:pt x="1654925" y="3690845"/>
                </a:cubicBezTo>
                <a:lnTo>
                  <a:pt x="1746008" y="3690845"/>
                </a:lnTo>
                <a:lnTo>
                  <a:pt x="1746008" y="3685711"/>
                </a:lnTo>
                <a:cubicBezTo>
                  <a:pt x="1746008" y="3670084"/>
                  <a:pt x="1743441" y="3657396"/>
                  <a:pt x="1738306" y="3647648"/>
                </a:cubicBezTo>
                <a:cubicBezTo>
                  <a:pt x="1733172" y="3637900"/>
                  <a:pt x="1725693" y="3630458"/>
                  <a:pt x="1715870" y="3625324"/>
                </a:cubicBezTo>
                <a:cubicBezTo>
                  <a:pt x="1706048" y="3620189"/>
                  <a:pt x="1692653" y="3617622"/>
                  <a:pt x="1675687" y="3617622"/>
                </a:cubicBezTo>
                <a:close/>
                <a:moveTo>
                  <a:pt x="1370887" y="3617622"/>
                </a:moveTo>
                <a:cubicBezTo>
                  <a:pt x="1349976" y="3617622"/>
                  <a:pt x="1333587" y="3623352"/>
                  <a:pt x="1321718" y="3634811"/>
                </a:cubicBezTo>
                <a:cubicBezTo>
                  <a:pt x="1309848" y="3646271"/>
                  <a:pt x="1303914" y="3661266"/>
                  <a:pt x="1303914" y="3679795"/>
                </a:cubicBezTo>
                <a:cubicBezTo>
                  <a:pt x="1303914" y="3692817"/>
                  <a:pt x="1306872" y="3704147"/>
                  <a:pt x="1312788" y="3713783"/>
                </a:cubicBezTo>
                <a:cubicBezTo>
                  <a:pt x="1318704" y="3723420"/>
                  <a:pt x="1326164" y="3730452"/>
                  <a:pt x="1335168" y="3734880"/>
                </a:cubicBezTo>
                <a:cubicBezTo>
                  <a:pt x="1344172" y="3739307"/>
                  <a:pt x="1356525" y="3741521"/>
                  <a:pt x="1372226" y="3741521"/>
                </a:cubicBezTo>
                <a:cubicBezTo>
                  <a:pt x="1390309" y="3741521"/>
                  <a:pt x="1404187" y="3738935"/>
                  <a:pt x="1413861" y="3733763"/>
                </a:cubicBezTo>
                <a:cubicBezTo>
                  <a:pt x="1423535" y="3728592"/>
                  <a:pt x="1431795" y="3720053"/>
                  <a:pt x="1438641" y="3708147"/>
                </a:cubicBezTo>
                <a:lnTo>
                  <a:pt x="1393881" y="3704017"/>
                </a:lnTo>
                <a:cubicBezTo>
                  <a:pt x="1391053" y="3707588"/>
                  <a:pt x="1388411" y="3710081"/>
                  <a:pt x="1385955" y="3711495"/>
                </a:cubicBezTo>
                <a:cubicBezTo>
                  <a:pt x="1381937" y="3713728"/>
                  <a:pt x="1377695" y="3714844"/>
                  <a:pt x="1373231" y="3714844"/>
                </a:cubicBezTo>
                <a:cubicBezTo>
                  <a:pt x="1366161" y="3714844"/>
                  <a:pt x="1360432" y="3712277"/>
                  <a:pt x="1356041" y="3707142"/>
                </a:cubicBezTo>
                <a:cubicBezTo>
                  <a:pt x="1352916" y="3703570"/>
                  <a:pt x="1350944" y="3698138"/>
                  <a:pt x="1350125" y="3690845"/>
                </a:cubicBezTo>
                <a:lnTo>
                  <a:pt x="1441208" y="3690845"/>
                </a:lnTo>
                <a:lnTo>
                  <a:pt x="1441208" y="3685711"/>
                </a:lnTo>
                <a:cubicBezTo>
                  <a:pt x="1441208" y="3670084"/>
                  <a:pt x="1438641" y="3657396"/>
                  <a:pt x="1433506" y="3647648"/>
                </a:cubicBezTo>
                <a:cubicBezTo>
                  <a:pt x="1428371" y="3637900"/>
                  <a:pt x="1420893" y="3630458"/>
                  <a:pt x="1411070" y="3625324"/>
                </a:cubicBezTo>
                <a:cubicBezTo>
                  <a:pt x="1401248" y="3620189"/>
                  <a:pt x="1387853" y="3617622"/>
                  <a:pt x="1370887" y="3617622"/>
                </a:cubicBezTo>
                <a:close/>
                <a:moveTo>
                  <a:pt x="1048860" y="3608469"/>
                </a:moveTo>
                <a:lnTo>
                  <a:pt x="1063259" y="3608469"/>
                </a:lnTo>
                <a:cubicBezTo>
                  <a:pt x="1072710" y="3608469"/>
                  <a:pt x="1079147" y="3610255"/>
                  <a:pt x="1082570" y="3613827"/>
                </a:cubicBezTo>
                <a:cubicBezTo>
                  <a:pt x="1085992" y="3617398"/>
                  <a:pt x="1087704" y="3621752"/>
                  <a:pt x="1087704" y="3626886"/>
                </a:cubicBezTo>
                <a:cubicBezTo>
                  <a:pt x="1087704" y="3632170"/>
                  <a:pt x="1085732" y="3636504"/>
                  <a:pt x="1081788" y="3639890"/>
                </a:cubicBezTo>
                <a:cubicBezTo>
                  <a:pt x="1077844" y="3643276"/>
                  <a:pt x="1070998" y="3644969"/>
                  <a:pt x="1061250" y="3644969"/>
                </a:cubicBezTo>
                <a:lnTo>
                  <a:pt x="1048860" y="3644969"/>
                </a:lnTo>
                <a:close/>
                <a:moveTo>
                  <a:pt x="2835281" y="3575206"/>
                </a:moveTo>
                <a:lnTo>
                  <a:pt x="2835281" y="3606125"/>
                </a:lnTo>
                <a:lnTo>
                  <a:pt x="2880711" y="3606125"/>
                </a:lnTo>
                <a:lnTo>
                  <a:pt x="2880711" y="3575206"/>
                </a:lnTo>
                <a:close/>
                <a:moveTo>
                  <a:pt x="1540923" y="3575206"/>
                </a:moveTo>
                <a:lnTo>
                  <a:pt x="1540923" y="3631909"/>
                </a:lnTo>
                <a:cubicBezTo>
                  <a:pt x="1536458" y="3627147"/>
                  <a:pt x="1531342" y="3623575"/>
                  <a:pt x="1525575" y="3621194"/>
                </a:cubicBezTo>
                <a:cubicBezTo>
                  <a:pt x="1519808" y="3618812"/>
                  <a:pt x="1513390" y="3617622"/>
                  <a:pt x="1506320" y="3617622"/>
                </a:cubicBezTo>
                <a:cubicBezTo>
                  <a:pt x="1491809" y="3617622"/>
                  <a:pt x="1479848" y="3622831"/>
                  <a:pt x="1470434" y="3633249"/>
                </a:cubicBezTo>
                <a:cubicBezTo>
                  <a:pt x="1461021" y="3643667"/>
                  <a:pt x="1456314" y="3658698"/>
                  <a:pt x="1456314" y="3678344"/>
                </a:cubicBezTo>
                <a:cubicBezTo>
                  <a:pt x="1456314" y="3695905"/>
                  <a:pt x="1460574" y="3710825"/>
                  <a:pt x="1469095" y="3723104"/>
                </a:cubicBezTo>
                <a:cubicBezTo>
                  <a:pt x="1477615" y="3735382"/>
                  <a:pt x="1489949" y="3741521"/>
                  <a:pt x="1506097" y="3741521"/>
                </a:cubicBezTo>
                <a:cubicBezTo>
                  <a:pt x="1514134" y="3741521"/>
                  <a:pt x="1521426" y="3739810"/>
                  <a:pt x="1527975" y="3736387"/>
                </a:cubicBezTo>
                <a:cubicBezTo>
                  <a:pt x="1532886" y="3733782"/>
                  <a:pt x="1538318" y="3728759"/>
                  <a:pt x="1544272" y="3721318"/>
                </a:cubicBezTo>
                <a:lnTo>
                  <a:pt x="1544272" y="3738842"/>
                </a:lnTo>
                <a:lnTo>
                  <a:pt x="1586799" y="3738842"/>
                </a:lnTo>
                <a:lnTo>
                  <a:pt x="1586799" y="3575206"/>
                </a:lnTo>
                <a:close/>
                <a:moveTo>
                  <a:pt x="998073" y="3575206"/>
                </a:moveTo>
                <a:lnTo>
                  <a:pt x="998073" y="3738842"/>
                </a:lnTo>
                <a:lnTo>
                  <a:pt x="1048860" y="3738842"/>
                </a:lnTo>
                <a:lnTo>
                  <a:pt x="1048860" y="3678120"/>
                </a:lnTo>
                <a:lnTo>
                  <a:pt x="1076542" y="3678120"/>
                </a:lnTo>
                <a:cubicBezTo>
                  <a:pt x="1096931" y="3678120"/>
                  <a:pt x="1112093" y="3673470"/>
                  <a:pt x="1122027" y="3664168"/>
                </a:cubicBezTo>
                <a:cubicBezTo>
                  <a:pt x="1131962" y="3654866"/>
                  <a:pt x="1136929" y="3641955"/>
                  <a:pt x="1136929" y="3625435"/>
                </a:cubicBezTo>
                <a:cubicBezTo>
                  <a:pt x="1136929" y="3609362"/>
                  <a:pt x="1132371" y="3596972"/>
                  <a:pt x="1123255" y="3588265"/>
                </a:cubicBezTo>
                <a:cubicBezTo>
                  <a:pt x="1114140" y="3579559"/>
                  <a:pt x="1100429" y="3575206"/>
                  <a:pt x="1082123" y="3575206"/>
                </a:cubicBezTo>
                <a:close/>
                <a:moveTo>
                  <a:pt x="3443318" y="3140851"/>
                </a:moveTo>
                <a:lnTo>
                  <a:pt x="3443318" y="3186392"/>
                </a:lnTo>
                <a:lnTo>
                  <a:pt x="3491873" y="3186392"/>
                </a:lnTo>
                <a:lnTo>
                  <a:pt x="3491873" y="3140851"/>
                </a:lnTo>
                <a:close/>
                <a:moveTo>
                  <a:pt x="2914420" y="3130135"/>
                </a:moveTo>
                <a:lnTo>
                  <a:pt x="2914420" y="3137391"/>
                </a:lnTo>
                <a:cubicBezTo>
                  <a:pt x="2914420" y="3143046"/>
                  <a:pt x="2913509" y="3147641"/>
                  <a:pt x="2911686" y="3151176"/>
                </a:cubicBezTo>
                <a:cubicBezTo>
                  <a:pt x="2909862" y="3154711"/>
                  <a:pt x="2906774" y="3157706"/>
                  <a:pt x="2902421" y="3160161"/>
                </a:cubicBezTo>
                <a:cubicBezTo>
                  <a:pt x="2898068" y="3162617"/>
                  <a:pt x="2893361" y="3163845"/>
                  <a:pt x="2888301" y="3163845"/>
                </a:cubicBezTo>
                <a:cubicBezTo>
                  <a:pt x="2883464" y="3163845"/>
                  <a:pt x="2879799" y="3162710"/>
                  <a:pt x="2877306" y="3160440"/>
                </a:cubicBezTo>
                <a:cubicBezTo>
                  <a:pt x="2874813" y="3158171"/>
                  <a:pt x="2873567" y="3155250"/>
                  <a:pt x="2873567" y="3151678"/>
                </a:cubicBezTo>
                <a:cubicBezTo>
                  <a:pt x="2873567" y="3148553"/>
                  <a:pt x="2874832" y="3145762"/>
                  <a:pt x="2877362" y="3143306"/>
                </a:cubicBezTo>
                <a:cubicBezTo>
                  <a:pt x="2879818" y="3140925"/>
                  <a:pt x="2885659" y="3138507"/>
                  <a:pt x="2894887" y="3136051"/>
                </a:cubicBezTo>
                <a:cubicBezTo>
                  <a:pt x="2901658" y="3134340"/>
                  <a:pt x="2908169" y="3132368"/>
                  <a:pt x="2914420" y="3130135"/>
                </a:cubicBezTo>
                <a:close/>
                <a:moveTo>
                  <a:pt x="1333270" y="3130135"/>
                </a:moveTo>
                <a:lnTo>
                  <a:pt x="1333270" y="3137391"/>
                </a:lnTo>
                <a:cubicBezTo>
                  <a:pt x="1333270" y="3143046"/>
                  <a:pt x="1332359" y="3147641"/>
                  <a:pt x="1330536" y="3151176"/>
                </a:cubicBezTo>
                <a:cubicBezTo>
                  <a:pt x="1328713" y="3154711"/>
                  <a:pt x="1325624" y="3157706"/>
                  <a:pt x="1321271" y="3160161"/>
                </a:cubicBezTo>
                <a:cubicBezTo>
                  <a:pt x="1316918" y="3162617"/>
                  <a:pt x="1312211" y="3163845"/>
                  <a:pt x="1307151" y="3163845"/>
                </a:cubicBezTo>
                <a:cubicBezTo>
                  <a:pt x="1302314" y="3163845"/>
                  <a:pt x="1298649" y="3162710"/>
                  <a:pt x="1296156" y="3160440"/>
                </a:cubicBezTo>
                <a:cubicBezTo>
                  <a:pt x="1293664" y="3158171"/>
                  <a:pt x="1292417" y="3155250"/>
                  <a:pt x="1292417" y="3151678"/>
                </a:cubicBezTo>
                <a:cubicBezTo>
                  <a:pt x="1292417" y="3148553"/>
                  <a:pt x="1293682" y="3145762"/>
                  <a:pt x="1296212" y="3143306"/>
                </a:cubicBezTo>
                <a:cubicBezTo>
                  <a:pt x="1298668" y="3140925"/>
                  <a:pt x="1304509" y="3138507"/>
                  <a:pt x="1313737" y="3136051"/>
                </a:cubicBezTo>
                <a:cubicBezTo>
                  <a:pt x="1320508" y="3134340"/>
                  <a:pt x="1327020" y="3132368"/>
                  <a:pt x="1333270" y="3130135"/>
                </a:cubicBezTo>
                <a:close/>
                <a:moveTo>
                  <a:pt x="2671756" y="3099105"/>
                </a:moveTo>
                <a:cubicBezTo>
                  <a:pt x="2676891" y="3099105"/>
                  <a:pt x="2681262" y="3101300"/>
                  <a:pt x="2684872" y="3105690"/>
                </a:cubicBezTo>
                <a:cubicBezTo>
                  <a:pt x="2688481" y="3110081"/>
                  <a:pt x="2690285" y="3116964"/>
                  <a:pt x="2690285" y="3126340"/>
                </a:cubicBezTo>
                <a:cubicBezTo>
                  <a:pt x="2690285" y="3136981"/>
                  <a:pt x="2688443" y="3144553"/>
                  <a:pt x="2684760" y="3149055"/>
                </a:cubicBezTo>
                <a:cubicBezTo>
                  <a:pt x="2681076" y="3153557"/>
                  <a:pt x="2676519" y="3155808"/>
                  <a:pt x="2671086" y="3155808"/>
                </a:cubicBezTo>
                <a:cubicBezTo>
                  <a:pt x="2665208" y="3155808"/>
                  <a:pt x="2660352" y="3153520"/>
                  <a:pt x="2656520" y="3148943"/>
                </a:cubicBezTo>
                <a:cubicBezTo>
                  <a:pt x="2652687" y="3144367"/>
                  <a:pt x="2650771" y="3136981"/>
                  <a:pt x="2650771" y="3126787"/>
                </a:cubicBezTo>
                <a:cubicBezTo>
                  <a:pt x="2650771" y="3117485"/>
                  <a:pt x="2652725" y="3110546"/>
                  <a:pt x="2656631" y="3105969"/>
                </a:cubicBezTo>
                <a:cubicBezTo>
                  <a:pt x="2660538" y="3101393"/>
                  <a:pt x="2665580" y="3099105"/>
                  <a:pt x="2671756" y="3099105"/>
                </a:cubicBezTo>
                <a:close/>
                <a:moveTo>
                  <a:pt x="1890706" y="3099105"/>
                </a:moveTo>
                <a:cubicBezTo>
                  <a:pt x="1895841" y="3099105"/>
                  <a:pt x="1900213" y="3101300"/>
                  <a:pt x="1903822" y="3105690"/>
                </a:cubicBezTo>
                <a:cubicBezTo>
                  <a:pt x="1907431" y="3110081"/>
                  <a:pt x="1909235" y="3116964"/>
                  <a:pt x="1909235" y="3126340"/>
                </a:cubicBezTo>
                <a:cubicBezTo>
                  <a:pt x="1909235" y="3136981"/>
                  <a:pt x="1907394" y="3144553"/>
                  <a:pt x="1903710" y="3149055"/>
                </a:cubicBezTo>
                <a:cubicBezTo>
                  <a:pt x="1900027" y="3153557"/>
                  <a:pt x="1895469" y="3155808"/>
                  <a:pt x="1890036" y="3155808"/>
                </a:cubicBezTo>
                <a:cubicBezTo>
                  <a:pt x="1884158" y="3155808"/>
                  <a:pt x="1879302" y="3153520"/>
                  <a:pt x="1875470" y="3148943"/>
                </a:cubicBezTo>
                <a:cubicBezTo>
                  <a:pt x="1871637" y="3144367"/>
                  <a:pt x="1869722" y="3136981"/>
                  <a:pt x="1869722" y="3126787"/>
                </a:cubicBezTo>
                <a:cubicBezTo>
                  <a:pt x="1869722" y="3117485"/>
                  <a:pt x="1871675" y="3110546"/>
                  <a:pt x="1875582" y="3105969"/>
                </a:cubicBezTo>
                <a:cubicBezTo>
                  <a:pt x="1879488" y="3101393"/>
                  <a:pt x="1884530" y="3099105"/>
                  <a:pt x="1890706" y="3099105"/>
                </a:cubicBezTo>
                <a:close/>
                <a:moveTo>
                  <a:pt x="1054106" y="3098100"/>
                </a:moveTo>
                <a:cubicBezTo>
                  <a:pt x="1059911" y="3098100"/>
                  <a:pt x="1064822" y="3100388"/>
                  <a:pt x="1068840" y="3104965"/>
                </a:cubicBezTo>
                <a:cubicBezTo>
                  <a:pt x="1072859" y="3109541"/>
                  <a:pt x="1074868" y="3116145"/>
                  <a:pt x="1074868" y="3124778"/>
                </a:cubicBezTo>
                <a:cubicBezTo>
                  <a:pt x="1074868" y="3133410"/>
                  <a:pt x="1072952" y="3139865"/>
                  <a:pt x="1069119" y="3144144"/>
                </a:cubicBezTo>
                <a:cubicBezTo>
                  <a:pt x="1065287" y="3148423"/>
                  <a:pt x="1060543" y="3150562"/>
                  <a:pt x="1054888" y="3150562"/>
                </a:cubicBezTo>
                <a:cubicBezTo>
                  <a:pt x="1048935" y="3150562"/>
                  <a:pt x="1044135" y="3148497"/>
                  <a:pt x="1040488" y="3144367"/>
                </a:cubicBezTo>
                <a:cubicBezTo>
                  <a:pt x="1036842" y="3140237"/>
                  <a:pt x="1035019" y="3133893"/>
                  <a:pt x="1035019" y="3125335"/>
                </a:cubicBezTo>
                <a:cubicBezTo>
                  <a:pt x="1035019" y="3115587"/>
                  <a:pt x="1036749" y="3108611"/>
                  <a:pt x="1040209" y="3104406"/>
                </a:cubicBezTo>
                <a:cubicBezTo>
                  <a:pt x="1043670" y="3100202"/>
                  <a:pt x="1048302" y="3098100"/>
                  <a:pt x="1054106" y="3098100"/>
                </a:cubicBezTo>
                <a:close/>
                <a:moveTo>
                  <a:pt x="3353649" y="3096426"/>
                </a:moveTo>
                <a:cubicBezTo>
                  <a:pt x="3359900" y="3096426"/>
                  <a:pt x="3365146" y="3098937"/>
                  <a:pt x="3369388" y="3103960"/>
                </a:cubicBezTo>
                <a:cubicBezTo>
                  <a:pt x="3373629" y="3108983"/>
                  <a:pt x="3375750" y="3116629"/>
                  <a:pt x="3375750" y="3126898"/>
                </a:cubicBezTo>
                <a:cubicBezTo>
                  <a:pt x="3375750" y="3137912"/>
                  <a:pt x="3373648" y="3145911"/>
                  <a:pt x="3369444" y="3150897"/>
                </a:cubicBezTo>
                <a:cubicBezTo>
                  <a:pt x="3365239" y="3155883"/>
                  <a:pt x="3359863" y="3158375"/>
                  <a:pt x="3353314" y="3158375"/>
                </a:cubicBezTo>
                <a:cubicBezTo>
                  <a:pt x="3346840" y="3158375"/>
                  <a:pt x="3341464" y="3155845"/>
                  <a:pt x="3337185" y="3150785"/>
                </a:cubicBezTo>
                <a:cubicBezTo>
                  <a:pt x="3332906" y="3145725"/>
                  <a:pt x="3330767" y="3137912"/>
                  <a:pt x="3330767" y="3127345"/>
                </a:cubicBezTo>
                <a:cubicBezTo>
                  <a:pt x="3330767" y="3116927"/>
                  <a:pt x="3332925" y="3109169"/>
                  <a:pt x="3337241" y="3104072"/>
                </a:cubicBezTo>
                <a:cubicBezTo>
                  <a:pt x="3341557" y="3098974"/>
                  <a:pt x="3347026" y="3096426"/>
                  <a:pt x="3353649" y="3096426"/>
                </a:cubicBezTo>
                <a:close/>
                <a:moveTo>
                  <a:pt x="2296374" y="3096426"/>
                </a:moveTo>
                <a:cubicBezTo>
                  <a:pt x="2302625" y="3096426"/>
                  <a:pt x="2307871" y="3098937"/>
                  <a:pt x="2312113" y="3103960"/>
                </a:cubicBezTo>
                <a:cubicBezTo>
                  <a:pt x="2316354" y="3108983"/>
                  <a:pt x="2318475" y="3116629"/>
                  <a:pt x="2318475" y="3126898"/>
                </a:cubicBezTo>
                <a:cubicBezTo>
                  <a:pt x="2318475" y="3137912"/>
                  <a:pt x="2316373" y="3145911"/>
                  <a:pt x="2312169" y="3150897"/>
                </a:cubicBezTo>
                <a:cubicBezTo>
                  <a:pt x="2307964" y="3155883"/>
                  <a:pt x="2302588" y="3158375"/>
                  <a:pt x="2296039" y="3158375"/>
                </a:cubicBezTo>
                <a:cubicBezTo>
                  <a:pt x="2289565" y="3158375"/>
                  <a:pt x="2284189" y="3155845"/>
                  <a:pt x="2279910" y="3150785"/>
                </a:cubicBezTo>
                <a:cubicBezTo>
                  <a:pt x="2275631" y="3145725"/>
                  <a:pt x="2273492" y="3137912"/>
                  <a:pt x="2273492" y="3127345"/>
                </a:cubicBezTo>
                <a:cubicBezTo>
                  <a:pt x="2273492" y="3116927"/>
                  <a:pt x="2275650" y="3109169"/>
                  <a:pt x="2279966" y="3104072"/>
                </a:cubicBezTo>
                <a:cubicBezTo>
                  <a:pt x="2284282" y="3098974"/>
                  <a:pt x="2289751" y="3096426"/>
                  <a:pt x="2296374" y="3096426"/>
                </a:cubicBezTo>
                <a:close/>
                <a:moveTo>
                  <a:pt x="1975910" y="3067851"/>
                </a:moveTo>
                <a:lnTo>
                  <a:pt x="1975910" y="3143306"/>
                </a:lnTo>
                <a:cubicBezTo>
                  <a:pt x="1975910" y="3158859"/>
                  <a:pt x="1979463" y="3170375"/>
                  <a:pt x="1986570" y="3177853"/>
                </a:cubicBezTo>
                <a:cubicBezTo>
                  <a:pt x="1993677" y="3185332"/>
                  <a:pt x="2003481" y="3189071"/>
                  <a:pt x="2015982" y="3189071"/>
                </a:cubicBezTo>
                <a:cubicBezTo>
                  <a:pt x="2025358" y="3189071"/>
                  <a:pt x="2033265" y="3187397"/>
                  <a:pt x="2039702" y="3184048"/>
                </a:cubicBezTo>
                <a:cubicBezTo>
                  <a:pt x="2046139" y="3180700"/>
                  <a:pt x="2052519" y="3175081"/>
                  <a:pt x="2058845" y="3167194"/>
                </a:cubicBezTo>
                <a:lnTo>
                  <a:pt x="2058845" y="3186392"/>
                </a:lnTo>
                <a:lnTo>
                  <a:pt x="2101261" y="3186392"/>
                </a:lnTo>
                <a:lnTo>
                  <a:pt x="2101261" y="3067851"/>
                </a:lnTo>
                <a:lnTo>
                  <a:pt x="2055831" y="3067851"/>
                </a:lnTo>
                <a:lnTo>
                  <a:pt x="2055831" y="3124889"/>
                </a:lnTo>
                <a:cubicBezTo>
                  <a:pt x="2055831" y="3135679"/>
                  <a:pt x="2054101" y="3143158"/>
                  <a:pt x="2050641" y="3147325"/>
                </a:cubicBezTo>
                <a:cubicBezTo>
                  <a:pt x="2047180" y="3151492"/>
                  <a:pt x="2042734" y="3153576"/>
                  <a:pt x="2037302" y="3153576"/>
                </a:cubicBezTo>
                <a:cubicBezTo>
                  <a:pt x="2032316" y="3153576"/>
                  <a:pt x="2028447" y="3152013"/>
                  <a:pt x="2025693" y="3148888"/>
                </a:cubicBezTo>
                <a:cubicBezTo>
                  <a:pt x="2022940" y="3145762"/>
                  <a:pt x="2021563" y="3140479"/>
                  <a:pt x="2021563" y="3133037"/>
                </a:cubicBezTo>
                <a:lnTo>
                  <a:pt x="2021563" y="3067851"/>
                </a:lnTo>
                <a:close/>
                <a:moveTo>
                  <a:pt x="1749431" y="3067851"/>
                </a:moveTo>
                <a:lnTo>
                  <a:pt x="1749431" y="3186392"/>
                </a:lnTo>
                <a:lnTo>
                  <a:pt x="1794861" y="3186392"/>
                </a:lnTo>
                <a:lnTo>
                  <a:pt x="1794861" y="3067851"/>
                </a:lnTo>
                <a:close/>
                <a:moveTo>
                  <a:pt x="3352980" y="3065172"/>
                </a:moveTo>
                <a:cubicBezTo>
                  <a:pt x="3332218" y="3065172"/>
                  <a:pt x="3315735" y="3071032"/>
                  <a:pt x="3303531" y="3082752"/>
                </a:cubicBezTo>
                <a:cubicBezTo>
                  <a:pt x="3291327" y="3094472"/>
                  <a:pt x="3285226" y="3109374"/>
                  <a:pt x="3285226" y="3127456"/>
                </a:cubicBezTo>
                <a:cubicBezTo>
                  <a:pt x="3285226" y="3146878"/>
                  <a:pt x="3292444" y="3162580"/>
                  <a:pt x="3306880" y="3174561"/>
                </a:cubicBezTo>
                <a:cubicBezTo>
                  <a:pt x="3318637" y="3184234"/>
                  <a:pt x="3334041" y="3189071"/>
                  <a:pt x="3353091" y="3189071"/>
                </a:cubicBezTo>
                <a:cubicBezTo>
                  <a:pt x="3374448" y="3189071"/>
                  <a:pt x="3391173" y="3183248"/>
                  <a:pt x="3403265" y="3171603"/>
                </a:cubicBezTo>
                <a:cubicBezTo>
                  <a:pt x="3415357" y="3159957"/>
                  <a:pt x="3421403" y="3145018"/>
                  <a:pt x="3421403" y="3126787"/>
                </a:cubicBezTo>
                <a:cubicBezTo>
                  <a:pt x="3421403" y="3110564"/>
                  <a:pt x="3416529" y="3096909"/>
                  <a:pt x="3406781" y="3085822"/>
                </a:cubicBezTo>
                <a:cubicBezTo>
                  <a:pt x="3394651" y="3072055"/>
                  <a:pt x="3376718" y="3065172"/>
                  <a:pt x="3352980" y="3065172"/>
                </a:cubicBezTo>
                <a:close/>
                <a:moveTo>
                  <a:pt x="3202031" y="3065172"/>
                </a:moveTo>
                <a:cubicBezTo>
                  <a:pt x="3188190" y="3065172"/>
                  <a:pt x="3176841" y="3066993"/>
                  <a:pt x="3167986" y="3070636"/>
                </a:cubicBezTo>
                <a:cubicBezTo>
                  <a:pt x="3162405" y="3072941"/>
                  <a:pt x="3156973" y="3076453"/>
                  <a:pt x="3151689" y="3081174"/>
                </a:cubicBezTo>
                <a:cubicBezTo>
                  <a:pt x="3146406" y="3085896"/>
                  <a:pt x="3142239" y="3091230"/>
                  <a:pt x="3139188" y="3097177"/>
                </a:cubicBezTo>
                <a:cubicBezTo>
                  <a:pt x="3135021" y="3105282"/>
                  <a:pt x="3132937" y="3115430"/>
                  <a:pt x="3132937" y="3127624"/>
                </a:cubicBezTo>
                <a:cubicBezTo>
                  <a:pt x="3132937" y="3139296"/>
                  <a:pt x="3134649" y="3148664"/>
                  <a:pt x="3138072" y="3155727"/>
                </a:cubicBezTo>
                <a:cubicBezTo>
                  <a:pt x="3141495" y="3162790"/>
                  <a:pt x="3146220" y="3168942"/>
                  <a:pt x="3152248" y="3174184"/>
                </a:cubicBezTo>
                <a:cubicBezTo>
                  <a:pt x="3158275" y="3179425"/>
                  <a:pt x="3165475" y="3183217"/>
                  <a:pt x="3173846" y="3185559"/>
                </a:cubicBezTo>
                <a:cubicBezTo>
                  <a:pt x="3182218" y="3187900"/>
                  <a:pt x="3192692" y="3189071"/>
                  <a:pt x="3205268" y="3189071"/>
                </a:cubicBezTo>
                <a:cubicBezTo>
                  <a:pt x="3218290" y="3189071"/>
                  <a:pt x="3229024" y="3187248"/>
                  <a:pt x="3237470" y="3183602"/>
                </a:cubicBezTo>
                <a:cubicBezTo>
                  <a:pt x="3245916" y="3179955"/>
                  <a:pt x="3252855" y="3174840"/>
                  <a:pt x="3258288" y="3168254"/>
                </a:cubicBezTo>
                <a:cubicBezTo>
                  <a:pt x="3263720" y="3161668"/>
                  <a:pt x="3267627" y="3153873"/>
                  <a:pt x="3270008" y="3144869"/>
                </a:cubicBezTo>
                <a:lnTo>
                  <a:pt x="3226810" y="3139958"/>
                </a:lnTo>
                <a:cubicBezTo>
                  <a:pt x="3224801" y="3146283"/>
                  <a:pt x="3221769" y="3150971"/>
                  <a:pt x="3217713" y="3154022"/>
                </a:cubicBezTo>
                <a:cubicBezTo>
                  <a:pt x="3213658" y="3157073"/>
                  <a:pt x="3208653" y="3158599"/>
                  <a:pt x="3202700" y="3158599"/>
                </a:cubicBezTo>
                <a:cubicBezTo>
                  <a:pt x="3195557" y="3158599"/>
                  <a:pt x="3189678" y="3156073"/>
                  <a:pt x="3185064" y="3151022"/>
                </a:cubicBezTo>
                <a:cubicBezTo>
                  <a:pt x="3180451" y="3145972"/>
                  <a:pt x="3178144" y="3138581"/>
                  <a:pt x="3178144" y="3128850"/>
                </a:cubicBezTo>
                <a:cubicBezTo>
                  <a:pt x="3178144" y="3117930"/>
                  <a:pt x="3180469" y="3109777"/>
                  <a:pt x="3185120" y="3104392"/>
                </a:cubicBezTo>
                <a:cubicBezTo>
                  <a:pt x="3189771" y="3099007"/>
                  <a:pt x="3195854" y="3096314"/>
                  <a:pt x="3203370" y="3096314"/>
                </a:cubicBezTo>
                <a:cubicBezTo>
                  <a:pt x="3209323" y="3096314"/>
                  <a:pt x="3214067" y="3097598"/>
                  <a:pt x="3217602" y="3100165"/>
                </a:cubicBezTo>
                <a:cubicBezTo>
                  <a:pt x="3221136" y="3102732"/>
                  <a:pt x="3223573" y="3106546"/>
                  <a:pt x="3224913" y="3111606"/>
                </a:cubicBezTo>
                <a:lnTo>
                  <a:pt x="3267664" y="3105914"/>
                </a:lnTo>
                <a:cubicBezTo>
                  <a:pt x="3263571" y="3092593"/>
                  <a:pt x="3256446" y="3082473"/>
                  <a:pt x="3246288" y="3075552"/>
                </a:cubicBezTo>
                <a:cubicBezTo>
                  <a:pt x="3236131" y="3068632"/>
                  <a:pt x="3221378" y="3065172"/>
                  <a:pt x="3202031" y="3065172"/>
                </a:cubicBezTo>
                <a:close/>
                <a:moveTo>
                  <a:pt x="3071173" y="3065172"/>
                </a:moveTo>
                <a:cubicBezTo>
                  <a:pt x="3061872" y="3065172"/>
                  <a:pt x="3053984" y="3066865"/>
                  <a:pt x="3047510" y="3070251"/>
                </a:cubicBezTo>
                <a:cubicBezTo>
                  <a:pt x="3041036" y="3073636"/>
                  <a:pt x="3034636" y="3079273"/>
                  <a:pt x="3028311" y="3087161"/>
                </a:cubicBezTo>
                <a:lnTo>
                  <a:pt x="3028311" y="3067851"/>
                </a:lnTo>
                <a:lnTo>
                  <a:pt x="2986007" y="3067851"/>
                </a:lnTo>
                <a:lnTo>
                  <a:pt x="2986007" y="3186392"/>
                </a:lnTo>
                <a:lnTo>
                  <a:pt x="3031436" y="3186392"/>
                </a:lnTo>
                <a:lnTo>
                  <a:pt x="3031436" y="3129466"/>
                </a:lnTo>
                <a:cubicBezTo>
                  <a:pt x="3031436" y="3118676"/>
                  <a:pt x="3033148" y="3111197"/>
                  <a:pt x="3036571" y="3107030"/>
                </a:cubicBezTo>
                <a:cubicBezTo>
                  <a:pt x="3039994" y="3102863"/>
                  <a:pt x="3044459" y="3100779"/>
                  <a:pt x="3049965" y="3100779"/>
                </a:cubicBezTo>
                <a:cubicBezTo>
                  <a:pt x="3054951" y="3100779"/>
                  <a:pt x="3058821" y="3102323"/>
                  <a:pt x="3061574" y="3105411"/>
                </a:cubicBezTo>
                <a:cubicBezTo>
                  <a:pt x="3064327" y="3108499"/>
                  <a:pt x="3065704" y="3113764"/>
                  <a:pt x="3065704" y="3121206"/>
                </a:cubicBezTo>
                <a:lnTo>
                  <a:pt x="3065704" y="3186392"/>
                </a:lnTo>
                <a:lnTo>
                  <a:pt x="3111357" y="3186392"/>
                </a:lnTo>
                <a:lnTo>
                  <a:pt x="3111357" y="3111048"/>
                </a:lnTo>
                <a:cubicBezTo>
                  <a:pt x="3111357" y="3095421"/>
                  <a:pt x="3107804" y="3083868"/>
                  <a:pt x="3100697" y="3076390"/>
                </a:cubicBezTo>
                <a:cubicBezTo>
                  <a:pt x="3093591" y="3068911"/>
                  <a:pt x="3083749" y="3065172"/>
                  <a:pt x="3071173" y="3065172"/>
                </a:cubicBezTo>
                <a:close/>
                <a:moveTo>
                  <a:pt x="2892877" y="3065172"/>
                </a:moveTo>
                <a:cubicBezTo>
                  <a:pt x="2884394" y="3065172"/>
                  <a:pt x="2876506" y="3065804"/>
                  <a:pt x="2869214" y="3067069"/>
                </a:cubicBezTo>
                <a:cubicBezTo>
                  <a:pt x="2861921" y="3068334"/>
                  <a:pt x="2856191" y="3070120"/>
                  <a:pt x="2852024" y="3072427"/>
                </a:cubicBezTo>
                <a:cubicBezTo>
                  <a:pt x="2846220" y="3075627"/>
                  <a:pt x="2841774" y="3079403"/>
                  <a:pt x="2838685" y="3083757"/>
                </a:cubicBezTo>
                <a:cubicBezTo>
                  <a:pt x="2835597" y="3088110"/>
                  <a:pt x="2833235" y="3094082"/>
                  <a:pt x="2831597" y="3101672"/>
                </a:cubicBezTo>
                <a:lnTo>
                  <a:pt x="2875018" y="3106248"/>
                </a:lnTo>
                <a:cubicBezTo>
                  <a:pt x="2876804" y="3101114"/>
                  <a:pt x="2879148" y="3097616"/>
                  <a:pt x="2882050" y="3095756"/>
                </a:cubicBezTo>
                <a:cubicBezTo>
                  <a:pt x="2885771" y="3093375"/>
                  <a:pt x="2891352" y="3092184"/>
                  <a:pt x="2898793" y="3092184"/>
                </a:cubicBezTo>
                <a:cubicBezTo>
                  <a:pt x="2904598" y="3092184"/>
                  <a:pt x="2908653" y="3093300"/>
                  <a:pt x="2910960" y="3095533"/>
                </a:cubicBezTo>
                <a:cubicBezTo>
                  <a:pt x="2913267" y="3097765"/>
                  <a:pt x="2914420" y="3101672"/>
                  <a:pt x="2914420" y="3107253"/>
                </a:cubicBezTo>
                <a:cubicBezTo>
                  <a:pt x="2908765" y="3109485"/>
                  <a:pt x="2903407" y="3111290"/>
                  <a:pt x="2898347" y="3112667"/>
                </a:cubicBezTo>
                <a:cubicBezTo>
                  <a:pt x="2893287" y="3114043"/>
                  <a:pt x="2882236" y="3116443"/>
                  <a:pt x="2865195" y="3119866"/>
                </a:cubicBezTo>
                <a:cubicBezTo>
                  <a:pt x="2850982" y="3122694"/>
                  <a:pt x="2841234" y="3127010"/>
                  <a:pt x="2835951" y="3132814"/>
                </a:cubicBezTo>
                <a:cubicBezTo>
                  <a:pt x="2830667" y="3138619"/>
                  <a:pt x="2828026" y="3146023"/>
                  <a:pt x="2828026" y="3155027"/>
                </a:cubicBezTo>
                <a:cubicBezTo>
                  <a:pt x="2828026" y="3164626"/>
                  <a:pt x="2831690" y="3172700"/>
                  <a:pt x="2839020" y="3179249"/>
                </a:cubicBezTo>
                <a:cubicBezTo>
                  <a:pt x="2846350" y="3185797"/>
                  <a:pt x="2857084" y="3189071"/>
                  <a:pt x="2871223" y="3189071"/>
                </a:cubicBezTo>
                <a:cubicBezTo>
                  <a:pt x="2881864" y="3189071"/>
                  <a:pt x="2891203" y="3187434"/>
                  <a:pt x="2899240" y="3184160"/>
                </a:cubicBezTo>
                <a:cubicBezTo>
                  <a:pt x="2905118" y="3181704"/>
                  <a:pt x="2911034" y="3177612"/>
                  <a:pt x="2916988" y="3171882"/>
                </a:cubicBezTo>
                <a:cubicBezTo>
                  <a:pt x="2917508" y="3175304"/>
                  <a:pt x="2918029" y="3177816"/>
                  <a:pt x="2918550" y="3179416"/>
                </a:cubicBezTo>
                <a:cubicBezTo>
                  <a:pt x="2919071" y="3181016"/>
                  <a:pt x="2920187" y="3183341"/>
                  <a:pt x="2921899" y="3186392"/>
                </a:cubicBezTo>
                <a:lnTo>
                  <a:pt x="2964538" y="3186392"/>
                </a:lnTo>
                <a:cubicBezTo>
                  <a:pt x="2962157" y="3181481"/>
                  <a:pt x="2960613" y="3177444"/>
                  <a:pt x="2959906" y="3174281"/>
                </a:cubicBezTo>
                <a:cubicBezTo>
                  <a:pt x="2959199" y="3171119"/>
                  <a:pt x="2958845" y="3166747"/>
                  <a:pt x="2958845" y="3161166"/>
                </a:cubicBezTo>
                <a:lnTo>
                  <a:pt x="2958845" y="3108816"/>
                </a:lnTo>
                <a:cubicBezTo>
                  <a:pt x="2958845" y="3103235"/>
                  <a:pt x="2957729" y="3097375"/>
                  <a:pt x="2955497" y="3091235"/>
                </a:cubicBezTo>
                <a:cubicBezTo>
                  <a:pt x="2953264" y="3085096"/>
                  <a:pt x="2950213" y="3080352"/>
                  <a:pt x="2946344" y="3077004"/>
                </a:cubicBezTo>
                <a:cubicBezTo>
                  <a:pt x="2940837" y="3072167"/>
                  <a:pt x="2933954" y="3068986"/>
                  <a:pt x="2925694" y="3067460"/>
                </a:cubicBezTo>
                <a:cubicBezTo>
                  <a:pt x="2917434" y="3065935"/>
                  <a:pt x="2906495" y="3065172"/>
                  <a:pt x="2892877" y="3065172"/>
                </a:cubicBezTo>
                <a:close/>
                <a:moveTo>
                  <a:pt x="2471099" y="3065172"/>
                </a:moveTo>
                <a:cubicBezTo>
                  <a:pt x="2461797" y="3065172"/>
                  <a:pt x="2453909" y="3066865"/>
                  <a:pt x="2447435" y="3070251"/>
                </a:cubicBezTo>
                <a:cubicBezTo>
                  <a:pt x="2440961" y="3073636"/>
                  <a:pt x="2434561" y="3079273"/>
                  <a:pt x="2428236" y="3087161"/>
                </a:cubicBezTo>
                <a:lnTo>
                  <a:pt x="2428236" y="3067851"/>
                </a:lnTo>
                <a:lnTo>
                  <a:pt x="2385932" y="3067851"/>
                </a:lnTo>
                <a:lnTo>
                  <a:pt x="2385932" y="3186392"/>
                </a:lnTo>
                <a:lnTo>
                  <a:pt x="2431361" y="3186392"/>
                </a:lnTo>
                <a:lnTo>
                  <a:pt x="2431361" y="3129466"/>
                </a:lnTo>
                <a:cubicBezTo>
                  <a:pt x="2431361" y="3118676"/>
                  <a:pt x="2433073" y="3111197"/>
                  <a:pt x="2436496" y="3107030"/>
                </a:cubicBezTo>
                <a:cubicBezTo>
                  <a:pt x="2439919" y="3102863"/>
                  <a:pt x="2444384" y="3100779"/>
                  <a:pt x="2449891" y="3100779"/>
                </a:cubicBezTo>
                <a:cubicBezTo>
                  <a:pt x="2454876" y="3100779"/>
                  <a:pt x="2458746" y="3102323"/>
                  <a:pt x="2461499" y="3105411"/>
                </a:cubicBezTo>
                <a:cubicBezTo>
                  <a:pt x="2464252" y="3108499"/>
                  <a:pt x="2465629" y="3113764"/>
                  <a:pt x="2465629" y="3121206"/>
                </a:cubicBezTo>
                <a:lnTo>
                  <a:pt x="2465629" y="3186392"/>
                </a:lnTo>
                <a:lnTo>
                  <a:pt x="2511282" y="3186392"/>
                </a:lnTo>
                <a:lnTo>
                  <a:pt x="2511282" y="3111048"/>
                </a:lnTo>
                <a:cubicBezTo>
                  <a:pt x="2511282" y="3095421"/>
                  <a:pt x="2507729" y="3083868"/>
                  <a:pt x="2500622" y="3076390"/>
                </a:cubicBezTo>
                <a:cubicBezTo>
                  <a:pt x="2493516" y="3068911"/>
                  <a:pt x="2483675" y="3065172"/>
                  <a:pt x="2471099" y="3065172"/>
                </a:cubicBezTo>
                <a:close/>
                <a:moveTo>
                  <a:pt x="2295705" y="3065172"/>
                </a:moveTo>
                <a:cubicBezTo>
                  <a:pt x="2274943" y="3065172"/>
                  <a:pt x="2258460" y="3071032"/>
                  <a:pt x="2246256" y="3082752"/>
                </a:cubicBezTo>
                <a:cubicBezTo>
                  <a:pt x="2234053" y="3094472"/>
                  <a:pt x="2227951" y="3109374"/>
                  <a:pt x="2227951" y="3127456"/>
                </a:cubicBezTo>
                <a:cubicBezTo>
                  <a:pt x="2227951" y="3146878"/>
                  <a:pt x="2235169" y="3162580"/>
                  <a:pt x="2249605" y="3174561"/>
                </a:cubicBezTo>
                <a:cubicBezTo>
                  <a:pt x="2261362" y="3184234"/>
                  <a:pt x="2276766" y="3189071"/>
                  <a:pt x="2295816" y="3189071"/>
                </a:cubicBezTo>
                <a:cubicBezTo>
                  <a:pt x="2317173" y="3189071"/>
                  <a:pt x="2333898" y="3183248"/>
                  <a:pt x="2345990" y="3171603"/>
                </a:cubicBezTo>
                <a:cubicBezTo>
                  <a:pt x="2358082" y="3159957"/>
                  <a:pt x="2364128" y="3145018"/>
                  <a:pt x="2364128" y="3126787"/>
                </a:cubicBezTo>
                <a:cubicBezTo>
                  <a:pt x="2364128" y="3110564"/>
                  <a:pt x="2359254" y="3096909"/>
                  <a:pt x="2349506" y="3085822"/>
                </a:cubicBezTo>
                <a:cubicBezTo>
                  <a:pt x="2337376" y="3072055"/>
                  <a:pt x="2319443" y="3065172"/>
                  <a:pt x="2295705" y="3065172"/>
                </a:cubicBezTo>
                <a:close/>
                <a:moveTo>
                  <a:pt x="2200529" y="3065172"/>
                </a:moveTo>
                <a:cubicBezTo>
                  <a:pt x="2194129" y="3065172"/>
                  <a:pt x="2188753" y="3066753"/>
                  <a:pt x="2184400" y="3069916"/>
                </a:cubicBezTo>
                <a:cubicBezTo>
                  <a:pt x="2180047" y="3073078"/>
                  <a:pt x="2175824" y="3078864"/>
                  <a:pt x="2171731" y="3087273"/>
                </a:cubicBezTo>
                <a:lnTo>
                  <a:pt x="2171731" y="3067851"/>
                </a:lnTo>
                <a:lnTo>
                  <a:pt x="2129203" y="3067851"/>
                </a:lnTo>
                <a:lnTo>
                  <a:pt x="2129203" y="3186392"/>
                </a:lnTo>
                <a:lnTo>
                  <a:pt x="2174856" y="3186392"/>
                </a:lnTo>
                <a:lnTo>
                  <a:pt x="2174856" y="3146655"/>
                </a:lnTo>
                <a:cubicBezTo>
                  <a:pt x="2174856" y="3127680"/>
                  <a:pt x="2177200" y="3114732"/>
                  <a:pt x="2181888" y="3107811"/>
                </a:cubicBezTo>
                <a:cubicBezTo>
                  <a:pt x="2185162" y="3102900"/>
                  <a:pt x="2189776" y="3100444"/>
                  <a:pt x="2195729" y="3100444"/>
                </a:cubicBezTo>
                <a:cubicBezTo>
                  <a:pt x="2198855" y="3100444"/>
                  <a:pt x="2203096" y="3101560"/>
                  <a:pt x="2208454" y="3103793"/>
                </a:cubicBezTo>
                <a:lnTo>
                  <a:pt x="2222518" y="3071423"/>
                </a:lnTo>
                <a:cubicBezTo>
                  <a:pt x="2214556" y="3067255"/>
                  <a:pt x="2207226" y="3065172"/>
                  <a:pt x="2200529" y="3065172"/>
                </a:cubicBezTo>
                <a:close/>
                <a:moveTo>
                  <a:pt x="1490024" y="3065172"/>
                </a:moveTo>
                <a:cubicBezTo>
                  <a:pt x="1480722" y="3065172"/>
                  <a:pt x="1472834" y="3066865"/>
                  <a:pt x="1466360" y="3070251"/>
                </a:cubicBezTo>
                <a:cubicBezTo>
                  <a:pt x="1459886" y="3073636"/>
                  <a:pt x="1453486" y="3079273"/>
                  <a:pt x="1447161" y="3087161"/>
                </a:cubicBezTo>
                <a:lnTo>
                  <a:pt x="1447161" y="3067851"/>
                </a:lnTo>
                <a:lnTo>
                  <a:pt x="1404857" y="3067851"/>
                </a:lnTo>
                <a:lnTo>
                  <a:pt x="1404857" y="3186392"/>
                </a:lnTo>
                <a:lnTo>
                  <a:pt x="1450287" y="3186392"/>
                </a:lnTo>
                <a:lnTo>
                  <a:pt x="1450287" y="3129466"/>
                </a:lnTo>
                <a:cubicBezTo>
                  <a:pt x="1450287" y="3118676"/>
                  <a:pt x="1451998" y="3111197"/>
                  <a:pt x="1455421" y="3107030"/>
                </a:cubicBezTo>
                <a:cubicBezTo>
                  <a:pt x="1458844" y="3102863"/>
                  <a:pt x="1463309" y="3100779"/>
                  <a:pt x="1468816" y="3100779"/>
                </a:cubicBezTo>
                <a:cubicBezTo>
                  <a:pt x="1473801" y="3100779"/>
                  <a:pt x="1477671" y="3102323"/>
                  <a:pt x="1480424" y="3105411"/>
                </a:cubicBezTo>
                <a:cubicBezTo>
                  <a:pt x="1483178" y="3108499"/>
                  <a:pt x="1484554" y="3113764"/>
                  <a:pt x="1484554" y="3121206"/>
                </a:cubicBezTo>
                <a:lnTo>
                  <a:pt x="1484554" y="3186392"/>
                </a:lnTo>
                <a:lnTo>
                  <a:pt x="1530207" y="3186392"/>
                </a:lnTo>
                <a:lnTo>
                  <a:pt x="1530207" y="3111048"/>
                </a:lnTo>
                <a:cubicBezTo>
                  <a:pt x="1530207" y="3095421"/>
                  <a:pt x="1526654" y="3083868"/>
                  <a:pt x="1519547" y="3076390"/>
                </a:cubicBezTo>
                <a:cubicBezTo>
                  <a:pt x="1512441" y="3068911"/>
                  <a:pt x="1502599" y="3065172"/>
                  <a:pt x="1490024" y="3065172"/>
                </a:cubicBezTo>
                <a:close/>
                <a:moveTo>
                  <a:pt x="1311727" y="3065172"/>
                </a:moveTo>
                <a:cubicBezTo>
                  <a:pt x="1303244" y="3065172"/>
                  <a:pt x="1295357" y="3065804"/>
                  <a:pt x="1288064" y="3067069"/>
                </a:cubicBezTo>
                <a:cubicBezTo>
                  <a:pt x="1280771" y="3068334"/>
                  <a:pt x="1275041" y="3070120"/>
                  <a:pt x="1270874" y="3072427"/>
                </a:cubicBezTo>
                <a:cubicBezTo>
                  <a:pt x="1265070" y="3075627"/>
                  <a:pt x="1260624" y="3079403"/>
                  <a:pt x="1257536" y="3083757"/>
                </a:cubicBezTo>
                <a:cubicBezTo>
                  <a:pt x="1254447" y="3088110"/>
                  <a:pt x="1252085" y="3094082"/>
                  <a:pt x="1250448" y="3101672"/>
                </a:cubicBezTo>
                <a:lnTo>
                  <a:pt x="1293868" y="3106248"/>
                </a:lnTo>
                <a:cubicBezTo>
                  <a:pt x="1295654" y="3101114"/>
                  <a:pt x="1297998" y="3097616"/>
                  <a:pt x="1300900" y="3095756"/>
                </a:cubicBezTo>
                <a:cubicBezTo>
                  <a:pt x="1304621" y="3093375"/>
                  <a:pt x="1310202" y="3092184"/>
                  <a:pt x="1317643" y="3092184"/>
                </a:cubicBezTo>
                <a:cubicBezTo>
                  <a:pt x="1323448" y="3092184"/>
                  <a:pt x="1327503" y="3093300"/>
                  <a:pt x="1329810" y="3095533"/>
                </a:cubicBezTo>
                <a:cubicBezTo>
                  <a:pt x="1332117" y="3097765"/>
                  <a:pt x="1333270" y="3101672"/>
                  <a:pt x="1333270" y="3107253"/>
                </a:cubicBezTo>
                <a:cubicBezTo>
                  <a:pt x="1327615" y="3109485"/>
                  <a:pt x="1322257" y="3111290"/>
                  <a:pt x="1317197" y="3112667"/>
                </a:cubicBezTo>
                <a:cubicBezTo>
                  <a:pt x="1312137" y="3114043"/>
                  <a:pt x="1301086" y="3116443"/>
                  <a:pt x="1284046" y="3119866"/>
                </a:cubicBezTo>
                <a:cubicBezTo>
                  <a:pt x="1269832" y="3122694"/>
                  <a:pt x="1260084" y="3127010"/>
                  <a:pt x="1254801" y="3132814"/>
                </a:cubicBezTo>
                <a:cubicBezTo>
                  <a:pt x="1249517" y="3138619"/>
                  <a:pt x="1246876" y="3146023"/>
                  <a:pt x="1246876" y="3155027"/>
                </a:cubicBezTo>
                <a:cubicBezTo>
                  <a:pt x="1246876" y="3164626"/>
                  <a:pt x="1250541" y="3172700"/>
                  <a:pt x="1257870" y="3179249"/>
                </a:cubicBezTo>
                <a:cubicBezTo>
                  <a:pt x="1265200" y="3185797"/>
                  <a:pt x="1275934" y="3189071"/>
                  <a:pt x="1290073" y="3189071"/>
                </a:cubicBezTo>
                <a:cubicBezTo>
                  <a:pt x="1300715" y="3189071"/>
                  <a:pt x="1310053" y="3187434"/>
                  <a:pt x="1318090" y="3184160"/>
                </a:cubicBezTo>
                <a:cubicBezTo>
                  <a:pt x="1323969" y="3181704"/>
                  <a:pt x="1329885" y="3177612"/>
                  <a:pt x="1335838" y="3171882"/>
                </a:cubicBezTo>
                <a:cubicBezTo>
                  <a:pt x="1336359" y="3175304"/>
                  <a:pt x="1336880" y="3177816"/>
                  <a:pt x="1337400" y="3179416"/>
                </a:cubicBezTo>
                <a:cubicBezTo>
                  <a:pt x="1337921" y="3181016"/>
                  <a:pt x="1339037" y="3183341"/>
                  <a:pt x="1340749" y="3186392"/>
                </a:cubicBezTo>
                <a:lnTo>
                  <a:pt x="1383388" y="3186392"/>
                </a:lnTo>
                <a:cubicBezTo>
                  <a:pt x="1381007" y="3181481"/>
                  <a:pt x="1379463" y="3177444"/>
                  <a:pt x="1378756" y="3174281"/>
                </a:cubicBezTo>
                <a:cubicBezTo>
                  <a:pt x="1378049" y="3171119"/>
                  <a:pt x="1377695" y="3166747"/>
                  <a:pt x="1377695" y="3161166"/>
                </a:cubicBezTo>
                <a:lnTo>
                  <a:pt x="1377695" y="3108816"/>
                </a:lnTo>
                <a:cubicBezTo>
                  <a:pt x="1377695" y="3103235"/>
                  <a:pt x="1376579" y="3097375"/>
                  <a:pt x="1374347" y="3091235"/>
                </a:cubicBezTo>
                <a:cubicBezTo>
                  <a:pt x="1372114" y="3085096"/>
                  <a:pt x="1369064" y="3080352"/>
                  <a:pt x="1365194" y="3077004"/>
                </a:cubicBezTo>
                <a:cubicBezTo>
                  <a:pt x="1359687" y="3072167"/>
                  <a:pt x="1352804" y="3068986"/>
                  <a:pt x="1344544" y="3067460"/>
                </a:cubicBezTo>
                <a:cubicBezTo>
                  <a:pt x="1336284" y="3065935"/>
                  <a:pt x="1325345" y="3065172"/>
                  <a:pt x="1311727" y="3065172"/>
                </a:cubicBezTo>
                <a:close/>
                <a:moveTo>
                  <a:pt x="1219454" y="3065172"/>
                </a:moveTo>
                <a:cubicBezTo>
                  <a:pt x="1213055" y="3065172"/>
                  <a:pt x="1207678" y="3066753"/>
                  <a:pt x="1203325" y="3069916"/>
                </a:cubicBezTo>
                <a:cubicBezTo>
                  <a:pt x="1198971" y="3073078"/>
                  <a:pt x="1194749" y="3078864"/>
                  <a:pt x="1190656" y="3087273"/>
                </a:cubicBezTo>
                <a:lnTo>
                  <a:pt x="1190656" y="3067851"/>
                </a:lnTo>
                <a:lnTo>
                  <a:pt x="1148128" y="3067851"/>
                </a:lnTo>
                <a:lnTo>
                  <a:pt x="1148128" y="3186392"/>
                </a:lnTo>
                <a:lnTo>
                  <a:pt x="1193781" y="3186392"/>
                </a:lnTo>
                <a:lnTo>
                  <a:pt x="1193781" y="3146655"/>
                </a:lnTo>
                <a:cubicBezTo>
                  <a:pt x="1193781" y="3127680"/>
                  <a:pt x="1196125" y="3114732"/>
                  <a:pt x="1200813" y="3107811"/>
                </a:cubicBezTo>
                <a:cubicBezTo>
                  <a:pt x="1204087" y="3102900"/>
                  <a:pt x="1208701" y="3100444"/>
                  <a:pt x="1214654" y="3100444"/>
                </a:cubicBezTo>
                <a:cubicBezTo>
                  <a:pt x="1217780" y="3100444"/>
                  <a:pt x="1222022" y="3101560"/>
                  <a:pt x="1227379" y="3103793"/>
                </a:cubicBezTo>
                <a:lnTo>
                  <a:pt x="1241444" y="3071423"/>
                </a:lnTo>
                <a:cubicBezTo>
                  <a:pt x="1233481" y="3067255"/>
                  <a:pt x="1226151" y="3065172"/>
                  <a:pt x="1219454" y="3065172"/>
                </a:cubicBezTo>
                <a:close/>
                <a:moveTo>
                  <a:pt x="1038145" y="3065172"/>
                </a:moveTo>
                <a:cubicBezTo>
                  <a:pt x="1023708" y="3065172"/>
                  <a:pt x="1012025" y="3070009"/>
                  <a:pt x="1003095" y="3079683"/>
                </a:cubicBezTo>
                <a:cubicBezTo>
                  <a:pt x="994166" y="3089356"/>
                  <a:pt x="989701" y="3103421"/>
                  <a:pt x="989701" y="3121875"/>
                </a:cubicBezTo>
                <a:cubicBezTo>
                  <a:pt x="989701" y="3138023"/>
                  <a:pt x="993161" y="3151008"/>
                  <a:pt x="1000082" y="3160831"/>
                </a:cubicBezTo>
                <a:cubicBezTo>
                  <a:pt x="1009830" y="3174672"/>
                  <a:pt x="1022629" y="3181593"/>
                  <a:pt x="1038480" y="3181593"/>
                </a:cubicBezTo>
                <a:cubicBezTo>
                  <a:pt x="1046590" y="3181593"/>
                  <a:pt x="1054144" y="3179732"/>
                  <a:pt x="1061138" y="3176011"/>
                </a:cubicBezTo>
                <a:cubicBezTo>
                  <a:pt x="1065603" y="3173630"/>
                  <a:pt x="1070069" y="3169798"/>
                  <a:pt x="1074533" y="3164515"/>
                </a:cubicBezTo>
                <a:lnTo>
                  <a:pt x="1074533" y="3182486"/>
                </a:lnTo>
                <a:cubicBezTo>
                  <a:pt x="1074533" y="3191192"/>
                  <a:pt x="1072915" y="3197294"/>
                  <a:pt x="1069678" y="3200791"/>
                </a:cubicBezTo>
                <a:cubicBezTo>
                  <a:pt x="1066440" y="3204289"/>
                  <a:pt x="1061548" y="3206037"/>
                  <a:pt x="1054999" y="3206037"/>
                </a:cubicBezTo>
                <a:cubicBezTo>
                  <a:pt x="1049939" y="3206037"/>
                  <a:pt x="1045735" y="3204884"/>
                  <a:pt x="1042386" y="3202577"/>
                </a:cubicBezTo>
                <a:cubicBezTo>
                  <a:pt x="1040079" y="3201015"/>
                  <a:pt x="1038368" y="3198187"/>
                  <a:pt x="1037251" y="3194094"/>
                </a:cubicBezTo>
                <a:lnTo>
                  <a:pt x="993161" y="3189071"/>
                </a:lnTo>
                <a:cubicBezTo>
                  <a:pt x="993012" y="3191601"/>
                  <a:pt x="992938" y="3193611"/>
                  <a:pt x="992938" y="3195099"/>
                </a:cubicBezTo>
                <a:cubicBezTo>
                  <a:pt x="992938" y="3207079"/>
                  <a:pt x="997384" y="3216642"/>
                  <a:pt x="1006277" y="3223785"/>
                </a:cubicBezTo>
                <a:cubicBezTo>
                  <a:pt x="1015169" y="3230929"/>
                  <a:pt x="1031522" y="3234501"/>
                  <a:pt x="1055334" y="3234501"/>
                </a:cubicBezTo>
                <a:cubicBezTo>
                  <a:pt x="1065752" y="3234501"/>
                  <a:pt x="1074998" y="3233571"/>
                  <a:pt x="1083072" y="3231710"/>
                </a:cubicBezTo>
                <a:cubicBezTo>
                  <a:pt x="1091146" y="3229850"/>
                  <a:pt x="1097806" y="3226836"/>
                  <a:pt x="1103052" y="3222669"/>
                </a:cubicBezTo>
                <a:cubicBezTo>
                  <a:pt x="1108298" y="3218502"/>
                  <a:pt x="1112503" y="3213051"/>
                  <a:pt x="1115665" y="3206317"/>
                </a:cubicBezTo>
                <a:cubicBezTo>
                  <a:pt x="1118828" y="3199582"/>
                  <a:pt x="1120409" y="3192494"/>
                  <a:pt x="1120409" y="3185053"/>
                </a:cubicBezTo>
                <a:lnTo>
                  <a:pt x="1120297" y="3179807"/>
                </a:lnTo>
                <a:lnTo>
                  <a:pt x="1120297" y="3067851"/>
                </a:lnTo>
                <a:lnTo>
                  <a:pt x="1077770" y="3067851"/>
                </a:lnTo>
                <a:lnTo>
                  <a:pt x="1077770" y="3085375"/>
                </a:lnTo>
                <a:cubicBezTo>
                  <a:pt x="1072561" y="3078157"/>
                  <a:pt x="1066961" y="3072985"/>
                  <a:pt x="1060971" y="3069860"/>
                </a:cubicBezTo>
                <a:cubicBezTo>
                  <a:pt x="1054981" y="3066735"/>
                  <a:pt x="1047372" y="3065172"/>
                  <a:pt x="1038145" y="3065172"/>
                </a:cubicBezTo>
                <a:close/>
                <a:moveTo>
                  <a:pt x="2758969" y="3022756"/>
                </a:moveTo>
                <a:lnTo>
                  <a:pt x="2758969" y="3186392"/>
                </a:lnTo>
                <a:lnTo>
                  <a:pt x="2804511" y="3186392"/>
                </a:lnTo>
                <a:lnTo>
                  <a:pt x="2804511" y="3022756"/>
                </a:lnTo>
                <a:close/>
                <a:moveTo>
                  <a:pt x="2605230" y="3022756"/>
                </a:moveTo>
                <a:lnTo>
                  <a:pt x="2605230" y="3186392"/>
                </a:lnTo>
                <a:lnTo>
                  <a:pt x="2647758" y="3186392"/>
                </a:lnTo>
                <a:lnTo>
                  <a:pt x="2647758" y="3168868"/>
                </a:lnTo>
                <a:cubicBezTo>
                  <a:pt x="2653636" y="3176235"/>
                  <a:pt x="2659068" y="3181258"/>
                  <a:pt x="2664054" y="3183937"/>
                </a:cubicBezTo>
                <a:cubicBezTo>
                  <a:pt x="2670677" y="3187360"/>
                  <a:pt x="2677970" y="3189071"/>
                  <a:pt x="2685932" y="3189071"/>
                </a:cubicBezTo>
                <a:cubicBezTo>
                  <a:pt x="2695234" y="3189071"/>
                  <a:pt x="2703698" y="3186634"/>
                  <a:pt x="2711326" y="3181760"/>
                </a:cubicBezTo>
                <a:cubicBezTo>
                  <a:pt x="2718953" y="3176886"/>
                  <a:pt x="2724925" y="3169519"/>
                  <a:pt x="2729241" y="3159659"/>
                </a:cubicBezTo>
                <a:cubicBezTo>
                  <a:pt x="2733557" y="3149799"/>
                  <a:pt x="2735715" y="3138395"/>
                  <a:pt x="2735715" y="3125447"/>
                </a:cubicBezTo>
                <a:cubicBezTo>
                  <a:pt x="2735715" y="3106025"/>
                  <a:pt x="2730990" y="3091124"/>
                  <a:pt x="2721539" y="3080743"/>
                </a:cubicBezTo>
                <a:cubicBezTo>
                  <a:pt x="2712088" y="3070362"/>
                  <a:pt x="2700145" y="3065172"/>
                  <a:pt x="2685709" y="3065172"/>
                </a:cubicBezTo>
                <a:cubicBezTo>
                  <a:pt x="2678714" y="3065172"/>
                  <a:pt x="2672333" y="3066362"/>
                  <a:pt x="2666566" y="3068744"/>
                </a:cubicBezTo>
                <a:cubicBezTo>
                  <a:pt x="2660799" y="3071125"/>
                  <a:pt x="2655645" y="3074697"/>
                  <a:pt x="2651106" y="3079459"/>
                </a:cubicBezTo>
                <a:lnTo>
                  <a:pt x="2651106" y="3022756"/>
                </a:lnTo>
                <a:close/>
                <a:moveTo>
                  <a:pt x="1824180" y="3022756"/>
                </a:moveTo>
                <a:lnTo>
                  <a:pt x="1824180" y="3186392"/>
                </a:lnTo>
                <a:lnTo>
                  <a:pt x="1866708" y="3186392"/>
                </a:lnTo>
                <a:lnTo>
                  <a:pt x="1866708" y="3168868"/>
                </a:lnTo>
                <a:cubicBezTo>
                  <a:pt x="1872586" y="3176235"/>
                  <a:pt x="1878019" y="3181258"/>
                  <a:pt x="1883004" y="3183937"/>
                </a:cubicBezTo>
                <a:cubicBezTo>
                  <a:pt x="1889627" y="3187360"/>
                  <a:pt x="1896920" y="3189071"/>
                  <a:pt x="1904882" y="3189071"/>
                </a:cubicBezTo>
                <a:cubicBezTo>
                  <a:pt x="1914184" y="3189071"/>
                  <a:pt x="1922649" y="3186634"/>
                  <a:pt x="1930276" y="3181760"/>
                </a:cubicBezTo>
                <a:cubicBezTo>
                  <a:pt x="1937903" y="3176886"/>
                  <a:pt x="1943875" y="3169519"/>
                  <a:pt x="1948191" y="3159659"/>
                </a:cubicBezTo>
                <a:cubicBezTo>
                  <a:pt x="1952507" y="3149799"/>
                  <a:pt x="1954665" y="3138395"/>
                  <a:pt x="1954665" y="3125447"/>
                </a:cubicBezTo>
                <a:cubicBezTo>
                  <a:pt x="1954665" y="3106025"/>
                  <a:pt x="1949940" y="3091124"/>
                  <a:pt x="1940489" y="3080743"/>
                </a:cubicBezTo>
                <a:cubicBezTo>
                  <a:pt x="1931039" y="3070362"/>
                  <a:pt x="1919095" y="3065172"/>
                  <a:pt x="1904659" y="3065172"/>
                </a:cubicBezTo>
                <a:cubicBezTo>
                  <a:pt x="1897664" y="3065172"/>
                  <a:pt x="1891283" y="3066362"/>
                  <a:pt x="1885516" y="3068744"/>
                </a:cubicBezTo>
                <a:cubicBezTo>
                  <a:pt x="1879749" y="3071125"/>
                  <a:pt x="1874596" y="3074697"/>
                  <a:pt x="1870056" y="3079459"/>
                </a:cubicBezTo>
                <a:lnTo>
                  <a:pt x="1870056" y="3022756"/>
                </a:lnTo>
                <a:close/>
                <a:moveTo>
                  <a:pt x="1749431" y="3022756"/>
                </a:moveTo>
                <a:lnTo>
                  <a:pt x="1749431" y="3053675"/>
                </a:lnTo>
                <a:lnTo>
                  <a:pt x="1794861" y="3053675"/>
                </a:lnTo>
                <a:lnTo>
                  <a:pt x="1794861" y="3022756"/>
                </a:lnTo>
                <a:close/>
                <a:moveTo>
                  <a:pt x="1697788" y="3022756"/>
                </a:moveTo>
                <a:lnTo>
                  <a:pt x="1652246" y="3046085"/>
                </a:lnTo>
                <a:lnTo>
                  <a:pt x="1652246" y="3067851"/>
                </a:lnTo>
                <a:lnTo>
                  <a:pt x="1635503" y="3067851"/>
                </a:lnTo>
                <a:lnTo>
                  <a:pt x="1635503" y="3101114"/>
                </a:lnTo>
                <a:lnTo>
                  <a:pt x="1652246" y="3101114"/>
                </a:lnTo>
                <a:lnTo>
                  <a:pt x="1652246" y="3142808"/>
                </a:lnTo>
                <a:cubicBezTo>
                  <a:pt x="1652246" y="3156036"/>
                  <a:pt x="1653530" y="3165604"/>
                  <a:pt x="1656097" y="3171513"/>
                </a:cubicBezTo>
                <a:cubicBezTo>
                  <a:pt x="1658664" y="3177421"/>
                  <a:pt x="1662627" y="3181825"/>
                  <a:pt x="1667985" y="3184723"/>
                </a:cubicBezTo>
                <a:cubicBezTo>
                  <a:pt x="1673343" y="3187622"/>
                  <a:pt x="1681677" y="3189071"/>
                  <a:pt x="1692988" y="3189071"/>
                </a:cubicBezTo>
                <a:cubicBezTo>
                  <a:pt x="1702736" y="3189071"/>
                  <a:pt x="1713229" y="3187843"/>
                  <a:pt x="1724465" y="3185388"/>
                </a:cubicBezTo>
                <a:lnTo>
                  <a:pt x="1721117" y="3154027"/>
                </a:lnTo>
                <a:cubicBezTo>
                  <a:pt x="1715089" y="3155959"/>
                  <a:pt x="1710401" y="3156924"/>
                  <a:pt x="1707052" y="3156924"/>
                </a:cubicBezTo>
                <a:cubicBezTo>
                  <a:pt x="1703331" y="3156924"/>
                  <a:pt x="1700727" y="3155662"/>
                  <a:pt x="1699239" y="3153136"/>
                </a:cubicBezTo>
                <a:cubicBezTo>
                  <a:pt x="1698271" y="3151502"/>
                  <a:pt x="1697788" y="3148161"/>
                  <a:pt x="1697788" y="3143111"/>
                </a:cubicBezTo>
                <a:lnTo>
                  <a:pt x="1697788" y="3101114"/>
                </a:lnTo>
                <a:lnTo>
                  <a:pt x="1722791" y="3101114"/>
                </a:lnTo>
                <a:lnTo>
                  <a:pt x="1722791" y="3067851"/>
                </a:lnTo>
                <a:lnTo>
                  <a:pt x="1697788" y="3067851"/>
                </a:lnTo>
                <a:close/>
                <a:moveTo>
                  <a:pt x="2294812" y="3019965"/>
                </a:moveTo>
                <a:lnTo>
                  <a:pt x="2276059" y="3053340"/>
                </a:lnTo>
                <a:lnTo>
                  <a:pt x="2297825" y="3053340"/>
                </a:lnTo>
                <a:lnTo>
                  <a:pt x="2333879" y="3019965"/>
                </a:lnTo>
                <a:close/>
                <a:moveTo>
                  <a:pt x="1304695" y="2853910"/>
                </a:moveTo>
                <a:lnTo>
                  <a:pt x="1304695" y="2861166"/>
                </a:lnTo>
                <a:cubicBezTo>
                  <a:pt x="1304695" y="2866821"/>
                  <a:pt x="1303784" y="2871416"/>
                  <a:pt x="1301961" y="2874951"/>
                </a:cubicBezTo>
                <a:cubicBezTo>
                  <a:pt x="1300138" y="2878486"/>
                  <a:pt x="1297049" y="2881481"/>
                  <a:pt x="1292696" y="2883936"/>
                </a:cubicBezTo>
                <a:cubicBezTo>
                  <a:pt x="1288343" y="2886392"/>
                  <a:pt x="1283636" y="2887620"/>
                  <a:pt x="1278576" y="2887620"/>
                </a:cubicBezTo>
                <a:cubicBezTo>
                  <a:pt x="1273739" y="2887620"/>
                  <a:pt x="1270074" y="2886485"/>
                  <a:pt x="1267581" y="2884215"/>
                </a:cubicBezTo>
                <a:cubicBezTo>
                  <a:pt x="1265088" y="2881946"/>
                  <a:pt x="1263842" y="2879025"/>
                  <a:pt x="1263842" y="2875453"/>
                </a:cubicBezTo>
                <a:cubicBezTo>
                  <a:pt x="1263842" y="2872328"/>
                  <a:pt x="1265107" y="2869537"/>
                  <a:pt x="1267637" y="2867082"/>
                </a:cubicBezTo>
                <a:cubicBezTo>
                  <a:pt x="1270093" y="2864700"/>
                  <a:pt x="1275934" y="2862282"/>
                  <a:pt x="1285162" y="2859826"/>
                </a:cubicBezTo>
                <a:cubicBezTo>
                  <a:pt x="1291933" y="2858115"/>
                  <a:pt x="1298445" y="2856143"/>
                  <a:pt x="1304695" y="2853910"/>
                </a:cubicBezTo>
                <a:close/>
                <a:moveTo>
                  <a:pt x="2492493" y="2822321"/>
                </a:moveTo>
                <a:cubicBezTo>
                  <a:pt x="2498371" y="2822321"/>
                  <a:pt x="2503227" y="2824591"/>
                  <a:pt x="2507059" y="2829130"/>
                </a:cubicBezTo>
                <a:cubicBezTo>
                  <a:pt x="2510891" y="2833669"/>
                  <a:pt x="2512808" y="2841037"/>
                  <a:pt x="2512808" y="2851231"/>
                </a:cubicBezTo>
                <a:cubicBezTo>
                  <a:pt x="2512808" y="2860608"/>
                  <a:pt x="2510854" y="2867565"/>
                  <a:pt x="2506948" y="2872104"/>
                </a:cubicBezTo>
                <a:cubicBezTo>
                  <a:pt x="2503041" y="2876644"/>
                  <a:pt x="2498036" y="2878913"/>
                  <a:pt x="2491934" y="2878913"/>
                </a:cubicBezTo>
                <a:cubicBezTo>
                  <a:pt x="2486725" y="2878913"/>
                  <a:pt x="2482316" y="2876737"/>
                  <a:pt x="2478707" y="2872383"/>
                </a:cubicBezTo>
                <a:cubicBezTo>
                  <a:pt x="2475098" y="2868030"/>
                  <a:pt x="2473294" y="2861128"/>
                  <a:pt x="2473294" y="2851678"/>
                </a:cubicBezTo>
                <a:cubicBezTo>
                  <a:pt x="2473294" y="2841111"/>
                  <a:pt x="2475135" y="2833576"/>
                  <a:pt x="2478819" y="2829075"/>
                </a:cubicBezTo>
                <a:cubicBezTo>
                  <a:pt x="2482502" y="2824572"/>
                  <a:pt x="2487060" y="2822321"/>
                  <a:pt x="2492493" y="2822321"/>
                </a:cubicBezTo>
                <a:close/>
                <a:moveTo>
                  <a:pt x="3030134" y="2815848"/>
                </a:moveTo>
                <a:cubicBezTo>
                  <a:pt x="3036385" y="2815848"/>
                  <a:pt x="3041426" y="2817745"/>
                  <a:pt x="3045259" y="2821540"/>
                </a:cubicBezTo>
                <a:cubicBezTo>
                  <a:pt x="3049091" y="2825335"/>
                  <a:pt x="3051454" y="2831623"/>
                  <a:pt x="3052347" y="2840404"/>
                </a:cubicBezTo>
                <a:lnTo>
                  <a:pt x="3007587" y="2840404"/>
                </a:lnTo>
                <a:cubicBezTo>
                  <a:pt x="3008331" y="2833335"/>
                  <a:pt x="3010080" y="2828014"/>
                  <a:pt x="3012833" y="2824442"/>
                </a:cubicBezTo>
                <a:cubicBezTo>
                  <a:pt x="3017149" y="2818712"/>
                  <a:pt x="3022916" y="2815848"/>
                  <a:pt x="3030134" y="2815848"/>
                </a:cubicBezTo>
                <a:close/>
                <a:moveTo>
                  <a:pt x="2801534" y="2815848"/>
                </a:moveTo>
                <a:cubicBezTo>
                  <a:pt x="2807785" y="2815848"/>
                  <a:pt x="2812826" y="2817745"/>
                  <a:pt x="2816659" y="2821540"/>
                </a:cubicBezTo>
                <a:cubicBezTo>
                  <a:pt x="2820491" y="2825335"/>
                  <a:pt x="2822854" y="2831623"/>
                  <a:pt x="2823747" y="2840404"/>
                </a:cubicBezTo>
                <a:lnTo>
                  <a:pt x="2778987" y="2840404"/>
                </a:lnTo>
                <a:cubicBezTo>
                  <a:pt x="2779731" y="2833335"/>
                  <a:pt x="2781480" y="2828014"/>
                  <a:pt x="2784233" y="2824442"/>
                </a:cubicBezTo>
                <a:cubicBezTo>
                  <a:pt x="2788549" y="2818712"/>
                  <a:pt x="2794316" y="2815848"/>
                  <a:pt x="2801534" y="2815848"/>
                </a:cubicBezTo>
                <a:close/>
                <a:moveTo>
                  <a:pt x="2268134" y="2815848"/>
                </a:moveTo>
                <a:cubicBezTo>
                  <a:pt x="2274385" y="2815848"/>
                  <a:pt x="2279427" y="2817745"/>
                  <a:pt x="2283259" y="2821540"/>
                </a:cubicBezTo>
                <a:cubicBezTo>
                  <a:pt x="2287091" y="2825335"/>
                  <a:pt x="2289454" y="2831623"/>
                  <a:pt x="2290347" y="2840404"/>
                </a:cubicBezTo>
                <a:lnTo>
                  <a:pt x="2245587" y="2840404"/>
                </a:lnTo>
                <a:cubicBezTo>
                  <a:pt x="2246331" y="2833335"/>
                  <a:pt x="2248080" y="2828014"/>
                  <a:pt x="2250833" y="2824442"/>
                </a:cubicBezTo>
                <a:cubicBezTo>
                  <a:pt x="2255149" y="2818712"/>
                  <a:pt x="2260916" y="2815848"/>
                  <a:pt x="2268134" y="2815848"/>
                </a:cubicBezTo>
                <a:close/>
                <a:moveTo>
                  <a:pt x="1896659" y="2815848"/>
                </a:moveTo>
                <a:cubicBezTo>
                  <a:pt x="1902910" y="2815848"/>
                  <a:pt x="1907952" y="2817745"/>
                  <a:pt x="1911784" y="2821540"/>
                </a:cubicBezTo>
                <a:cubicBezTo>
                  <a:pt x="1915616" y="2825335"/>
                  <a:pt x="1917979" y="2831623"/>
                  <a:pt x="1918872" y="2840404"/>
                </a:cubicBezTo>
                <a:lnTo>
                  <a:pt x="1874112" y="2840404"/>
                </a:lnTo>
                <a:cubicBezTo>
                  <a:pt x="1874856" y="2833335"/>
                  <a:pt x="1876605" y="2828014"/>
                  <a:pt x="1879358" y="2824442"/>
                </a:cubicBezTo>
                <a:cubicBezTo>
                  <a:pt x="1883674" y="2818712"/>
                  <a:pt x="1889441" y="2815848"/>
                  <a:pt x="1896659" y="2815848"/>
                </a:cubicBezTo>
                <a:close/>
                <a:moveTo>
                  <a:pt x="2585510" y="2791626"/>
                </a:moveTo>
                <a:lnTo>
                  <a:pt x="2585510" y="2867082"/>
                </a:lnTo>
                <a:cubicBezTo>
                  <a:pt x="2585510" y="2882634"/>
                  <a:pt x="2589063" y="2894150"/>
                  <a:pt x="2596170" y="2901628"/>
                </a:cubicBezTo>
                <a:cubicBezTo>
                  <a:pt x="2603277" y="2909107"/>
                  <a:pt x="2613081" y="2912846"/>
                  <a:pt x="2625582" y="2912846"/>
                </a:cubicBezTo>
                <a:cubicBezTo>
                  <a:pt x="2634958" y="2912846"/>
                  <a:pt x="2642865" y="2911172"/>
                  <a:pt x="2649302" y="2907823"/>
                </a:cubicBezTo>
                <a:cubicBezTo>
                  <a:pt x="2655738" y="2904474"/>
                  <a:pt x="2662119" y="2898856"/>
                  <a:pt x="2668445" y="2890968"/>
                </a:cubicBezTo>
                <a:lnTo>
                  <a:pt x="2668445" y="2910167"/>
                </a:lnTo>
                <a:lnTo>
                  <a:pt x="2710861" y="2910167"/>
                </a:lnTo>
                <a:lnTo>
                  <a:pt x="2710861" y="2791626"/>
                </a:lnTo>
                <a:lnTo>
                  <a:pt x="2665431" y="2791626"/>
                </a:lnTo>
                <a:lnTo>
                  <a:pt x="2665431" y="2848664"/>
                </a:lnTo>
                <a:cubicBezTo>
                  <a:pt x="2665431" y="2859454"/>
                  <a:pt x="2663701" y="2866933"/>
                  <a:pt x="2660240" y="2871100"/>
                </a:cubicBezTo>
                <a:cubicBezTo>
                  <a:pt x="2656780" y="2875267"/>
                  <a:pt x="2652334" y="2877351"/>
                  <a:pt x="2646902" y="2877351"/>
                </a:cubicBezTo>
                <a:cubicBezTo>
                  <a:pt x="2641916" y="2877351"/>
                  <a:pt x="2638046" y="2875788"/>
                  <a:pt x="2635293" y="2872663"/>
                </a:cubicBezTo>
                <a:cubicBezTo>
                  <a:pt x="2632540" y="2869537"/>
                  <a:pt x="2631163" y="2864254"/>
                  <a:pt x="2631163" y="2856812"/>
                </a:cubicBezTo>
                <a:lnTo>
                  <a:pt x="2631163" y="2791626"/>
                </a:lnTo>
                <a:close/>
                <a:moveTo>
                  <a:pt x="1680635" y="2791626"/>
                </a:moveTo>
                <a:lnTo>
                  <a:pt x="1680635" y="2867082"/>
                </a:lnTo>
                <a:cubicBezTo>
                  <a:pt x="1680635" y="2882634"/>
                  <a:pt x="1684188" y="2894150"/>
                  <a:pt x="1691295" y="2901628"/>
                </a:cubicBezTo>
                <a:cubicBezTo>
                  <a:pt x="1698402" y="2909107"/>
                  <a:pt x="1708206" y="2912846"/>
                  <a:pt x="1720707" y="2912846"/>
                </a:cubicBezTo>
                <a:cubicBezTo>
                  <a:pt x="1730083" y="2912846"/>
                  <a:pt x="1737990" y="2911172"/>
                  <a:pt x="1744427" y="2907823"/>
                </a:cubicBezTo>
                <a:cubicBezTo>
                  <a:pt x="1750863" y="2904474"/>
                  <a:pt x="1757244" y="2898856"/>
                  <a:pt x="1763570" y="2890968"/>
                </a:cubicBezTo>
                <a:lnTo>
                  <a:pt x="1763570" y="2910167"/>
                </a:lnTo>
                <a:lnTo>
                  <a:pt x="1805986" y="2910167"/>
                </a:lnTo>
                <a:lnTo>
                  <a:pt x="1805986" y="2791626"/>
                </a:lnTo>
                <a:lnTo>
                  <a:pt x="1760556" y="2791626"/>
                </a:lnTo>
                <a:lnTo>
                  <a:pt x="1760556" y="2848664"/>
                </a:lnTo>
                <a:cubicBezTo>
                  <a:pt x="1760556" y="2859454"/>
                  <a:pt x="1758826" y="2866933"/>
                  <a:pt x="1755366" y="2871100"/>
                </a:cubicBezTo>
                <a:cubicBezTo>
                  <a:pt x="1751905" y="2875267"/>
                  <a:pt x="1747459" y="2877351"/>
                  <a:pt x="1742027" y="2877351"/>
                </a:cubicBezTo>
                <a:cubicBezTo>
                  <a:pt x="1737041" y="2877351"/>
                  <a:pt x="1733172" y="2875788"/>
                  <a:pt x="1730418" y="2872663"/>
                </a:cubicBezTo>
                <a:cubicBezTo>
                  <a:pt x="1727665" y="2869537"/>
                  <a:pt x="1726288" y="2864254"/>
                  <a:pt x="1726288" y="2856812"/>
                </a:cubicBezTo>
                <a:lnTo>
                  <a:pt x="1726288" y="2791626"/>
                </a:lnTo>
                <a:close/>
                <a:moveTo>
                  <a:pt x="3028237" y="2788947"/>
                </a:moveTo>
                <a:cubicBezTo>
                  <a:pt x="3007326" y="2788947"/>
                  <a:pt x="2990937" y="2794677"/>
                  <a:pt x="2979067" y="2806136"/>
                </a:cubicBezTo>
                <a:cubicBezTo>
                  <a:pt x="2967198" y="2817596"/>
                  <a:pt x="2961264" y="2832590"/>
                  <a:pt x="2961264" y="2851120"/>
                </a:cubicBezTo>
                <a:cubicBezTo>
                  <a:pt x="2961264" y="2864142"/>
                  <a:pt x="2964222" y="2875472"/>
                  <a:pt x="2970138" y="2885108"/>
                </a:cubicBezTo>
                <a:cubicBezTo>
                  <a:pt x="2976054" y="2894745"/>
                  <a:pt x="2983514" y="2901777"/>
                  <a:pt x="2992518" y="2906205"/>
                </a:cubicBezTo>
                <a:cubicBezTo>
                  <a:pt x="3001522" y="2910632"/>
                  <a:pt x="3013875" y="2912846"/>
                  <a:pt x="3029576" y="2912846"/>
                </a:cubicBezTo>
                <a:cubicBezTo>
                  <a:pt x="3047659" y="2912846"/>
                  <a:pt x="3061537" y="2910260"/>
                  <a:pt x="3071211" y="2905088"/>
                </a:cubicBezTo>
                <a:cubicBezTo>
                  <a:pt x="3080885" y="2899917"/>
                  <a:pt x="3089144" y="2891378"/>
                  <a:pt x="3095991" y="2879472"/>
                </a:cubicBezTo>
                <a:lnTo>
                  <a:pt x="3051231" y="2875341"/>
                </a:lnTo>
                <a:cubicBezTo>
                  <a:pt x="3048403" y="2878913"/>
                  <a:pt x="3045761" y="2881406"/>
                  <a:pt x="3043305" y="2882820"/>
                </a:cubicBezTo>
                <a:cubicBezTo>
                  <a:pt x="3039287" y="2885053"/>
                  <a:pt x="3035045" y="2886169"/>
                  <a:pt x="3030581" y="2886169"/>
                </a:cubicBezTo>
                <a:cubicBezTo>
                  <a:pt x="3023511" y="2886169"/>
                  <a:pt x="3017781" y="2883602"/>
                  <a:pt x="3013391" y="2878467"/>
                </a:cubicBezTo>
                <a:cubicBezTo>
                  <a:pt x="3010266" y="2874895"/>
                  <a:pt x="3008294" y="2869463"/>
                  <a:pt x="3007475" y="2862170"/>
                </a:cubicBezTo>
                <a:lnTo>
                  <a:pt x="3098558" y="2862170"/>
                </a:lnTo>
                <a:lnTo>
                  <a:pt x="3098558" y="2857036"/>
                </a:lnTo>
                <a:cubicBezTo>
                  <a:pt x="3098558" y="2841409"/>
                  <a:pt x="3095991" y="2828721"/>
                  <a:pt x="3090856" y="2818973"/>
                </a:cubicBezTo>
                <a:cubicBezTo>
                  <a:pt x="3085721" y="2809225"/>
                  <a:pt x="3078243" y="2801783"/>
                  <a:pt x="3068420" y="2796649"/>
                </a:cubicBezTo>
                <a:cubicBezTo>
                  <a:pt x="3058597" y="2791514"/>
                  <a:pt x="3045203" y="2788947"/>
                  <a:pt x="3028237" y="2788947"/>
                </a:cubicBezTo>
                <a:close/>
                <a:moveTo>
                  <a:pt x="2799637" y="2788947"/>
                </a:moveTo>
                <a:cubicBezTo>
                  <a:pt x="2778726" y="2788947"/>
                  <a:pt x="2762337" y="2794677"/>
                  <a:pt x="2750467" y="2806136"/>
                </a:cubicBezTo>
                <a:cubicBezTo>
                  <a:pt x="2738598" y="2817596"/>
                  <a:pt x="2732664" y="2832590"/>
                  <a:pt x="2732664" y="2851120"/>
                </a:cubicBezTo>
                <a:cubicBezTo>
                  <a:pt x="2732664" y="2864142"/>
                  <a:pt x="2735622" y="2875472"/>
                  <a:pt x="2741538" y="2885108"/>
                </a:cubicBezTo>
                <a:cubicBezTo>
                  <a:pt x="2747454" y="2894745"/>
                  <a:pt x="2754914" y="2901777"/>
                  <a:pt x="2763918" y="2906205"/>
                </a:cubicBezTo>
                <a:cubicBezTo>
                  <a:pt x="2772922" y="2910632"/>
                  <a:pt x="2785275" y="2912846"/>
                  <a:pt x="2800976" y="2912846"/>
                </a:cubicBezTo>
                <a:cubicBezTo>
                  <a:pt x="2819059" y="2912846"/>
                  <a:pt x="2832937" y="2910260"/>
                  <a:pt x="2842611" y="2905088"/>
                </a:cubicBezTo>
                <a:cubicBezTo>
                  <a:pt x="2852285" y="2899917"/>
                  <a:pt x="2860544" y="2891378"/>
                  <a:pt x="2867391" y="2879472"/>
                </a:cubicBezTo>
                <a:lnTo>
                  <a:pt x="2822631" y="2875341"/>
                </a:lnTo>
                <a:cubicBezTo>
                  <a:pt x="2819803" y="2878913"/>
                  <a:pt x="2817161" y="2881406"/>
                  <a:pt x="2814705" y="2882820"/>
                </a:cubicBezTo>
                <a:cubicBezTo>
                  <a:pt x="2810687" y="2885053"/>
                  <a:pt x="2806445" y="2886169"/>
                  <a:pt x="2801981" y="2886169"/>
                </a:cubicBezTo>
                <a:cubicBezTo>
                  <a:pt x="2794911" y="2886169"/>
                  <a:pt x="2789181" y="2883602"/>
                  <a:pt x="2784791" y="2878467"/>
                </a:cubicBezTo>
                <a:cubicBezTo>
                  <a:pt x="2781666" y="2874895"/>
                  <a:pt x="2779694" y="2869463"/>
                  <a:pt x="2778875" y="2862170"/>
                </a:cubicBezTo>
                <a:lnTo>
                  <a:pt x="2869958" y="2862170"/>
                </a:lnTo>
                <a:lnTo>
                  <a:pt x="2869958" y="2857036"/>
                </a:lnTo>
                <a:cubicBezTo>
                  <a:pt x="2869958" y="2841409"/>
                  <a:pt x="2867391" y="2828721"/>
                  <a:pt x="2862256" y="2818973"/>
                </a:cubicBezTo>
                <a:cubicBezTo>
                  <a:pt x="2857121" y="2809225"/>
                  <a:pt x="2849643" y="2801783"/>
                  <a:pt x="2839820" y="2796649"/>
                </a:cubicBezTo>
                <a:cubicBezTo>
                  <a:pt x="2829997" y="2791514"/>
                  <a:pt x="2816603" y="2788947"/>
                  <a:pt x="2799637" y="2788947"/>
                </a:cubicBezTo>
                <a:close/>
                <a:moveTo>
                  <a:pt x="2477647" y="2788947"/>
                </a:moveTo>
                <a:cubicBezTo>
                  <a:pt x="2468420" y="2788947"/>
                  <a:pt x="2459974" y="2791384"/>
                  <a:pt x="2452309" y="2796258"/>
                </a:cubicBezTo>
                <a:cubicBezTo>
                  <a:pt x="2444644" y="2801132"/>
                  <a:pt x="2438654" y="2808518"/>
                  <a:pt x="2434338" y="2818415"/>
                </a:cubicBezTo>
                <a:cubicBezTo>
                  <a:pt x="2430022" y="2828312"/>
                  <a:pt x="2427864" y="2839734"/>
                  <a:pt x="2427864" y="2852682"/>
                </a:cubicBezTo>
                <a:cubicBezTo>
                  <a:pt x="2427864" y="2872030"/>
                  <a:pt x="2432589" y="2886894"/>
                  <a:pt x="2442040" y="2897275"/>
                </a:cubicBezTo>
                <a:cubicBezTo>
                  <a:pt x="2451490" y="2907656"/>
                  <a:pt x="2463434" y="2912846"/>
                  <a:pt x="2477870" y="2912846"/>
                </a:cubicBezTo>
                <a:cubicBezTo>
                  <a:pt x="2484940" y="2912846"/>
                  <a:pt x="2491358" y="2911656"/>
                  <a:pt x="2497125" y="2909274"/>
                </a:cubicBezTo>
                <a:cubicBezTo>
                  <a:pt x="2502892" y="2906893"/>
                  <a:pt x="2508008" y="2903358"/>
                  <a:pt x="2512473" y="2898670"/>
                </a:cubicBezTo>
                <a:lnTo>
                  <a:pt x="2512473" y="2955262"/>
                </a:lnTo>
                <a:lnTo>
                  <a:pt x="2558349" y="2955262"/>
                </a:lnTo>
                <a:lnTo>
                  <a:pt x="2558349" y="2791626"/>
                </a:lnTo>
                <a:lnTo>
                  <a:pt x="2515821" y="2791626"/>
                </a:lnTo>
                <a:lnTo>
                  <a:pt x="2515821" y="2809150"/>
                </a:lnTo>
                <a:cubicBezTo>
                  <a:pt x="2509943" y="2801783"/>
                  <a:pt x="2504548" y="2796798"/>
                  <a:pt x="2499636" y="2794193"/>
                </a:cubicBezTo>
                <a:cubicBezTo>
                  <a:pt x="2492939" y="2790695"/>
                  <a:pt x="2485609" y="2788947"/>
                  <a:pt x="2477647" y="2788947"/>
                </a:cubicBezTo>
                <a:close/>
                <a:moveTo>
                  <a:pt x="2266237" y="2788947"/>
                </a:moveTo>
                <a:cubicBezTo>
                  <a:pt x="2245326" y="2788947"/>
                  <a:pt x="2228937" y="2794677"/>
                  <a:pt x="2217068" y="2806136"/>
                </a:cubicBezTo>
                <a:cubicBezTo>
                  <a:pt x="2205198" y="2817596"/>
                  <a:pt x="2199264" y="2832590"/>
                  <a:pt x="2199264" y="2851120"/>
                </a:cubicBezTo>
                <a:cubicBezTo>
                  <a:pt x="2199264" y="2864142"/>
                  <a:pt x="2202222" y="2875472"/>
                  <a:pt x="2208138" y="2885108"/>
                </a:cubicBezTo>
                <a:cubicBezTo>
                  <a:pt x="2214054" y="2894745"/>
                  <a:pt x="2221514" y="2901777"/>
                  <a:pt x="2230518" y="2906205"/>
                </a:cubicBezTo>
                <a:cubicBezTo>
                  <a:pt x="2239522" y="2910632"/>
                  <a:pt x="2251875" y="2912846"/>
                  <a:pt x="2267576" y="2912846"/>
                </a:cubicBezTo>
                <a:cubicBezTo>
                  <a:pt x="2285659" y="2912846"/>
                  <a:pt x="2299537" y="2910260"/>
                  <a:pt x="2309211" y="2905088"/>
                </a:cubicBezTo>
                <a:cubicBezTo>
                  <a:pt x="2318885" y="2899917"/>
                  <a:pt x="2327145" y="2891378"/>
                  <a:pt x="2333991" y="2879472"/>
                </a:cubicBezTo>
                <a:lnTo>
                  <a:pt x="2289231" y="2875341"/>
                </a:lnTo>
                <a:cubicBezTo>
                  <a:pt x="2286403" y="2878913"/>
                  <a:pt x="2283761" y="2881406"/>
                  <a:pt x="2281305" y="2882820"/>
                </a:cubicBezTo>
                <a:cubicBezTo>
                  <a:pt x="2277287" y="2885053"/>
                  <a:pt x="2273046" y="2886169"/>
                  <a:pt x="2268581" y="2886169"/>
                </a:cubicBezTo>
                <a:cubicBezTo>
                  <a:pt x="2261511" y="2886169"/>
                  <a:pt x="2255781" y="2883602"/>
                  <a:pt x="2251391" y="2878467"/>
                </a:cubicBezTo>
                <a:cubicBezTo>
                  <a:pt x="2248266" y="2874895"/>
                  <a:pt x="2246294" y="2869463"/>
                  <a:pt x="2245475" y="2862170"/>
                </a:cubicBezTo>
                <a:lnTo>
                  <a:pt x="2336558" y="2862170"/>
                </a:lnTo>
                <a:lnTo>
                  <a:pt x="2336558" y="2857036"/>
                </a:lnTo>
                <a:cubicBezTo>
                  <a:pt x="2336558" y="2841409"/>
                  <a:pt x="2333991" y="2828721"/>
                  <a:pt x="2328856" y="2818973"/>
                </a:cubicBezTo>
                <a:cubicBezTo>
                  <a:pt x="2323721" y="2809225"/>
                  <a:pt x="2316243" y="2801783"/>
                  <a:pt x="2306420" y="2796649"/>
                </a:cubicBezTo>
                <a:cubicBezTo>
                  <a:pt x="2296598" y="2791514"/>
                  <a:pt x="2283203" y="2788947"/>
                  <a:pt x="2266237" y="2788947"/>
                </a:cubicBezTo>
                <a:close/>
                <a:moveTo>
                  <a:pt x="2057654" y="2788947"/>
                </a:moveTo>
                <a:cubicBezTo>
                  <a:pt x="2051254" y="2788947"/>
                  <a:pt x="2045878" y="2790528"/>
                  <a:pt x="2041525" y="2793691"/>
                </a:cubicBezTo>
                <a:cubicBezTo>
                  <a:pt x="2037172" y="2796853"/>
                  <a:pt x="2032949" y="2802639"/>
                  <a:pt x="2028856" y="2811048"/>
                </a:cubicBezTo>
                <a:lnTo>
                  <a:pt x="2028856" y="2791626"/>
                </a:lnTo>
                <a:lnTo>
                  <a:pt x="1986328" y="2791626"/>
                </a:lnTo>
                <a:lnTo>
                  <a:pt x="1986328" y="2910167"/>
                </a:lnTo>
                <a:lnTo>
                  <a:pt x="2031981" y="2910167"/>
                </a:lnTo>
                <a:lnTo>
                  <a:pt x="2031981" y="2870430"/>
                </a:lnTo>
                <a:cubicBezTo>
                  <a:pt x="2031981" y="2851454"/>
                  <a:pt x="2034325" y="2838506"/>
                  <a:pt x="2039013" y="2831586"/>
                </a:cubicBezTo>
                <a:cubicBezTo>
                  <a:pt x="2042288" y="2826675"/>
                  <a:pt x="2046901" y="2824219"/>
                  <a:pt x="2052854" y="2824219"/>
                </a:cubicBezTo>
                <a:cubicBezTo>
                  <a:pt x="2055980" y="2824219"/>
                  <a:pt x="2060221" y="2825335"/>
                  <a:pt x="2065579" y="2827568"/>
                </a:cubicBezTo>
                <a:lnTo>
                  <a:pt x="2079643" y="2795198"/>
                </a:lnTo>
                <a:cubicBezTo>
                  <a:pt x="2071681" y="2791030"/>
                  <a:pt x="2064351" y="2788947"/>
                  <a:pt x="2057654" y="2788947"/>
                </a:cubicBezTo>
                <a:close/>
                <a:moveTo>
                  <a:pt x="1894762" y="2788947"/>
                </a:moveTo>
                <a:cubicBezTo>
                  <a:pt x="1873851" y="2788947"/>
                  <a:pt x="1857462" y="2794677"/>
                  <a:pt x="1845593" y="2806136"/>
                </a:cubicBezTo>
                <a:cubicBezTo>
                  <a:pt x="1833723" y="2817596"/>
                  <a:pt x="1827789" y="2832590"/>
                  <a:pt x="1827789" y="2851120"/>
                </a:cubicBezTo>
                <a:cubicBezTo>
                  <a:pt x="1827789" y="2864142"/>
                  <a:pt x="1830747" y="2875472"/>
                  <a:pt x="1836663" y="2885108"/>
                </a:cubicBezTo>
                <a:cubicBezTo>
                  <a:pt x="1842579" y="2894745"/>
                  <a:pt x="1850039" y="2901777"/>
                  <a:pt x="1859043" y="2906205"/>
                </a:cubicBezTo>
                <a:cubicBezTo>
                  <a:pt x="1868047" y="2910632"/>
                  <a:pt x="1880400" y="2912846"/>
                  <a:pt x="1896101" y="2912846"/>
                </a:cubicBezTo>
                <a:cubicBezTo>
                  <a:pt x="1914184" y="2912846"/>
                  <a:pt x="1928062" y="2910260"/>
                  <a:pt x="1937736" y="2905088"/>
                </a:cubicBezTo>
                <a:cubicBezTo>
                  <a:pt x="1947410" y="2899917"/>
                  <a:pt x="1955670" y="2891378"/>
                  <a:pt x="1962516" y="2879472"/>
                </a:cubicBezTo>
                <a:lnTo>
                  <a:pt x="1917756" y="2875341"/>
                </a:lnTo>
                <a:cubicBezTo>
                  <a:pt x="1914928" y="2878913"/>
                  <a:pt x="1912286" y="2881406"/>
                  <a:pt x="1909831" y="2882820"/>
                </a:cubicBezTo>
                <a:cubicBezTo>
                  <a:pt x="1905812" y="2885053"/>
                  <a:pt x="1901571" y="2886169"/>
                  <a:pt x="1897106" y="2886169"/>
                </a:cubicBezTo>
                <a:cubicBezTo>
                  <a:pt x="1890036" y="2886169"/>
                  <a:pt x="1884307" y="2883602"/>
                  <a:pt x="1879916" y="2878467"/>
                </a:cubicBezTo>
                <a:cubicBezTo>
                  <a:pt x="1876791" y="2874895"/>
                  <a:pt x="1874819" y="2869463"/>
                  <a:pt x="1874000" y="2862170"/>
                </a:cubicBezTo>
                <a:lnTo>
                  <a:pt x="1965083" y="2862170"/>
                </a:lnTo>
                <a:lnTo>
                  <a:pt x="1965083" y="2857036"/>
                </a:lnTo>
                <a:cubicBezTo>
                  <a:pt x="1965083" y="2841409"/>
                  <a:pt x="1962516" y="2828721"/>
                  <a:pt x="1957381" y="2818973"/>
                </a:cubicBezTo>
                <a:cubicBezTo>
                  <a:pt x="1952247" y="2809225"/>
                  <a:pt x="1944768" y="2801783"/>
                  <a:pt x="1934945" y="2796649"/>
                </a:cubicBezTo>
                <a:cubicBezTo>
                  <a:pt x="1925123" y="2791514"/>
                  <a:pt x="1911728" y="2788947"/>
                  <a:pt x="1894762" y="2788947"/>
                </a:cubicBezTo>
                <a:close/>
                <a:moveTo>
                  <a:pt x="1430865" y="2788947"/>
                </a:moveTo>
                <a:cubicBezTo>
                  <a:pt x="1417470" y="2788947"/>
                  <a:pt x="1406792" y="2790341"/>
                  <a:pt x="1398829" y="2793128"/>
                </a:cubicBezTo>
                <a:cubicBezTo>
                  <a:pt x="1390867" y="2795916"/>
                  <a:pt x="1384616" y="2800135"/>
                  <a:pt x="1380077" y="2805784"/>
                </a:cubicBezTo>
                <a:cubicBezTo>
                  <a:pt x="1375537" y="2811434"/>
                  <a:pt x="1373268" y="2818162"/>
                  <a:pt x="1373268" y="2825968"/>
                </a:cubicBezTo>
                <a:cubicBezTo>
                  <a:pt x="1373268" y="2833105"/>
                  <a:pt x="1375370" y="2839461"/>
                  <a:pt x="1379575" y="2845036"/>
                </a:cubicBezTo>
                <a:cubicBezTo>
                  <a:pt x="1383779" y="2850611"/>
                  <a:pt x="1388951" y="2854570"/>
                  <a:pt x="1395090" y="2856912"/>
                </a:cubicBezTo>
                <a:cubicBezTo>
                  <a:pt x="1401229" y="2859253"/>
                  <a:pt x="1412187" y="2861799"/>
                  <a:pt x="1427962" y="2864549"/>
                </a:cubicBezTo>
                <a:cubicBezTo>
                  <a:pt x="1438529" y="2866407"/>
                  <a:pt x="1445040" y="2867968"/>
                  <a:pt x="1447496" y="2869230"/>
                </a:cubicBezTo>
                <a:cubicBezTo>
                  <a:pt x="1450919" y="2871014"/>
                  <a:pt x="1452631" y="2873540"/>
                  <a:pt x="1452631" y="2876810"/>
                </a:cubicBezTo>
                <a:cubicBezTo>
                  <a:pt x="1452631" y="2879708"/>
                  <a:pt x="1451328" y="2882122"/>
                  <a:pt x="1448724" y="2884053"/>
                </a:cubicBezTo>
                <a:cubicBezTo>
                  <a:pt x="1445375" y="2886654"/>
                  <a:pt x="1440650" y="2887955"/>
                  <a:pt x="1434548" y="2887955"/>
                </a:cubicBezTo>
                <a:cubicBezTo>
                  <a:pt x="1428967" y="2887955"/>
                  <a:pt x="1424502" y="2886801"/>
                  <a:pt x="1421153" y="2884495"/>
                </a:cubicBezTo>
                <a:cubicBezTo>
                  <a:pt x="1417805" y="2882188"/>
                  <a:pt x="1415200" y="2878355"/>
                  <a:pt x="1413340" y="2872997"/>
                </a:cubicBezTo>
                <a:lnTo>
                  <a:pt x="1368245" y="2877239"/>
                </a:lnTo>
                <a:cubicBezTo>
                  <a:pt x="1370850" y="2888624"/>
                  <a:pt x="1376747" y="2897405"/>
                  <a:pt x="1385937" y="2903582"/>
                </a:cubicBezTo>
                <a:cubicBezTo>
                  <a:pt x="1395127" y="2909758"/>
                  <a:pt x="1410549" y="2912846"/>
                  <a:pt x="1432204" y="2912846"/>
                </a:cubicBezTo>
                <a:cubicBezTo>
                  <a:pt x="1447533" y="2912846"/>
                  <a:pt x="1459644" y="2910932"/>
                  <a:pt x="1468537" y="2907104"/>
                </a:cubicBezTo>
                <a:cubicBezTo>
                  <a:pt x="1477429" y="2903275"/>
                  <a:pt x="1483940" y="2898127"/>
                  <a:pt x="1488070" y="2891660"/>
                </a:cubicBezTo>
                <a:cubicBezTo>
                  <a:pt x="1492200" y="2885192"/>
                  <a:pt x="1494265" y="2878539"/>
                  <a:pt x="1494265" y="2871700"/>
                </a:cubicBezTo>
                <a:cubicBezTo>
                  <a:pt x="1494265" y="2864935"/>
                  <a:pt x="1492312" y="2858728"/>
                  <a:pt x="1488405" y="2853078"/>
                </a:cubicBezTo>
                <a:cubicBezTo>
                  <a:pt x="1484498" y="2847429"/>
                  <a:pt x="1478861" y="2843080"/>
                  <a:pt x="1471495" y="2840032"/>
                </a:cubicBezTo>
                <a:cubicBezTo>
                  <a:pt x="1464128" y="2836984"/>
                  <a:pt x="1452891" y="2834605"/>
                  <a:pt x="1437785" y="2832896"/>
                </a:cubicBezTo>
                <a:cubicBezTo>
                  <a:pt x="1427814" y="2831706"/>
                  <a:pt x="1421339" y="2830369"/>
                  <a:pt x="1418363" y="2828883"/>
                </a:cubicBezTo>
                <a:cubicBezTo>
                  <a:pt x="1415386" y="2827397"/>
                  <a:pt x="1413898" y="2825205"/>
                  <a:pt x="1413898" y="2822308"/>
                </a:cubicBezTo>
                <a:cubicBezTo>
                  <a:pt x="1413898" y="2819707"/>
                  <a:pt x="1415070" y="2817496"/>
                  <a:pt x="1417414" y="2815676"/>
                </a:cubicBezTo>
                <a:cubicBezTo>
                  <a:pt x="1419758" y="2813855"/>
                  <a:pt x="1423498" y="2812945"/>
                  <a:pt x="1428632" y="2812945"/>
                </a:cubicBezTo>
                <a:cubicBezTo>
                  <a:pt x="1433692" y="2812945"/>
                  <a:pt x="1438008" y="2814136"/>
                  <a:pt x="1441580" y="2816517"/>
                </a:cubicBezTo>
                <a:cubicBezTo>
                  <a:pt x="1444185" y="2818303"/>
                  <a:pt x="1446045" y="2821094"/>
                  <a:pt x="1447161" y="2824889"/>
                </a:cubicBezTo>
                <a:lnTo>
                  <a:pt x="1490247" y="2820647"/>
                </a:lnTo>
                <a:cubicBezTo>
                  <a:pt x="1487270" y="2812908"/>
                  <a:pt x="1483531" y="2806769"/>
                  <a:pt x="1479029" y="2802230"/>
                </a:cubicBezTo>
                <a:cubicBezTo>
                  <a:pt x="1474527" y="2797690"/>
                  <a:pt x="1468909" y="2794342"/>
                  <a:pt x="1462174" y="2792184"/>
                </a:cubicBezTo>
                <a:cubicBezTo>
                  <a:pt x="1455439" y="2790026"/>
                  <a:pt x="1445003" y="2788947"/>
                  <a:pt x="1430865" y="2788947"/>
                </a:cubicBezTo>
                <a:close/>
                <a:moveTo>
                  <a:pt x="1283153" y="2788947"/>
                </a:moveTo>
                <a:cubicBezTo>
                  <a:pt x="1274669" y="2788947"/>
                  <a:pt x="1266782" y="2789579"/>
                  <a:pt x="1259489" y="2790844"/>
                </a:cubicBezTo>
                <a:cubicBezTo>
                  <a:pt x="1252196" y="2792109"/>
                  <a:pt x="1246466" y="2793895"/>
                  <a:pt x="1242299" y="2796202"/>
                </a:cubicBezTo>
                <a:cubicBezTo>
                  <a:pt x="1236495" y="2799402"/>
                  <a:pt x="1232049" y="2803179"/>
                  <a:pt x="1228961" y="2807532"/>
                </a:cubicBezTo>
                <a:cubicBezTo>
                  <a:pt x="1225872" y="2811885"/>
                  <a:pt x="1223510" y="2817856"/>
                  <a:pt x="1221873" y="2825447"/>
                </a:cubicBezTo>
                <a:lnTo>
                  <a:pt x="1265293" y="2830023"/>
                </a:lnTo>
                <a:cubicBezTo>
                  <a:pt x="1267079" y="2824889"/>
                  <a:pt x="1269423" y="2821391"/>
                  <a:pt x="1272325" y="2819531"/>
                </a:cubicBezTo>
                <a:cubicBezTo>
                  <a:pt x="1276046" y="2817150"/>
                  <a:pt x="1281627" y="2815959"/>
                  <a:pt x="1289069" y="2815959"/>
                </a:cubicBezTo>
                <a:cubicBezTo>
                  <a:pt x="1294873" y="2815959"/>
                  <a:pt x="1298928" y="2817075"/>
                  <a:pt x="1301235" y="2819308"/>
                </a:cubicBezTo>
                <a:cubicBezTo>
                  <a:pt x="1303542" y="2821540"/>
                  <a:pt x="1304695" y="2825447"/>
                  <a:pt x="1304695" y="2831028"/>
                </a:cubicBezTo>
                <a:cubicBezTo>
                  <a:pt x="1299040" y="2833260"/>
                  <a:pt x="1293682" y="2835065"/>
                  <a:pt x="1288622" y="2836441"/>
                </a:cubicBezTo>
                <a:cubicBezTo>
                  <a:pt x="1283562" y="2837818"/>
                  <a:pt x="1272511" y="2840218"/>
                  <a:pt x="1255470" y="2843641"/>
                </a:cubicBezTo>
                <a:cubicBezTo>
                  <a:pt x="1241257" y="2846469"/>
                  <a:pt x="1231509" y="2850785"/>
                  <a:pt x="1226226" y="2856589"/>
                </a:cubicBezTo>
                <a:cubicBezTo>
                  <a:pt x="1220942" y="2862394"/>
                  <a:pt x="1218301" y="2869798"/>
                  <a:pt x="1218301" y="2878802"/>
                </a:cubicBezTo>
                <a:cubicBezTo>
                  <a:pt x="1218301" y="2888401"/>
                  <a:pt x="1221966" y="2896475"/>
                  <a:pt x="1229295" y="2903024"/>
                </a:cubicBezTo>
                <a:cubicBezTo>
                  <a:pt x="1236625" y="2909572"/>
                  <a:pt x="1247359" y="2912846"/>
                  <a:pt x="1261498" y="2912846"/>
                </a:cubicBezTo>
                <a:cubicBezTo>
                  <a:pt x="1272139" y="2912846"/>
                  <a:pt x="1281478" y="2911209"/>
                  <a:pt x="1289515" y="2907935"/>
                </a:cubicBezTo>
                <a:cubicBezTo>
                  <a:pt x="1295393" y="2905479"/>
                  <a:pt x="1301309" y="2901386"/>
                  <a:pt x="1307263" y="2895657"/>
                </a:cubicBezTo>
                <a:cubicBezTo>
                  <a:pt x="1307784" y="2899080"/>
                  <a:pt x="1308304" y="2901591"/>
                  <a:pt x="1308825" y="2903191"/>
                </a:cubicBezTo>
                <a:cubicBezTo>
                  <a:pt x="1309346" y="2904791"/>
                  <a:pt x="1310463" y="2907116"/>
                  <a:pt x="1312174" y="2910167"/>
                </a:cubicBezTo>
                <a:lnTo>
                  <a:pt x="1354813" y="2910167"/>
                </a:lnTo>
                <a:cubicBezTo>
                  <a:pt x="1352432" y="2905256"/>
                  <a:pt x="1350888" y="2901219"/>
                  <a:pt x="1350181" y="2898056"/>
                </a:cubicBezTo>
                <a:cubicBezTo>
                  <a:pt x="1349474" y="2894894"/>
                  <a:pt x="1349121" y="2890522"/>
                  <a:pt x="1349121" y="2884941"/>
                </a:cubicBezTo>
                <a:lnTo>
                  <a:pt x="1349121" y="2832590"/>
                </a:lnTo>
                <a:cubicBezTo>
                  <a:pt x="1349121" y="2827010"/>
                  <a:pt x="1348004" y="2821150"/>
                  <a:pt x="1345772" y="2815010"/>
                </a:cubicBezTo>
                <a:cubicBezTo>
                  <a:pt x="1343539" y="2808871"/>
                  <a:pt x="1340489" y="2804127"/>
                  <a:pt x="1336619" y="2800778"/>
                </a:cubicBezTo>
                <a:cubicBezTo>
                  <a:pt x="1331112" y="2795942"/>
                  <a:pt x="1324229" y="2792761"/>
                  <a:pt x="1315969" y="2791235"/>
                </a:cubicBezTo>
                <a:cubicBezTo>
                  <a:pt x="1307709" y="2789709"/>
                  <a:pt x="1296770" y="2788947"/>
                  <a:pt x="1283153" y="2788947"/>
                </a:cubicBezTo>
                <a:close/>
                <a:moveTo>
                  <a:pt x="1079057" y="2788947"/>
                </a:moveTo>
                <a:cubicBezTo>
                  <a:pt x="1070264" y="2788947"/>
                  <a:pt x="1062755" y="2790472"/>
                  <a:pt x="1056533" y="2793523"/>
                </a:cubicBezTo>
                <a:cubicBezTo>
                  <a:pt x="1050311" y="2796574"/>
                  <a:pt x="1044144" y="2801709"/>
                  <a:pt x="1038033" y="2808927"/>
                </a:cubicBezTo>
                <a:lnTo>
                  <a:pt x="1038033" y="2791626"/>
                </a:lnTo>
                <a:lnTo>
                  <a:pt x="995617" y="2791626"/>
                </a:lnTo>
                <a:lnTo>
                  <a:pt x="995617" y="2910167"/>
                </a:lnTo>
                <a:lnTo>
                  <a:pt x="1041158" y="2910167"/>
                </a:lnTo>
                <a:lnTo>
                  <a:pt x="1041158" y="2849669"/>
                </a:lnTo>
                <a:cubicBezTo>
                  <a:pt x="1041158" y="2840665"/>
                  <a:pt x="1042839" y="2834191"/>
                  <a:pt x="1046199" y="2830247"/>
                </a:cubicBezTo>
                <a:cubicBezTo>
                  <a:pt x="1049559" y="2826303"/>
                  <a:pt x="1053853" y="2824331"/>
                  <a:pt x="1059081" y="2824331"/>
                </a:cubicBezTo>
                <a:cubicBezTo>
                  <a:pt x="1062291" y="2824331"/>
                  <a:pt x="1065091" y="2825242"/>
                  <a:pt x="1067480" y="2827065"/>
                </a:cubicBezTo>
                <a:cubicBezTo>
                  <a:pt x="1069870" y="2828889"/>
                  <a:pt x="1071550" y="2831288"/>
                  <a:pt x="1072521" y="2834265"/>
                </a:cubicBezTo>
                <a:cubicBezTo>
                  <a:pt x="1073118" y="2836125"/>
                  <a:pt x="1073417" y="2839660"/>
                  <a:pt x="1073417" y="2844869"/>
                </a:cubicBezTo>
                <a:lnTo>
                  <a:pt x="1073417" y="2910167"/>
                </a:lnTo>
                <a:lnTo>
                  <a:pt x="1118958" y="2910167"/>
                </a:lnTo>
                <a:lnTo>
                  <a:pt x="1118958" y="2848999"/>
                </a:lnTo>
                <a:cubicBezTo>
                  <a:pt x="1118958" y="2840441"/>
                  <a:pt x="1120589" y="2834228"/>
                  <a:pt x="1123853" y="2830358"/>
                </a:cubicBezTo>
                <a:cubicBezTo>
                  <a:pt x="1127116" y="2826489"/>
                  <a:pt x="1131417" y="2824554"/>
                  <a:pt x="1136756" y="2824554"/>
                </a:cubicBezTo>
                <a:cubicBezTo>
                  <a:pt x="1141279" y="2824554"/>
                  <a:pt x="1145061" y="2826600"/>
                  <a:pt x="1148102" y="2830693"/>
                </a:cubicBezTo>
                <a:cubicBezTo>
                  <a:pt x="1150178" y="2833298"/>
                  <a:pt x="1151216" y="2837279"/>
                  <a:pt x="1151216" y="2842637"/>
                </a:cubicBezTo>
                <a:lnTo>
                  <a:pt x="1151216" y="2910167"/>
                </a:lnTo>
                <a:lnTo>
                  <a:pt x="1196758" y="2910167"/>
                </a:lnTo>
                <a:lnTo>
                  <a:pt x="1196758" y="2835716"/>
                </a:lnTo>
                <a:cubicBezTo>
                  <a:pt x="1196758" y="2819642"/>
                  <a:pt x="1193191" y="2807829"/>
                  <a:pt x="1186057" y="2800276"/>
                </a:cubicBezTo>
                <a:cubicBezTo>
                  <a:pt x="1178923" y="2792723"/>
                  <a:pt x="1169003" y="2788947"/>
                  <a:pt x="1156295" y="2788947"/>
                </a:cubicBezTo>
                <a:cubicBezTo>
                  <a:pt x="1147675" y="2788947"/>
                  <a:pt x="1140429" y="2790342"/>
                  <a:pt x="1134559" y="2793133"/>
                </a:cubicBezTo>
                <a:cubicBezTo>
                  <a:pt x="1128688" y="2795923"/>
                  <a:pt x="1122186" y="2801188"/>
                  <a:pt x="1115051" y="2808927"/>
                </a:cubicBezTo>
                <a:cubicBezTo>
                  <a:pt x="1111549" y="2802304"/>
                  <a:pt x="1107041" y="2797318"/>
                  <a:pt x="1101526" y="2793970"/>
                </a:cubicBezTo>
                <a:cubicBezTo>
                  <a:pt x="1096011" y="2790621"/>
                  <a:pt x="1088521" y="2788947"/>
                  <a:pt x="1079057" y="2788947"/>
                </a:cubicBezTo>
                <a:close/>
                <a:moveTo>
                  <a:pt x="3120919" y="2746531"/>
                </a:moveTo>
                <a:lnTo>
                  <a:pt x="3120919" y="2910167"/>
                </a:lnTo>
                <a:lnTo>
                  <a:pt x="3166461" y="2910167"/>
                </a:lnTo>
                <a:lnTo>
                  <a:pt x="3166461" y="2746531"/>
                </a:lnTo>
                <a:close/>
                <a:moveTo>
                  <a:pt x="2154988" y="2746531"/>
                </a:moveTo>
                <a:lnTo>
                  <a:pt x="2109446" y="2769859"/>
                </a:lnTo>
                <a:lnTo>
                  <a:pt x="2109446" y="2791626"/>
                </a:lnTo>
                <a:lnTo>
                  <a:pt x="2092703" y="2791626"/>
                </a:lnTo>
                <a:lnTo>
                  <a:pt x="2092703" y="2824889"/>
                </a:lnTo>
                <a:lnTo>
                  <a:pt x="2109446" y="2824889"/>
                </a:lnTo>
                <a:lnTo>
                  <a:pt x="2109446" y="2866583"/>
                </a:lnTo>
                <a:cubicBezTo>
                  <a:pt x="2109446" y="2879811"/>
                  <a:pt x="2110730" y="2889379"/>
                  <a:pt x="2113297" y="2895288"/>
                </a:cubicBezTo>
                <a:cubicBezTo>
                  <a:pt x="2115865" y="2901196"/>
                  <a:pt x="2119827" y="2905600"/>
                  <a:pt x="2125185" y="2908498"/>
                </a:cubicBezTo>
                <a:cubicBezTo>
                  <a:pt x="2130543" y="2911397"/>
                  <a:pt x="2138877" y="2912846"/>
                  <a:pt x="2150188" y="2912846"/>
                </a:cubicBezTo>
                <a:cubicBezTo>
                  <a:pt x="2159936" y="2912846"/>
                  <a:pt x="2170429" y="2911618"/>
                  <a:pt x="2181665" y="2909163"/>
                </a:cubicBezTo>
                <a:lnTo>
                  <a:pt x="2178316" y="2877802"/>
                </a:lnTo>
                <a:cubicBezTo>
                  <a:pt x="2172289" y="2879734"/>
                  <a:pt x="2167601" y="2880699"/>
                  <a:pt x="2164252" y="2880699"/>
                </a:cubicBezTo>
                <a:cubicBezTo>
                  <a:pt x="2160531" y="2880699"/>
                  <a:pt x="2157927" y="2879437"/>
                  <a:pt x="2156439" y="2876911"/>
                </a:cubicBezTo>
                <a:cubicBezTo>
                  <a:pt x="2155471" y="2875278"/>
                  <a:pt x="2154988" y="2871936"/>
                  <a:pt x="2154988" y="2866886"/>
                </a:cubicBezTo>
                <a:lnTo>
                  <a:pt x="2154988" y="2824889"/>
                </a:lnTo>
                <a:lnTo>
                  <a:pt x="2179991" y="2824889"/>
                </a:lnTo>
                <a:lnTo>
                  <a:pt x="2179991" y="2791626"/>
                </a:lnTo>
                <a:lnTo>
                  <a:pt x="2154988" y="2791626"/>
                </a:lnTo>
                <a:close/>
                <a:moveTo>
                  <a:pt x="1642573" y="2743740"/>
                </a:moveTo>
                <a:cubicBezTo>
                  <a:pt x="1632601" y="2743740"/>
                  <a:pt x="1625029" y="2744875"/>
                  <a:pt x="1619857" y="2747145"/>
                </a:cubicBezTo>
                <a:cubicBezTo>
                  <a:pt x="1614686" y="2749414"/>
                  <a:pt x="1610667" y="2752391"/>
                  <a:pt x="1607803" y="2756074"/>
                </a:cubicBezTo>
                <a:cubicBezTo>
                  <a:pt x="1604938" y="2759758"/>
                  <a:pt x="1602984" y="2764502"/>
                  <a:pt x="1601942" y="2770306"/>
                </a:cubicBezTo>
                <a:cubicBezTo>
                  <a:pt x="1600901" y="2776110"/>
                  <a:pt x="1600380" y="2781431"/>
                  <a:pt x="1600380" y="2786268"/>
                </a:cubicBezTo>
                <a:lnTo>
                  <a:pt x="1600380" y="2791626"/>
                </a:lnTo>
                <a:lnTo>
                  <a:pt x="1583413" y="2791626"/>
                </a:lnTo>
                <a:lnTo>
                  <a:pt x="1583413" y="2824889"/>
                </a:lnTo>
                <a:lnTo>
                  <a:pt x="1600380" y="2824889"/>
                </a:lnTo>
                <a:lnTo>
                  <a:pt x="1600380" y="2910167"/>
                </a:lnTo>
                <a:lnTo>
                  <a:pt x="1645921" y="2910167"/>
                </a:lnTo>
                <a:lnTo>
                  <a:pt x="1645921" y="2824889"/>
                </a:lnTo>
                <a:lnTo>
                  <a:pt x="1667576" y="2824889"/>
                </a:lnTo>
                <a:lnTo>
                  <a:pt x="1667576" y="2791626"/>
                </a:lnTo>
                <a:lnTo>
                  <a:pt x="1645921" y="2791626"/>
                </a:lnTo>
                <a:cubicBezTo>
                  <a:pt x="1645921" y="2786342"/>
                  <a:pt x="1646107" y="2782882"/>
                  <a:pt x="1646479" y="2781245"/>
                </a:cubicBezTo>
                <a:cubicBezTo>
                  <a:pt x="1647223" y="2778268"/>
                  <a:pt x="1648488" y="2776092"/>
                  <a:pt x="1650274" y="2774715"/>
                </a:cubicBezTo>
                <a:cubicBezTo>
                  <a:pt x="1652060" y="2773338"/>
                  <a:pt x="1655000" y="2772650"/>
                  <a:pt x="1659092" y="2772650"/>
                </a:cubicBezTo>
                <a:cubicBezTo>
                  <a:pt x="1662441" y="2772650"/>
                  <a:pt x="1666831" y="2773097"/>
                  <a:pt x="1672264" y="2773990"/>
                </a:cubicBezTo>
                <a:lnTo>
                  <a:pt x="1677287" y="2746531"/>
                </a:lnTo>
                <a:cubicBezTo>
                  <a:pt x="1662106" y="2744670"/>
                  <a:pt x="1650535" y="2743740"/>
                  <a:pt x="1642573" y="2743740"/>
                </a:cubicBezTo>
                <a:close/>
                <a:moveTo>
                  <a:pt x="1285162" y="2743740"/>
                </a:moveTo>
                <a:lnTo>
                  <a:pt x="1266409" y="2777115"/>
                </a:lnTo>
                <a:lnTo>
                  <a:pt x="1288175" y="2777115"/>
                </a:lnTo>
                <a:lnTo>
                  <a:pt x="1324229" y="2743740"/>
                </a:lnTo>
                <a:close/>
                <a:moveTo>
                  <a:pt x="3409720" y="2577685"/>
                </a:moveTo>
                <a:lnTo>
                  <a:pt x="3409720" y="2584941"/>
                </a:lnTo>
                <a:cubicBezTo>
                  <a:pt x="3409720" y="2590596"/>
                  <a:pt x="3408809" y="2595191"/>
                  <a:pt x="3406986" y="2598726"/>
                </a:cubicBezTo>
                <a:cubicBezTo>
                  <a:pt x="3405162" y="2602260"/>
                  <a:pt x="3402074" y="2605256"/>
                  <a:pt x="3397721" y="2607711"/>
                </a:cubicBezTo>
                <a:cubicBezTo>
                  <a:pt x="3393368" y="2610167"/>
                  <a:pt x="3388661" y="2611395"/>
                  <a:pt x="3383601" y="2611395"/>
                </a:cubicBezTo>
                <a:cubicBezTo>
                  <a:pt x="3378764" y="2611395"/>
                  <a:pt x="3375099" y="2610260"/>
                  <a:pt x="3372606" y="2607990"/>
                </a:cubicBezTo>
                <a:cubicBezTo>
                  <a:pt x="3370113" y="2605721"/>
                  <a:pt x="3368867" y="2602800"/>
                  <a:pt x="3368867" y="2599228"/>
                </a:cubicBezTo>
                <a:cubicBezTo>
                  <a:pt x="3368867" y="2596103"/>
                  <a:pt x="3370132" y="2593312"/>
                  <a:pt x="3372662" y="2590857"/>
                </a:cubicBezTo>
                <a:cubicBezTo>
                  <a:pt x="3375118" y="2588475"/>
                  <a:pt x="3380959" y="2586057"/>
                  <a:pt x="3390187" y="2583601"/>
                </a:cubicBezTo>
                <a:cubicBezTo>
                  <a:pt x="3396958" y="2581889"/>
                  <a:pt x="3403469" y="2579918"/>
                  <a:pt x="3409720" y="2577685"/>
                </a:cubicBezTo>
                <a:close/>
                <a:moveTo>
                  <a:pt x="2304820" y="2577685"/>
                </a:moveTo>
                <a:lnTo>
                  <a:pt x="2304820" y="2584941"/>
                </a:lnTo>
                <a:cubicBezTo>
                  <a:pt x="2304820" y="2590596"/>
                  <a:pt x="2303909" y="2595191"/>
                  <a:pt x="2302086" y="2598726"/>
                </a:cubicBezTo>
                <a:cubicBezTo>
                  <a:pt x="2300262" y="2602260"/>
                  <a:pt x="2297174" y="2605256"/>
                  <a:pt x="2292821" y="2607711"/>
                </a:cubicBezTo>
                <a:cubicBezTo>
                  <a:pt x="2288468" y="2610167"/>
                  <a:pt x="2283761" y="2611395"/>
                  <a:pt x="2278701" y="2611395"/>
                </a:cubicBezTo>
                <a:cubicBezTo>
                  <a:pt x="2273864" y="2611395"/>
                  <a:pt x="2270199" y="2610260"/>
                  <a:pt x="2267706" y="2607990"/>
                </a:cubicBezTo>
                <a:cubicBezTo>
                  <a:pt x="2265213" y="2605721"/>
                  <a:pt x="2263967" y="2602800"/>
                  <a:pt x="2263967" y="2599228"/>
                </a:cubicBezTo>
                <a:cubicBezTo>
                  <a:pt x="2263967" y="2596103"/>
                  <a:pt x="2265232" y="2593312"/>
                  <a:pt x="2267762" y="2590857"/>
                </a:cubicBezTo>
                <a:cubicBezTo>
                  <a:pt x="2270218" y="2588475"/>
                  <a:pt x="2276059" y="2586057"/>
                  <a:pt x="2285287" y="2583601"/>
                </a:cubicBezTo>
                <a:cubicBezTo>
                  <a:pt x="2292058" y="2581889"/>
                  <a:pt x="2298570" y="2579918"/>
                  <a:pt x="2304820" y="2577685"/>
                </a:cubicBezTo>
                <a:close/>
                <a:moveTo>
                  <a:pt x="3234884" y="2546654"/>
                </a:moveTo>
                <a:cubicBezTo>
                  <a:pt x="3240912" y="2546654"/>
                  <a:pt x="3245898" y="2548943"/>
                  <a:pt x="3249842" y="2553519"/>
                </a:cubicBezTo>
                <a:cubicBezTo>
                  <a:pt x="3253786" y="2558096"/>
                  <a:pt x="3255758" y="2565035"/>
                  <a:pt x="3255758" y="2574337"/>
                </a:cubicBezTo>
                <a:cubicBezTo>
                  <a:pt x="3255758" y="2584606"/>
                  <a:pt x="3253823" y="2592010"/>
                  <a:pt x="3249953" y="2596549"/>
                </a:cubicBezTo>
                <a:cubicBezTo>
                  <a:pt x="3246084" y="2601089"/>
                  <a:pt x="3241247" y="2603358"/>
                  <a:pt x="3235443" y="2603358"/>
                </a:cubicBezTo>
                <a:cubicBezTo>
                  <a:pt x="3230010" y="2603358"/>
                  <a:pt x="3225452" y="2601107"/>
                  <a:pt x="3221769" y="2596605"/>
                </a:cubicBezTo>
                <a:cubicBezTo>
                  <a:pt x="3218085" y="2592103"/>
                  <a:pt x="3216244" y="2585015"/>
                  <a:pt x="3216244" y="2575341"/>
                </a:cubicBezTo>
                <a:cubicBezTo>
                  <a:pt x="3216244" y="2564997"/>
                  <a:pt x="3218030" y="2557631"/>
                  <a:pt x="3221601" y="2553240"/>
                </a:cubicBezTo>
                <a:cubicBezTo>
                  <a:pt x="3225173" y="2548850"/>
                  <a:pt x="3229601" y="2546654"/>
                  <a:pt x="3234884" y="2546654"/>
                </a:cubicBezTo>
                <a:close/>
                <a:moveTo>
                  <a:pt x="3006284" y="2546654"/>
                </a:moveTo>
                <a:cubicBezTo>
                  <a:pt x="3012312" y="2546654"/>
                  <a:pt x="3017298" y="2548943"/>
                  <a:pt x="3021242" y="2553519"/>
                </a:cubicBezTo>
                <a:cubicBezTo>
                  <a:pt x="3025186" y="2558096"/>
                  <a:pt x="3027158" y="2565035"/>
                  <a:pt x="3027158" y="2574337"/>
                </a:cubicBezTo>
                <a:cubicBezTo>
                  <a:pt x="3027158" y="2584606"/>
                  <a:pt x="3025223" y="2592010"/>
                  <a:pt x="3021353" y="2596549"/>
                </a:cubicBezTo>
                <a:cubicBezTo>
                  <a:pt x="3017484" y="2601089"/>
                  <a:pt x="3012647" y="2603358"/>
                  <a:pt x="3006843" y="2603358"/>
                </a:cubicBezTo>
                <a:cubicBezTo>
                  <a:pt x="3001410" y="2603358"/>
                  <a:pt x="2996852" y="2601107"/>
                  <a:pt x="2993169" y="2596605"/>
                </a:cubicBezTo>
                <a:cubicBezTo>
                  <a:pt x="2989485" y="2592103"/>
                  <a:pt x="2987644" y="2585015"/>
                  <a:pt x="2987644" y="2575341"/>
                </a:cubicBezTo>
                <a:cubicBezTo>
                  <a:pt x="2987644" y="2564997"/>
                  <a:pt x="2989430" y="2557631"/>
                  <a:pt x="2993001" y="2553240"/>
                </a:cubicBezTo>
                <a:cubicBezTo>
                  <a:pt x="2996573" y="2548850"/>
                  <a:pt x="3001001" y="2546654"/>
                  <a:pt x="3006284" y="2546654"/>
                </a:cubicBezTo>
                <a:close/>
                <a:moveTo>
                  <a:pt x="2744049" y="2543976"/>
                </a:moveTo>
                <a:cubicBezTo>
                  <a:pt x="2750300" y="2543976"/>
                  <a:pt x="2755546" y="2546487"/>
                  <a:pt x="2759788" y="2551510"/>
                </a:cubicBezTo>
                <a:cubicBezTo>
                  <a:pt x="2764029" y="2556533"/>
                  <a:pt x="2766150" y="2564179"/>
                  <a:pt x="2766150" y="2574448"/>
                </a:cubicBezTo>
                <a:cubicBezTo>
                  <a:pt x="2766150" y="2585461"/>
                  <a:pt x="2764048" y="2593461"/>
                  <a:pt x="2759844" y="2598447"/>
                </a:cubicBezTo>
                <a:cubicBezTo>
                  <a:pt x="2755639" y="2603432"/>
                  <a:pt x="2750263" y="2605925"/>
                  <a:pt x="2743714" y="2605925"/>
                </a:cubicBezTo>
                <a:cubicBezTo>
                  <a:pt x="2737240" y="2605925"/>
                  <a:pt x="2731864" y="2603395"/>
                  <a:pt x="2727585" y="2598335"/>
                </a:cubicBezTo>
                <a:cubicBezTo>
                  <a:pt x="2723306" y="2593275"/>
                  <a:pt x="2721167" y="2585461"/>
                  <a:pt x="2721167" y="2574895"/>
                </a:cubicBezTo>
                <a:cubicBezTo>
                  <a:pt x="2721167" y="2564477"/>
                  <a:pt x="2723325" y="2556719"/>
                  <a:pt x="2727641" y="2551622"/>
                </a:cubicBezTo>
                <a:cubicBezTo>
                  <a:pt x="2731957" y="2546524"/>
                  <a:pt x="2737426" y="2543976"/>
                  <a:pt x="2744049" y="2543976"/>
                </a:cubicBezTo>
                <a:close/>
                <a:moveTo>
                  <a:pt x="1601384" y="2539622"/>
                </a:moveTo>
                <a:cubicBezTo>
                  <a:pt x="1607635" y="2539622"/>
                  <a:pt x="1612677" y="2541520"/>
                  <a:pt x="1616509" y="2545315"/>
                </a:cubicBezTo>
                <a:cubicBezTo>
                  <a:pt x="1620341" y="2549110"/>
                  <a:pt x="1622704" y="2555398"/>
                  <a:pt x="1623597" y="2564179"/>
                </a:cubicBezTo>
                <a:lnTo>
                  <a:pt x="1578837" y="2564179"/>
                </a:lnTo>
                <a:cubicBezTo>
                  <a:pt x="1579581" y="2557110"/>
                  <a:pt x="1581330" y="2551789"/>
                  <a:pt x="1584083" y="2548217"/>
                </a:cubicBezTo>
                <a:cubicBezTo>
                  <a:pt x="1588399" y="2542487"/>
                  <a:pt x="1594166" y="2539622"/>
                  <a:pt x="1601384" y="2539622"/>
                </a:cubicBezTo>
                <a:close/>
                <a:moveTo>
                  <a:pt x="1296584" y="2539622"/>
                </a:moveTo>
                <a:cubicBezTo>
                  <a:pt x="1302835" y="2539622"/>
                  <a:pt x="1307877" y="2541520"/>
                  <a:pt x="1311709" y="2545315"/>
                </a:cubicBezTo>
                <a:cubicBezTo>
                  <a:pt x="1315541" y="2549110"/>
                  <a:pt x="1317904" y="2555398"/>
                  <a:pt x="1318797" y="2564179"/>
                </a:cubicBezTo>
                <a:lnTo>
                  <a:pt x="1274037" y="2564179"/>
                </a:lnTo>
                <a:cubicBezTo>
                  <a:pt x="1274781" y="2557110"/>
                  <a:pt x="1276530" y="2551789"/>
                  <a:pt x="1279283" y="2548217"/>
                </a:cubicBezTo>
                <a:cubicBezTo>
                  <a:pt x="1283599" y="2542487"/>
                  <a:pt x="1289366" y="2539622"/>
                  <a:pt x="1296584" y="2539622"/>
                </a:cubicBezTo>
                <a:close/>
                <a:moveTo>
                  <a:pt x="736209" y="2525558"/>
                </a:moveTo>
                <a:cubicBezTo>
                  <a:pt x="728470" y="2525558"/>
                  <a:pt x="721829" y="2528312"/>
                  <a:pt x="716285" y="2533818"/>
                </a:cubicBezTo>
                <a:cubicBezTo>
                  <a:pt x="710741" y="2539325"/>
                  <a:pt x="707969" y="2545985"/>
                  <a:pt x="707969" y="2553798"/>
                </a:cubicBezTo>
                <a:cubicBezTo>
                  <a:pt x="707969" y="2561612"/>
                  <a:pt x="710741" y="2568290"/>
                  <a:pt x="716285" y="2573834"/>
                </a:cubicBezTo>
                <a:cubicBezTo>
                  <a:pt x="721829" y="2579378"/>
                  <a:pt x="728470" y="2582150"/>
                  <a:pt x="736209" y="2582150"/>
                </a:cubicBezTo>
                <a:cubicBezTo>
                  <a:pt x="744023" y="2582150"/>
                  <a:pt x="750702" y="2579378"/>
                  <a:pt x="756246" y="2573834"/>
                </a:cubicBezTo>
                <a:cubicBezTo>
                  <a:pt x="761789" y="2568290"/>
                  <a:pt x="764561" y="2561612"/>
                  <a:pt x="764561" y="2553798"/>
                </a:cubicBezTo>
                <a:cubicBezTo>
                  <a:pt x="764561" y="2545985"/>
                  <a:pt x="761789" y="2539325"/>
                  <a:pt x="756246" y="2533818"/>
                </a:cubicBezTo>
                <a:cubicBezTo>
                  <a:pt x="750702" y="2528312"/>
                  <a:pt x="744023" y="2525558"/>
                  <a:pt x="736209" y="2525558"/>
                </a:cubicBezTo>
                <a:close/>
                <a:moveTo>
                  <a:pt x="3101981" y="2515401"/>
                </a:moveTo>
                <a:lnTo>
                  <a:pt x="3101981" y="2633942"/>
                </a:lnTo>
                <a:lnTo>
                  <a:pt x="3147411" y="2633942"/>
                </a:lnTo>
                <a:lnTo>
                  <a:pt x="3147411" y="2515401"/>
                </a:lnTo>
                <a:close/>
                <a:moveTo>
                  <a:pt x="1918760" y="2515401"/>
                </a:moveTo>
                <a:lnTo>
                  <a:pt x="1918760" y="2590857"/>
                </a:lnTo>
                <a:cubicBezTo>
                  <a:pt x="1918760" y="2606409"/>
                  <a:pt x="1922314" y="2617925"/>
                  <a:pt x="1929420" y="2625403"/>
                </a:cubicBezTo>
                <a:cubicBezTo>
                  <a:pt x="1936527" y="2632882"/>
                  <a:pt x="1946331" y="2636621"/>
                  <a:pt x="1958832" y="2636621"/>
                </a:cubicBezTo>
                <a:cubicBezTo>
                  <a:pt x="1968208" y="2636621"/>
                  <a:pt x="1976115" y="2634947"/>
                  <a:pt x="1982552" y="2631598"/>
                </a:cubicBezTo>
                <a:cubicBezTo>
                  <a:pt x="1988988" y="2628250"/>
                  <a:pt x="1995370" y="2622631"/>
                  <a:pt x="2001695" y="2614744"/>
                </a:cubicBezTo>
                <a:lnTo>
                  <a:pt x="2001695" y="2633942"/>
                </a:lnTo>
                <a:lnTo>
                  <a:pt x="2044111" y="2633942"/>
                </a:lnTo>
                <a:lnTo>
                  <a:pt x="2044111" y="2515401"/>
                </a:lnTo>
                <a:lnTo>
                  <a:pt x="1998681" y="2515401"/>
                </a:lnTo>
                <a:lnTo>
                  <a:pt x="1998681" y="2572439"/>
                </a:lnTo>
                <a:cubicBezTo>
                  <a:pt x="1998681" y="2583229"/>
                  <a:pt x="1996951" y="2590708"/>
                  <a:pt x="1993490" y="2594875"/>
                </a:cubicBezTo>
                <a:cubicBezTo>
                  <a:pt x="1990030" y="2599042"/>
                  <a:pt x="1985584" y="2601126"/>
                  <a:pt x="1980152" y="2601126"/>
                </a:cubicBezTo>
                <a:cubicBezTo>
                  <a:pt x="1975166" y="2601126"/>
                  <a:pt x="1971296" y="2599563"/>
                  <a:pt x="1968543" y="2596438"/>
                </a:cubicBezTo>
                <a:cubicBezTo>
                  <a:pt x="1965790" y="2593312"/>
                  <a:pt x="1964413" y="2588029"/>
                  <a:pt x="1964413" y="2580587"/>
                </a:cubicBezTo>
                <a:lnTo>
                  <a:pt x="1964413" y="2515401"/>
                </a:lnTo>
                <a:close/>
                <a:moveTo>
                  <a:pt x="1158881" y="2515401"/>
                </a:moveTo>
                <a:lnTo>
                  <a:pt x="1158881" y="2633942"/>
                </a:lnTo>
                <a:lnTo>
                  <a:pt x="1204311" y="2633942"/>
                </a:lnTo>
                <a:lnTo>
                  <a:pt x="1204311" y="2515401"/>
                </a:lnTo>
                <a:close/>
                <a:moveTo>
                  <a:pt x="3388177" y="2512722"/>
                </a:moveTo>
                <a:cubicBezTo>
                  <a:pt x="3379694" y="2512722"/>
                  <a:pt x="3371806" y="2513354"/>
                  <a:pt x="3364514" y="2514619"/>
                </a:cubicBezTo>
                <a:cubicBezTo>
                  <a:pt x="3357221" y="2515884"/>
                  <a:pt x="3351491" y="2517670"/>
                  <a:pt x="3347324" y="2519977"/>
                </a:cubicBezTo>
                <a:cubicBezTo>
                  <a:pt x="3341520" y="2523177"/>
                  <a:pt x="3337074" y="2526954"/>
                  <a:pt x="3333985" y="2531307"/>
                </a:cubicBezTo>
                <a:cubicBezTo>
                  <a:pt x="3330897" y="2535660"/>
                  <a:pt x="3328535" y="2541632"/>
                  <a:pt x="3326897" y="2549222"/>
                </a:cubicBezTo>
                <a:lnTo>
                  <a:pt x="3370318" y="2553798"/>
                </a:lnTo>
                <a:cubicBezTo>
                  <a:pt x="3372104" y="2548664"/>
                  <a:pt x="3374448" y="2545166"/>
                  <a:pt x="3377350" y="2543306"/>
                </a:cubicBezTo>
                <a:cubicBezTo>
                  <a:pt x="3381071" y="2540925"/>
                  <a:pt x="3386652" y="2539734"/>
                  <a:pt x="3394093" y="2539734"/>
                </a:cubicBezTo>
                <a:cubicBezTo>
                  <a:pt x="3399898" y="2539734"/>
                  <a:pt x="3403953" y="2540850"/>
                  <a:pt x="3406260" y="2543083"/>
                </a:cubicBezTo>
                <a:cubicBezTo>
                  <a:pt x="3408567" y="2545315"/>
                  <a:pt x="3409720" y="2549222"/>
                  <a:pt x="3409720" y="2554803"/>
                </a:cubicBezTo>
                <a:cubicBezTo>
                  <a:pt x="3404065" y="2557035"/>
                  <a:pt x="3398707" y="2558840"/>
                  <a:pt x="3393647" y="2560217"/>
                </a:cubicBezTo>
                <a:cubicBezTo>
                  <a:pt x="3388587" y="2561593"/>
                  <a:pt x="3377536" y="2563993"/>
                  <a:pt x="3360495" y="2567416"/>
                </a:cubicBezTo>
                <a:cubicBezTo>
                  <a:pt x="3346282" y="2570244"/>
                  <a:pt x="3336534" y="2574560"/>
                  <a:pt x="3331251" y="2580364"/>
                </a:cubicBezTo>
                <a:cubicBezTo>
                  <a:pt x="3325967" y="2586168"/>
                  <a:pt x="3323326" y="2593573"/>
                  <a:pt x="3323326" y="2602577"/>
                </a:cubicBezTo>
                <a:cubicBezTo>
                  <a:pt x="3323326" y="2612176"/>
                  <a:pt x="3326990" y="2620250"/>
                  <a:pt x="3334320" y="2626799"/>
                </a:cubicBezTo>
                <a:cubicBezTo>
                  <a:pt x="3341650" y="2633347"/>
                  <a:pt x="3352384" y="2636621"/>
                  <a:pt x="3366523" y="2636621"/>
                </a:cubicBezTo>
                <a:cubicBezTo>
                  <a:pt x="3377164" y="2636621"/>
                  <a:pt x="3386503" y="2634984"/>
                  <a:pt x="3394540" y="2631710"/>
                </a:cubicBezTo>
                <a:cubicBezTo>
                  <a:pt x="3400418" y="2629254"/>
                  <a:pt x="3406334" y="2625161"/>
                  <a:pt x="3412288" y="2619431"/>
                </a:cubicBezTo>
                <a:cubicBezTo>
                  <a:pt x="3412808" y="2622855"/>
                  <a:pt x="3413329" y="2625366"/>
                  <a:pt x="3413850" y="2626966"/>
                </a:cubicBezTo>
                <a:cubicBezTo>
                  <a:pt x="3414371" y="2628566"/>
                  <a:pt x="3415487" y="2630891"/>
                  <a:pt x="3417199" y="2633942"/>
                </a:cubicBezTo>
                <a:lnTo>
                  <a:pt x="3459838" y="2633942"/>
                </a:lnTo>
                <a:cubicBezTo>
                  <a:pt x="3457457" y="2629031"/>
                  <a:pt x="3455913" y="2624994"/>
                  <a:pt x="3455206" y="2621831"/>
                </a:cubicBezTo>
                <a:cubicBezTo>
                  <a:pt x="3454499" y="2618669"/>
                  <a:pt x="3454145" y="2614297"/>
                  <a:pt x="3454145" y="2608716"/>
                </a:cubicBezTo>
                <a:lnTo>
                  <a:pt x="3454145" y="2556366"/>
                </a:lnTo>
                <a:cubicBezTo>
                  <a:pt x="3454145" y="2550784"/>
                  <a:pt x="3453029" y="2544925"/>
                  <a:pt x="3450797" y="2538785"/>
                </a:cubicBezTo>
                <a:cubicBezTo>
                  <a:pt x="3448564" y="2532646"/>
                  <a:pt x="3445513" y="2527902"/>
                  <a:pt x="3441644" y="2524554"/>
                </a:cubicBezTo>
                <a:cubicBezTo>
                  <a:pt x="3436137" y="2519717"/>
                  <a:pt x="3429254" y="2516535"/>
                  <a:pt x="3420994" y="2515010"/>
                </a:cubicBezTo>
                <a:cubicBezTo>
                  <a:pt x="3412734" y="2513485"/>
                  <a:pt x="3401795" y="2512722"/>
                  <a:pt x="3388177" y="2512722"/>
                </a:cubicBezTo>
                <a:close/>
                <a:moveTo>
                  <a:pt x="2905379" y="2512722"/>
                </a:moveTo>
                <a:cubicBezTo>
                  <a:pt x="2898979" y="2512722"/>
                  <a:pt x="2893603" y="2514303"/>
                  <a:pt x="2889250" y="2517466"/>
                </a:cubicBezTo>
                <a:cubicBezTo>
                  <a:pt x="2884896" y="2520628"/>
                  <a:pt x="2880673" y="2526414"/>
                  <a:pt x="2876581" y="2534823"/>
                </a:cubicBezTo>
                <a:lnTo>
                  <a:pt x="2876581" y="2515401"/>
                </a:lnTo>
                <a:lnTo>
                  <a:pt x="2834053" y="2515401"/>
                </a:lnTo>
                <a:lnTo>
                  <a:pt x="2834053" y="2633942"/>
                </a:lnTo>
                <a:lnTo>
                  <a:pt x="2879706" y="2633942"/>
                </a:lnTo>
                <a:lnTo>
                  <a:pt x="2879706" y="2594205"/>
                </a:lnTo>
                <a:cubicBezTo>
                  <a:pt x="2879706" y="2575230"/>
                  <a:pt x="2882050" y="2562282"/>
                  <a:pt x="2886738" y="2555361"/>
                </a:cubicBezTo>
                <a:cubicBezTo>
                  <a:pt x="2890012" y="2550450"/>
                  <a:pt x="2894626" y="2547994"/>
                  <a:pt x="2900579" y="2547994"/>
                </a:cubicBezTo>
                <a:cubicBezTo>
                  <a:pt x="2903705" y="2547994"/>
                  <a:pt x="2907946" y="2549110"/>
                  <a:pt x="2913304" y="2551343"/>
                </a:cubicBezTo>
                <a:lnTo>
                  <a:pt x="2927368" y="2518972"/>
                </a:lnTo>
                <a:cubicBezTo>
                  <a:pt x="2919406" y="2514805"/>
                  <a:pt x="2912076" y="2512722"/>
                  <a:pt x="2905379" y="2512722"/>
                </a:cubicBezTo>
                <a:close/>
                <a:moveTo>
                  <a:pt x="2743380" y="2512722"/>
                </a:moveTo>
                <a:cubicBezTo>
                  <a:pt x="2722618" y="2512722"/>
                  <a:pt x="2706135" y="2518582"/>
                  <a:pt x="2693931" y="2530302"/>
                </a:cubicBezTo>
                <a:cubicBezTo>
                  <a:pt x="2681728" y="2542022"/>
                  <a:pt x="2675626" y="2556924"/>
                  <a:pt x="2675626" y="2575006"/>
                </a:cubicBezTo>
                <a:cubicBezTo>
                  <a:pt x="2675626" y="2594428"/>
                  <a:pt x="2682844" y="2610130"/>
                  <a:pt x="2697280" y="2622110"/>
                </a:cubicBezTo>
                <a:cubicBezTo>
                  <a:pt x="2709037" y="2631784"/>
                  <a:pt x="2724441" y="2636621"/>
                  <a:pt x="2743491" y="2636621"/>
                </a:cubicBezTo>
                <a:cubicBezTo>
                  <a:pt x="2764848" y="2636621"/>
                  <a:pt x="2781573" y="2630798"/>
                  <a:pt x="2793665" y="2619152"/>
                </a:cubicBezTo>
                <a:cubicBezTo>
                  <a:pt x="2805757" y="2607507"/>
                  <a:pt x="2811803" y="2592568"/>
                  <a:pt x="2811803" y="2574337"/>
                </a:cubicBezTo>
                <a:cubicBezTo>
                  <a:pt x="2811803" y="2558114"/>
                  <a:pt x="2806929" y="2544459"/>
                  <a:pt x="2797181" y="2533372"/>
                </a:cubicBezTo>
                <a:cubicBezTo>
                  <a:pt x="2785051" y="2519605"/>
                  <a:pt x="2767118" y="2512722"/>
                  <a:pt x="2743380" y="2512722"/>
                </a:cubicBezTo>
                <a:close/>
                <a:moveTo>
                  <a:pt x="2536382" y="2512722"/>
                </a:moveTo>
                <a:cubicBezTo>
                  <a:pt x="2527588" y="2512722"/>
                  <a:pt x="2520080" y="2514247"/>
                  <a:pt x="2513858" y="2517298"/>
                </a:cubicBezTo>
                <a:cubicBezTo>
                  <a:pt x="2507636" y="2520349"/>
                  <a:pt x="2501469" y="2525484"/>
                  <a:pt x="2495358" y="2532702"/>
                </a:cubicBezTo>
                <a:lnTo>
                  <a:pt x="2495358" y="2515401"/>
                </a:lnTo>
                <a:lnTo>
                  <a:pt x="2452942" y="2515401"/>
                </a:lnTo>
                <a:lnTo>
                  <a:pt x="2452942" y="2633942"/>
                </a:lnTo>
                <a:lnTo>
                  <a:pt x="2498483" y="2633942"/>
                </a:lnTo>
                <a:lnTo>
                  <a:pt x="2498483" y="2573444"/>
                </a:lnTo>
                <a:cubicBezTo>
                  <a:pt x="2498483" y="2564440"/>
                  <a:pt x="2500163" y="2557966"/>
                  <a:pt x="2503523" y="2554022"/>
                </a:cubicBezTo>
                <a:cubicBezTo>
                  <a:pt x="2506884" y="2550077"/>
                  <a:pt x="2511177" y="2548106"/>
                  <a:pt x="2516405" y="2548106"/>
                </a:cubicBezTo>
                <a:cubicBezTo>
                  <a:pt x="2519615" y="2548106"/>
                  <a:pt x="2522415" y="2549017"/>
                  <a:pt x="2524805" y="2550840"/>
                </a:cubicBezTo>
                <a:cubicBezTo>
                  <a:pt x="2527194" y="2552663"/>
                  <a:pt x="2528874" y="2555063"/>
                  <a:pt x="2529845" y="2558040"/>
                </a:cubicBezTo>
                <a:cubicBezTo>
                  <a:pt x="2530443" y="2559900"/>
                  <a:pt x="2530741" y="2563435"/>
                  <a:pt x="2530741" y="2568644"/>
                </a:cubicBezTo>
                <a:lnTo>
                  <a:pt x="2530741" y="2633942"/>
                </a:lnTo>
                <a:lnTo>
                  <a:pt x="2576283" y="2633942"/>
                </a:lnTo>
                <a:lnTo>
                  <a:pt x="2576283" y="2572774"/>
                </a:lnTo>
                <a:cubicBezTo>
                  <a:pt x="2576283" y="2564216"/>
                  <a:pt x="2577914" y="2558003"/>
                  <a:pt x="2581178" y="2554133"/>
                </a:cubicBezTo>
                <a:cubicBezTo>
                  <a:pt x="2584441" y="2550264"/>
                  <a:pt x="2588742" y="2548329"/>
                  <a:pt x="2594081" y="2548329"/>
                </a:cubicBezTo>
                <a:cubicBezTo>
                  <a:pt x="2598604" y="2548329"/>
                  <a:pt x="2602386" y="2550375"/>
                  <a:pt x="2605426" y="2554468"/>
                </a:cubicBezTo>
                <a:cubicBezTo>
                  <a:pt x="2607503" y="2557073"/>
                  <a:pt x="2608541" y="2561054"/>
                  <a:pt x="2608541" y="2566411"/>
                </a:cubicBezTo>
                <a:lnTo>
                  <a:pt x="2608541" y="2633942"/>
                </a:lnTo>
                <a:lnTo>
                  <a:pt x="2654083" y="2633942"/>
                </a:lnTo>
                <a:lnTo>
                  <a:pt x="2654083" y="2559491"/>
                </a:lnTo>
                <a:cubicBezTo>
                  <a:pt x="2654083" y="2543418"/>
                  <a:pt x="2650516" y="2531604"/>
                  <a:pt x="2643382" y="2524051"/>
                </a:cubicBezTo>
                <a:cubicBezTo>
                  <a:pt x="2636248" y="2516498"/>
                  <a:pt x="2626327" y="2512722"/>
                  <a:pt x="2613620" y="2512722"/>
                </a:cubicBezTo>
                <a:cubicBezTo>
                  <a:pt x="2605000" y="2512722"/>
                  <a:pt x="2597754" y="2514117"/>
                  <a:pt x="2591884" y="2516907"/>
                </a:cubicBezTo>
                <a:cubicBezTo>
                  <a:pt x="2586013" y="2519698"/>
                  <a:pt x="2579511" y="2524963"/>
                  <a:pt x="2572376" y="2532702"/>
                </a:cubicBezTo>
                <a:cubicBezTo>
                  <a:pt x="2568874" y="2526079"/>
                  <a:pt x="2564366" y="2521093"/>
                  <a:pt x="2558851" y="2517745"/>
                </a:cubicBezTo>
                <a:cubicBezTo>
                  <a:pt x="2553336" y="2514396"/>
                  <a:pt x="2545846" y="2512722"/>
                  <a:pt x="2536382" y="2512722"/>
                </a:cubicBezTo>
                <a:close/>
                <a:moveTo>
                  <a:pt x="2283277" y="2512722"/>
                </a:moveTo>
                <a:cubicBezTo>
                  <a:pt x="2274794" y="2512722"/>
                  <a:pt x="2266906" y="2513354"/>
                  <a:pt x="2259614" y="2514619"/>
                </a:cubicBezTo>
                <a:cubicBezTo>
                  <a:pt x="2252321" y="2515884"/>
                  <a:pt x="2246591" y="2517670"/>
                  <a:pt x="2242424" y="2519977"/>
                </a:cubicBezTo>
                <a:cubicBezTo>
                  <a:pt x="2236620" y="2523177"/>
                  <a:pt x="2232174" y="2526954"/>
                  <a:pt x="2229085" y="2531307"/>
                </a:cubicBezTo>
                <a:cubicBezTo>
                  <a:pt x="2225997" y="2535660"/>
                  <a:pt x="2223635" y="2541632"/>
                  <a:pt x="2221997" y="2549222"/>
                </a:cubicBezTo>
                <a:lnTo>
                  <a:pt x="2265418" y="2553798"/>
                </a:lnTo>
                <a:cubicBezTo>
                  <a:pt x="2267204" y="2548664"/>
                  <a:pt x="2269548" y="2545166"/>
                  <a:pt x="2272450" y="2543306"/>
                </a:cubicBezTo>
                <a:cubicBezTo>
                  <a:pt x="2276171" y="2540925"/>
                  <a:pt x="2281752" y="2539734"/>
                  <a:pt x="2289193" y="2539734"/>
                </a:cubicBezTo>
                <a:cubicBezTo>
                  <a:pt x="2294998" y="2539734"/>
                  <a:pt x="2299053" y="2540850"/>
                  <a:pt x="2301360" y="2543083"/>
                </a:cubicBezTo>
                <a:cubicBezTo>
                  <a:pt x="2303667" y="2545315"/>
                  <a:pt x="2304820" y="2549222"/>
                  <a:pt x="2304820" y="2554803"/>
                </a:cubicBezTo>
                <a:cubicBezTo>
                  <a:pt x="2299165" y="2557035"/>
                  <a:pt x="2293807" y="2558840"/>
                  <a:pt x="2288747" y="2560217"/>
                </a:cubicBezTo>
                <a:cubicBezTo>
                  <a:pt x="2283687" y="2561593"/>
                  <a:pt x="2272636" y="2563993"/>
                  <a:pt x="2255595" y="2567416"/>
                </a:cubicBezTo>
                <a:cubicBezTo>
                  <a:pt x="2241382" y="2570244"/>
                  <a:pt x="2231634" y="2574560"/>
                  <a:pt x="2226351" y="2580364"/>
                </a:cubicBezTo>
                <a:cubicBezTo>
                  <a:pt x="2221067" y="2586168"/>
                  <a:pt x="2218426" y="2593573"/>
                  <a:pt x="2218426" y="2602577"/>
                </a:cubicBezTo>
                <a:cubicBezTo>
                  <a:pt x="2218426" y="2612176"/>
                  <a:pt x="2222090" y="2620250"/>
                  <a:pt x="2229420" y="2626799"/>
                </a:cubicBezTo>
                <a:cubicBezTo>
                  <a:pt x="2236750" y="2633347"/>
                  <a:pt x="2247484" y="2636621"/>
                  <a:pt x="2261623" y="2636621"/>
                </a:cubicBezTo>
                <a:cubicBezTo>
                  <a:pt x="2272264" y="2636621"/>
                  <a:pt x="2281603" y="2634984"/>
                  <a:pt x="2289640" y="2631710"/>
                </a:cubicBezTo>
                <a:cubicBezTo>
                  <a:pt x="2295519" y="2629254"/>
                  <a:pt x="2301434" y="2625161"/>
                  <a:pt x="2307388" y="2619431"/>
                </a:cubicBezTo>
                <a:cubicBezTo>
                  <a:pt x="2307908" y="2622855"/>
                  <a:pt x="2308429" y="2625366"/>
                  <a:pt x="2308950" y="2626966"/>
                </a:cubicBezTo>
                <a:cubicBezTo>
                  <a:pt x="2309471" y="2628566"/>
                  <a:pt x="2310587" y="2630891"/>
                  <a:pt x="2312299" y="2633942"/>
                </a:cubicBezTo>
                <a:lnTo>
                  <a:pt x="2354938" y="2633942"/>
                </a:lnTo>
                <a:cubicBezTo>
                  <a:pt x="2352557" y="2629031"/>
                  <a:pt x="2351013" y="2624994"/>
                  <a:pt x="2350306" y="2621831"/>
                </a:cubicBezTo>
                <a:cubicBezTo>
                  <a:pt x="2349599" y="2618669"/>
                  <a:pt x="2349246" y="2614297"/>
                  <a:pt x="2349246" y="2608716"/>
                </a:cubicBezTo>
                <a:lnTo>
                  <a:pt x="2349246" y="2556366"/>
                </a:lnTo>
                <a:cubicBezTo>
                  <a:pt x="2349246" y="2550784"/>
                  <a:pt x="2348129" y="2544925"/>
                  <a:pt x="2345897" y="2538785"/>
                </a:cubicBezTo>
                <a:cubicBezTo>
                  <a:pt x="2343664" y="2532646"/>
                  <a:pt x="2340613" y="2527902"/>
                  <a:pt x="2336744" y="2524554"/>
                </a:cubicBezTo>
                <a:cubicBezTo>
                  <a:pt x="2331237" y="2519717"/>
                  <a:pt x="2324354" y="2516535"/>
                  <a:pt x="2316094" y="2515010"/>
                </a:cubicBezTo>
                <a:cubicBezTo>
                  <a:pt x="2307834" y="2513485"/>
                  <a:pt x="2296895" y="2512722"/>
                  <a:pt x="2283277" y="2512722"/>
                </a:cubicBezTo>
                <a:close/>
                <a:moveTo>
                  <a:pt x="2156774" y="2512722"/>
                </a:moveTo>
                <a:cubicBezTo>
                  <a:pt x="2147472" y="2512722"/>
                  <a:pt x="2139584" y="2514415"/>
                  <a:pt x="2133110" y="2517800"/>
                </a:cubicBezTo>
                <a:cubicBezTo>
                  <a:pt x="2126636" y="2521186"/>
                  <a:pt x="2120236" y="2526823"/>
                  <a:pt x="2113911" y="2534711"/>
                </a:cubicBezTo>
                <a:lnTo>
                  <a:pt x="2113911" y="2515401"/>
                </a:lnTo>
                <a:lnTo>
                  <a:pt x="2071607" y="2515401"/>
                </a:lnTo>
                <a:lnTo>
                  <a:pt x="2071607" y="2633942"/>
                </a:lnTo>
                <a:lnTo>
                  <a:pt x="2117036" y="2633942"/>
                </a:lnTo>
                <a:lnTo>
                  <a:pt x="2117036" y="2577016"/>
                </a:lnTo>
                <a:cubicBezTo>
                  <a:pt x="2117036" y="2566226"/>
                  <a:pt x="2118748" y="2558747"/>
                  <a:pt x="2122171" y="2554580"/>
                </a:cubicBezTo>
                <a:cubicBezTo>
                  <a:pt x="2125594" y="2550412"/>
                  <a:pt x="2130059" y="2548329"/>
                  <a:pt x="2135566" y="2548329"/>
                </a:cubicBezTo>
                <a:cubicBezTo>
                  <a:pt x="2140551" y="2548329"/>
                  <a:pt x="2144421" y="2549873"/>
                  <a:pt x="2147174" y="2552961"/>
                </a:cubicBezTo>
                <a:cubicBezTo>
                  <a:pt x="2149927" y="2556049"/>
                  <a:pt x="2151304" y="2561314"/>
                  <a:pt x="2151304" y="2568755"/>
                </a:cubicBezTo>
                <a:lnTo>
                  <a:pt x="2151304" y="2633942"/>
                </a:lnTo>
                <a:lnTo>
                  <a:pt x="2196957" y="2633942"/>
                </a:lnTo>
                <a:lnTo>
                  <a:pt x="2196957" y="2558598"/>
                </a:lnTo>
                <a:cubicBezTo>
                  <a:pt x="2196957" y="2542971"/>
                  <a:pt x="2193404" y="2531418"/>
                  <a:pt x="2186297" y="2523940"/>
                </a:cubicBezTo>
                <a:cubicBezTo>
                  <a:pt x="2179191" y="2516461"/>
                  <a:pt x="2169350" y="2512722"/>
                  <a:pt x="2156774" y="2512722"/>
                </a:cubicBezTo>
                <a:close/>
                <a:moveTo>
                  <a:pt x="1775774" y="2512722"/>
                </a:moveTo>
                <a:cubicBezTo>
                  <a:pt x="1766472" y="2512722"/>
                  <a:pt x="1758584" y="2514415"/>
                  <a:pt x="1752110" y="2517800"/>
                </a:cubicBezTo>
                <a:cubicBezTo>
                  <a:pt x="1745636" y="2521186"/>
                  <a:pt x="1739236" y="2526823"/>
                  <a:pt x="1732911" y="2534711"/>
                </a:cubicBezTo>
                <a:lnTo>
                  <a:pt x="1732911" y="2515401"/>
                </a:lnTo>
                <a:lnTo>
                  <a:pt x="1690607" y="2515401"/>
                </a:lnTo>
                <a:lnTo>
                  <a:pt x="1690607" y="2633942"/>
                </a:lnTo>
                <a:lnTo>
                  <a:pt x="1736036" y="2633942"/>
                </a:lnTo>
                <a:lnTo>
                  <a:pt x="1736036" y="2577016"/>
                </a:lnTo>
                <a:cubicBezTo>
                  <a:pt x="1736036" y="2566226"/>
                  <a:pt x="1737748" y="2558747"/>
                  <a:pt x="1741171" y="2554580"/>
                </a:cubicBezTo>
                <a:cubicBezTo>
                  <a:pt x="1744594" y="2550412"/>
                  <a:pt x="1749059" y="2548329"/>
                  <a:pt x="1754566" y="2548329"/>
                </a:cubicBezTo>
                <a:cubicBezTo>
                  <a:pt x="1759551" y="2548329"/>
                  <a:pt x="1763421" y="2549873"/>
                  <a:pt x="1766174" y="2552961"/>
                </a:cubicBezTo>
                <a:cubicBezTo>
                  <a:pt x="1768928" y="2556049"/>
                  <a:pt x="1770304" y="2561314"/>
                  <a:pt x="1770304" y="2568755"/>
                </a:cubicBezTo>
                <a:lnTo>
                  <a:pt x="1770304" y="2633942"/>
                </a:lnTo>
                <a:lnTo>
                  <a:pt x="1815957" y="2633942"/>
                </a:lnTo>
                <a:lnTo>
                  <a:pt x="1815957" y="2558598"/>
                </a:lnTo>
                <a:cubicBezTo>
                  <a:pt x="1815957" y="2542971"/>
                  <a:pt x="1812404" y="2531418"/>
                  <a:pt x="1805297" y="2523940"/>
                </a:cubicBezTo>
                <a:cubicBezTo>
                  <a:pt x="1798191" y="2516461"/>
                  <a:pt x="1788350" y="2512722"/>
                  <a:pt x="1775774" y="2512722"/>
                </a:cubicBezTo>
                <a:close/>
                <a:moveTo>
                  <a:pt x="1599487" y="2512722"/>
                </a:moveTo>
                <a:cubicBezTo>
                  <a:pt x="1578576" y="2512722"/>
                  <a:pt x="1562187" y="2518452"/>
                  <a:pt x="1550318" y="2529912"/>
                </a:cubicBezTo>
                <a:cubicBezTo>
                  <a:pt x="1538449" y="2541371"/>
                  <a:pt x="1532514" y="2556366"/>
                  <a:pt x="1532514" y="2574895"/>
                </a:cubicBezTo>
                <a:cubicBezTo>
                  <a:pt x="1532514" y="2587917"/>
                  <a:pt x="1535472" y="2599247"/>
                  <a:pt x="1541388" y="2608883"/>
                </a:cubicBezTo>
                <a:cubicBezTo>
                  <a:pt x="1547304" y="2618520"/>
                  <a:pt x="1554764" y="2625552"/>
                  <a:pt x="1563768" y="2629980"/>
                </a:cubicBezTo>
                <a:cubicBezTo>
                  <a:pt x="1572772" y="2634407"/>
                  <a:pt x="1585125" y="2636621"/>
                  <a:pt x="1600826" y="2636621"/>
                </a:cubicBezTo>
                <a:cubicBezTo>
                  <a:pt x="1618909" y="2636621"/>
                  <a:pt x="1632787" y="2634035"/>
                  <a:pt x="1642461" y="2628864"/>
                </a:cubicBezTo>
                <a:cubicBezTo>
                  <a:pt x="1652135" y="2623692"/>
                  <a:pt x="1660395" y="2615153"/>
                  <a:pt x="1667241" y="2603246"/>
                </a:cubicBezTo>
                <a:lnTo>
                  <a:pt x="1622480" y="2599117"/>
                </a:lnTo>
                <a:cubicBezTo>
                  <a:pt x="1619653" y="2602688"/>
                  <a:pt x="1617011" y="2605181"/>
                  <a:pt x="1614556" y="2606595"/>
                </a:cubicBezTo>
                <a:cubicBezTo>
                  <a:pt x="1610537" y="2608828"/>
                  <a:pt x="1606296" y="2609944"/>
                  <a:pt x="1601831" y="2609944"/>
                </a:cubicBezTo>
                <a:cubicBezTo>
                  <a:pt x="1594761" y="2609944"/>
                  <a:pt x="1589032" y="2607376"/>
                  <a:pt x="1584641" y="2602242"/>
                </a:cubicBezTo>
                <a:cubicBezTo>
                  <a:pt x="1581516" y="2598670"/>
                  <a:pt x="1579544" y="2593238"/>
                  <a:pt x="1578725" y="2585945"/>
                </a:cubicBezTo>
                <a:lnTo>
                  <a:pt x="1669808" y="2585945"/>
                </a:lnTo>
                <a:lnTo>
                  <a:pt x="1669808" y="2580810"/>
                </a:lnTo>
                <a:cubicBezTo>
                  <a:pt x="1669808" y="2565184"/>
                  <a:pt x="1667241" y="2552496"/>
                  <a:pt x="1662106" y="2542748"/>
                </a:cubicBezTo>
                <a:cubicBezTo>
                  <a:pt x="1656972" y="2532999"/>
                  <a:pt x="1649493" y="2525558"/>
                  <a:pt x="1639670" y="2520424"/>
                </a:cubicBezTo>
                <a:cubicBezTo>
                  <a:pt x="1629848" y="2515289"/>
                  <a:pt x="1616453" y="2512722"/>
                  <a:pt x="1599487" y="2512722"/>
                </a:cubicBezTo>
                <a:close/>
                <a:moveTo>
                  <a:pt x="1470974" y="2512722"/>
                </a:moveTo>
                <a:cubicBezTo>
                  <a:pt x="1461672" y="2512722"/>
                  <a:pt x="1453784" y="2514415"/>
                  <a:pt x="1447310" y="2517800"/>
                </a:cubicBezTo>
                <a:cubicBezTo>
                  <a:pt x="1440836" y="2521186"/>
                  <a:pt x="1434436" y="2526823"/>
                  <a:pt x="1428111" y="2534711"/>
                </a:cubicBezTo>
                <a:lnTo>
                  <a:pt x="1428111" y="2515401"/>
                </a:lnTo>
                <a:lnTo>
                  <a:pt x="1385807" y="2515401"/>
                </a:lnTo>
                <a:lnTo>
                  <a:pt x="1385807" y="2633942"/>
                </a:lnTo>
                <a:lnTo>
                  <a:pt x="1431237" y="2633942"/>
                </a:lnTo>
                <a:lnTo>
                  <a:pt x="1431237" y="2577016"/>
                </a:lnTo>
                <a:cubicBezTo>
                  <a:pt x="1431237" y="2566226"/>
                  <a:pt x="1432948" y="2558747"/>
                  <a:pt x="1436371" y="2554580"/>
                </a:cubicBezTo>
                <a:cubicBezTo>
                  <a:pt x="1439794" y="2550412"/>
                  <a:pt x="1444259" y="2548329"/>
                  <a:pt x="1449766" y="2548329"/>
                </a:cubicBezTo>
                <a:cubicBezTo>
                  <a:pt x="1454751" y="2548329"/>
                  <a:pt x="1458621" y="2549873"/>
                  <a:pt x="1461374" y="2552961"/>
                </a:cubicBezTo>
                <a:cubicBezTo>
                  <a:pt x="1464128" y="2556049"/>
                  <a:pt x="1465504" y="2561314"/>
                  <a:pt x="1465504" y="2568755"/>
                </a:cubicBezTo>
                <a:lnTo>
                  <a:pt x="1465504" y="2633942"/>
                </a:lnTo>
                <a:lnTo>
                  <a:pt x="1511157" y="2633942"/>
                </a:lnTo>
                <a:lnTo>
                  <a:pt x="1511157" y="2558598"/>
                </a:lnTo>
                <a:cubicBezTo>
                  <a:pt x="1511157" y="2542971"/>
                  <a:pt x="1507604" y="2531418"/>
                  <a:pt x="1500497" y="2523940"/>
                </a:cubicBezTo>
                <a:cubicBezTo>
                  <a:pt x="1493391" y="2516461"/>
                  <a:pt x="1483549" y="2512722"/>
                  <a:pt x="1470974" y="2512722"/>
                </a:cubicBezTo>
                <a:close/>
                <a:moveTo>
                  <a:pt x="1294687" y="2512722"/>
                </a:moveTo>
                <a:cubicBezTo>
                  <a:pt x="1273776" y="2512722"/>
                  <a:pt x="1257387" y="2518452"/>
                  <a:pt x="1245518" y="2529912"/>
                </a:cubicBezTo>
                <a:cubicBezTo>
                  <a:pt x="1233649" y="2541371"/>
                  <a:pt x="1227714" y="2556366"/>
                  <a:pt x="1227714" y="2574895"/>
                </a:cubicBezTo>
                <a:cubicBezTo>
                  <a:pt x="1227714" y="2587917"/>
                  <a:pt x="1230672" y="2599247"/>
                  <a:pt x="1236588" y="2608883"/>
                </a:cubicBezTo>
                <a:cubicBezTo>
                  <a:pt x="1242504" y="2618520"/>
                  <a:pt x="1249964" y="2625552"/>
                  <a:pt x="1258968" y="2629980"/>
                </a:cubicBezTo>
                <a:cubicBezTo>
                  <a:pt x="1267972" y="2634407"/>
                  <a:pt x="1280325" y="2636621"/>
                  <a:pt x="1296026" y="2636621"/>
                </a:cubicBezTo>
                <a:cubicBezTo>
                  <a:pt x="1314109" y="2636621"/>
                  <a:pt x="1327987" y="2634035"/>
                  <a:pt x="1337661" y="2628864"/>
                </a:cubicBezTo>
                <a:cubicBezTo>
                  <a:pt x="1347335" y="2623692"/>
                  <a:pt x="1355594" y="2615153"/>
                  <a:pt x="1362441" y="2603246"/>
                </a:cubicBezTo>
                <a:lnTo>
                  <a:pt x="1317681" y="2599117"/>
                </a:lnTo>
                <a:cubicBezTo>
                  <a:pt x="1314853" y="2602688"/>
                  <a:pt x="1312211" y="2605181"/>
                  <a:pt x="1309755" y="2606595"/>
                </a:cubicBezTo>
                <a:cubicBezTo>
                  <a:pt x="1305737" y="2608828"/>
                  <a:pt x="1301495" y="2609944"/>
                  <a:pt x="1297031" y="2609944"/>
                </a:cubicBezTo>
                <a:cubicBezTo>
                  <a:pt x="1289961" y="2609944"/>
                  <a:pt x="1284232" y="2607376"/>
                  <a:pt x="1279841" y="2602242"/>
                </a:cubicBezTo>
                <a:cubicBezTo>
                  <a:pt x="1276716" y="2598670"/>
                  <a:pt x="1274744" y="2593238"/>
                  <a:pt x="1273925" y="2585945"/>
                </a:cubicBezTo>
                <a:lnTo>
                  <a:pt x="1365008" y="2585945"/>
                </a:lnTo>
                <a:lnTo>
                  <a:pt x="1365008" y="2580810"/>
                </a:lnTo>
                <a:cubicBezTo>
                  <a:pt x="1365008" y="2565184"/>
                  <a:pt x="1362441" y="2552496"/>
                  <a:pt x="1357306" y="2542748"/>
                </a:cubicBezTo>
                <a:cubicBezTo>
                  <a:pt x="1352172" y="2532999"/>
                  <a:pt x="1344693" y="2525558"/>
                  <a:pt x="1334870" y="2520424"/>
                </a:cubicBezTo>
                <a:cubicBezTo>
                  <a:pt x="1325048" y="2515289"/>
                  <a:pt x="1311653" y="2512722"/>
                  <a:pt x="1294687" y="2512722"/>
                </a:cubicBezTo>
                <a:close/>
                <a:moveTo>
                  <a:pt x="3255423" y="2470306"/>
                </a:moveTo>
                <a:lnTo>
                  <a:pt x="3255423" y="2527009"/>
                </a:lnTo>
                <a:cubicBezTo>
                  <a:pt x="3250958" y="2522247"/>
                  <a:pt x="3245842" y="2518675"/>
                  <a:pt x="3240075" y="2516294"/>
                </a:cubicBezTo>
                <a:cubicBezTo>
                  <a:pt x="3234308" y="2513912"/>
                  <a:pt x="3227889" y="2512722"/>
                  <a:pt x="3220820" y="2512722"/>
                </a:cubicBezTo>
                <a:cubicBezTo>
                  <a:pt x="3206309" y="2512722"/>
                  <a:pt x="3194347" y="2517931"/>
                  <a:pt x="3184934" y="2528349"/>
                </a:cubicBezTo>
                <a:cubicBezTo>
                  <a:pt x="3175521" y="2538767"/>
                  <a:pt x="3170814" y="2553798"/>
                  <a:pt x="3170814" y="2573444"/>
                </a:cubicBezTo>
                <a:cubicBezTo>
                  <a:pt x="3170814" y="2591005"/>
                  <a:pt x="3175074" y="2605925"/>
                  <a:pt x="3183595" y="2618204"/>
                </a:cubicBezTo>
                <a:cubicBezTo>
                  <a:pt x="3192115" y="2630482"/>
                  <a:pt x="3204449" y="2636621"/>
                  <a:pt x="3220597" y="2636621"/>
                </a:cubicBezTo>
                <a:cubicBezTo>
                  <a:pt x="3228634" y="2636621"/>
                  <a:pt x="3235926" y="2634910"/>
                  <a:pt x="3242475" y="2631486"/>
                </a:cubicBezTo>
                <a:cubicBezTo>
                  <a:pt x="3247386" y="2628882"/>
                  <a:pt x="3252818" y="2623859"/>
                  <a:pt x="3258771" y="2616418"/>
                </a:cubicBezTo>
                <a:lnTo>
                  <a:pt x="3258771" y="2633942"/>
                </a:lnTo>
                <a:lnTo>
                  <a:pt x="3301299" y="2633942"/>
                </a:lnTo>
                <a:lnTo>
                  <a:pt x="3301299" y="2470306"/>
                </a:lnTo>
                <a:close/>
                <a:moveTo>
                  <a:pt x="3101981" y="2470306"/>
                </a:moveTo>
                <a:lnTo>
                  <a:pt x="3101981" y="2501225"/>
                </a:lnTo>
                <a:lnTo>
                  <a:pt x="3147411" y="2501225"/>
                </a:lnTo>
                <a:lnTo>
                  <a:pt x="3147411" y="2470306"/>
                </a:lnTo>
                <a:close/>
                <a:moveTo>
                  <a:pt x="3026823" y="2470306"/>
                </a:moveTo>
                <a:lnTo>
                  <a:pt x="3026823" y="2527009"/>
                </a:lnTo>
                <a:cubicBezTo>
                  <a:pt x="3022358" y="2522247"/>
                  <a:pt x="3017242" y="2518675"/>
                  <a:pt x="3011475" y="2516294"/>
                </a:cubicBezTo>
                <a:cubicBezTo>
                  <a:pt x="3005708" y="2513912"/>
                  <a:pt x="2999289" y="2512722"/>
                  <a:pt x="2992220" y="2512722"/>
                </a:cubicBezTo>
                <a:cubicBezTo>
                  <a:pt x="2977709" y="2512722"/>
                  <a:pt x="2965747" y="2517931"/>
                  <a:pt x="2956334" y="2528349"/>
                </a:cubicBezTo>
                <a:cubicBezTo>
                  <a:pt x="2946921" y="2538767"/>
                  <a:pt x="2942214" y="2553798"/>
                  <a:pt x="2942214" y="2573444"/>
                </a:cubicBezTo>
                <a:cubicBezTo>
                  <a:pt x="2942214" y="2591005"/>
                  <a:pt x="2946474" y="2605925"/>
                  <a:pt x="2954995" y="2618204"/>
                </a:cubicBezTo>
                <a:cubicBezTo>
                  <a:pt x="2963515" y="2630482"/>
                  <a:pt x="2975849" y="2636621"/>
                  <a:pt x="2991997" y="2636621"/>
                </a:cubicBezTo>
                <a:cubicBezTo>
                  <a:pt x="3000034" y="2636621"/>
                  <a:pt x="3007326" y="2634910"/>
                  <a:pt x="3013875" y="2631486"/>
                </a:cubicBezTo>
                <a:cubicBezTo>
                  <a:pt x="3018786" y="2628882"/>
                  <a:pt x="3024218" y="2623859"/>
                  <a:pt x="3030171" y="2616418"/>
                </a:cubicBezTo>
                <a:lnTo>
                  <a:pt x="3030171" y="2633942"/>
                </a:lnTo>
                <a:lnTo>
                  <a:pt x="3072699" y="2633942"/>
                </a:lnTo>
                <a:lnTo>
                  <a:pt x="3072699" y="2470306"/>
                </a:lnTo>
                <a:close/>
                <a:moveTo>
                  <a:pt x="1158881" y="2470306"/>
                </a:moveTo>
                <a:lnTo>
                  <a:pt x="1158881" y="2501225"/>
                </a:lnTo>
                <a:lnTo>
                  <a:pt x="1204311" y="2501225"/>
                </a:lnTo>
                <a:lnTo>
                  <a:pt x="1204311" y="2470306"/>
                </a:lnTo>
                <a:close/>
                <a:moveTo>
                  <a:pt x="986799" y="2470306"/>
                </a:moveTo>
                <a:lnTo>
                  <a:pt x="986799" y="2510713"/>
                </a:lnTo>
                <a:lnTo>
                  <a:pt x="1038368" y="2510713"/>
                </a:lnTo>
                <a:lnTo>
                  <a:pt x="1038368" y="2633942"/>
                </a:lnTo>
                <a:lnTo>
                  <a:pt x="1088932" y="2633942"/>
                </a:lnTo>
                <a:lnTo>
                  <a:pt x="1088932" y="2510713"/>
                </a:lnTo>
                <a:lnTo>
                  <a:pt x="1140501" y="2510713"/>
                </a:lnTo>
                <a:lnTo>
                  <a:pt x="1140501" y="2470306"/>
                </a:lnTo>
                <a:close/>
                <a:moveTo>
                  <a:pt x="1977354" y="1812367"/>
                </a:moveTo>
                <a:lnTo>
                  <a:pt x="1977354" y="2049450"/>
                </a:lnTo>
                <a:lnTo>
                  <a:pt x="2068213" y="2049450"/>
                </a:lnTo>
                <a:lnTo>
                  <a:pt x="2068213" y="1812367"/>
                </a:lnTo>
                <a:close/>
                <a:moveTo>
                  <a:pt x="1468287" y="1812367"/>
                </a:moveTo>
                <a:lnTo>
                  <a:pt x="1468287" y="1963279"/>
                </a:lnTo>
                <a:cubicBezTo>
                  <a:pt x="1468287" y="1994384"/>
                  <a:pt x="1475394" y="2017415"/>
                  <a:pt x="1489607" y="2032372"/>
                </a:cubicBezTo>
                <a:cubicBezTo>
                  <a:pt x="1503820" y="2047329"/>
                  <a:pt x="1523428" y="2054808"/>
                  <a:pt x="1548431" y="2054808"/>
                </a:cubicBezTo>
                <a:cubicBezTo>
                  <a:pt x="1567183" y="2054808"/>
                  <a:pt x="1582996" y="2051459"/>
                  <a:pt x="1595870" y="2044762"/>
                </a:cubicBezTo>
                <a:cubicBezTo>
                  <a:pt x="1608744" y="2038065"/>
                  <a:pt x="1621506" y="2026828"/>
                  <a:pt x="1634156" y="2011052"/>
                </a:cubicBezTo>
                <a:lnTo>
                  <a:pt x="1634156" y="2049450"/>
                </a:lnTo>
                <a:lnTo>
                  <a:pt x="1718988" y="2049450"/>
                </a:lnTo>
                <a:lnTo>
                  <a:pt x="1718988" y="1812367"/>
                </a:lnTo>
                <a:lnTo>
                  <a:pt x="1628128" y="1812367"/>
                </a:lnTo>
                <a:lnTo>
                  <a:pt x="1628128" y="1926444"/>
                </a:lnTo>
                <a:cubicBezTo>
                  <a:pt x="1628128" y="1948024"/>
                  <a:pt x="1624668" y="1962981"/>
                  <a:pt x="1617748" y="1971315"/>
                </a:cubicBezTo>
                <a:cubicBezTo>
                  <a:pt x="1610827" y="1979650"/>
                  <a:pt x="1601935" y="1983817"/>
                  <a:pt x="1591070" y="1983817"/>
                </a:cubicBezTo>
                <a:cubicBezTo>
                  <a:pt x="1581099" y="1983817"/>
                  <a:pt x="1573360" y="1980692"/>
                  <a:pt x="1567853" y="1974441"/>
                </a:cubicBezTo>
                <a:cubicBezTo>
                  <a:pt x="1562346" y="1968190"/>
                  <a:pt x="1559593" y="1957623"/>
                  <a:pt x="1559593" y="1942740"/>
                </a:cubicBezTo>
                <a:lnTo>
                  <a:pt x="1559593" y="1812367"/>
                </a:lnTo>
                <a:close/>
                <a:moveTo>
                  <a:pt x="1917525" y="1807009"/>
                </a:moveTo>
                <a:cubicBezTo>
                  <a:pt x="1904725" y="1807009"/>
                  <a:pt x="1893973" y="1810172"/>
                  <a:pt x="1885266" y="1816497"/>
                </a:cubicBezTo>
                <a:cubicBezTo>
                  <a:pt x="1876560" y="1822822"/>
                  <a:pt x="1868114" y="1834393"/>
                  <a:pt x="1859928" y="1851211"/>
                </a:cubicBezTo>
                <a:lnTo>
                  <a:pt x="1859928" y="1812367"/>
                </a:lnTo>
                <a:lnTo>
                  <a:pt x="1774873" y="1812367"/>
                </a:lnTo>
                <a:lnTo>
                  <a:pt x="1774873" y="2049450"/>
                </a:lnTo>
                <a:lnTo>
                  <a:pt x="1866179" y="2049450"/>
                </a:lnTo>
                <a:lnTo>
                  <a:pt x="1866179" y="1969976"/>
                </a:lnTo>
                <a:cubicBezTo>
                  <a:pt x="1866179" y="1932025"/>
                  <a:pt x="1870867" y="1906129"/>
                  <a:pt x="1880243" y="1892288"/>
                </a:cubicBezTo>
                <a:cubicBezTo>
                  <a:pt x="1886792" y="1882465"/>
                  <a:pt x="1896019" y="1877554"/>
                  <a:pt x="1907925" y="1877554"/>
                </a:cubicBezTo>
                <a:cubicBezTo>
                  <a:pt x="1914176" y="1877554"/>
                  <a:pt x="1922659" y="1879786"/>
                  <a:pt x="1933375" y="1884251"/>
                </a:cubicBezTo>
                <a:lnTo>
                  <a:pt x="1961503" y="1819511"/>
                </a:lnTo>
                <a:cubicBezTo>
                  <a:pt x="1945579" y="1811176"/>
                  <a:pt x="1930919" y="1807009"/>
                  <a:pt x="1917525" y="1807009"/>
                </a:cubicBezTo>
                <a:close/>
                <a:moveTo>
                  <a:pt x="1291628" y="1807009"/>
                </a:moveTo>
                <a:cubicBezTo>
                  <a:pt x="1263946" y="1807009"/>
                  <a:pt x="1241250" y="1810652"/>
                  <a:pt x="1223539" y="1817938"/>
                </a:cubicBezTo>
                <a:cubicBezTo>
                  <a:pt x="1212377" y="1822547"/>
                  <a:pt x="1201513" y="1829572"/>
                  <a:pt x="1190946" y="1839015"/>
                </a:cubicBezTo>
                <a:cubicBezTo>
                  <a:pt x="1180379" y="1848457"/>
                  <a:pt x="1172045" y="1859126"/>
                  <a:pt x="1165943" y="1871020"/>
                </a:cubicBezTo>
                <a:cubicBezTo>
                  <a:pt x="1157608" y="1887229"/>
                  <a:pt x="1153441" y="1907526"/>
                  <a:pt x="1153441" y="1931913"/>
                </a:cubicBezTo>
                <a:cubicBezTo>
                  <a:pt x="1153441" y="1955258"/>
                  <a:pt x="1156864" y="1973994"/>
                  <a:pt x="1163710" y="1988120"/>
                </a:cubicBezTo>
                <a:cubicBezTo>
                  <a:pt x="1170556" y="2002245"/>
                  <a:pt x="1180007" y="2014550"/>
                  <a:pt x="1192062" y="2025033"/>
                </a:cubicBezTo>
                <a:cubicBezTo>
                  <a:pt x="1204117" y="2035516"/>
                  <a:pt x="1218516" y="2043099"/>
                  <a:pt x="1235259" y="2047783"/>
                </a:cubicBezTo>
                <a:cubicBezTo>
                  <a:pt x="1252003" y="2052466"/>
                  <a:pt x="1272950" y="2054808"/>
                  <a:pt x="1298102" y="2054808"/>
                </a:cubicBezTo>
                <a:cubicBezTo>
                  <a:pt x="1324147" y="2054808"/>
                  <a:pt x="1345615" y="2051162"/>
                  <a:pt x="1362507" y="2043869"/>
                </a:cubicBezTo>
                <a:cubicBezTo>
                  <a:pt x="1379399" y="2036576"/>
                  <a:pt x="1393278" y="2026345"/>
                  <a:pt x="1404142" y="2013173"/>
                </a:cubicBezTo>
                <a:cubicBezTo>
                  <a:pt x="1415007" y="2000002"/>
                  <a:pt x="1422820" y="1984412"/>
                  <a:pt x="1427583" y="1966404"/>
                </a:cubicBezTo>
                <a:lnTo>
                  <a:pt x="1341188" y="1956581"/>
                </a:lnTo>
                <a:cubicBezTo>
                  <a:pt x="1337169" y="1969232"/>
                  <a:pt x="1331105" y="1978608"/>
                  <a:pt x="1322994" y="1984710"/>
                </a:cubicBezTo>
                <a:cubicBezTo>
                  <a:pt x="1314882" y="1990812"/>
                  <a:pt x="1304874" y="1993863"/>
                  <a:pt x="1292967" y="1993863"/>
                </a:cubicBezTo>
                <a:cubicBezTo>
                  <a:pt x="1278680" y="1993863"/>
                  <a:pt x="1266922" y="1988812"/>
                  <a:pt x="1257695" y="1978710"/>
                </a:cubicBezTo>
                <a:cubicBezTo>
                  <a:pt x="1248468" y="1968609"/>
                  <a:pt x="1243854" y="1953827"/>
                  <a:pt x="1243854" y="1934365"/>
                </a:cubicBezTo>
                <a:cubicBezTo>
                  <a:pt x="1243854" y="1912525"/>
                  <a:pt x="1248505" y="1896219"/>
                  <a:pt x="1257807" y="1885449"/>
                </a:cubicBezTo>
                <a:cubicBezTo>
                  <a:pt x="1267109" y="1874679"/>
                  <a:pt x="1279275" y="1869294"/>
                  <a:pt x="1294307" y="1869294"/>
                </a:cubicBezTo>
                <a:cubicBezTo>
                  <a:pt x="1306213" y="1869294"/>
                  <a:pt x="1315701" y="1871861"/>
                  <a:pt x="1322770" y="1876996"/>
                </a:cubicBezTo>
                <a:cubicBezTo>
                  <a:pt x="1329840" y="1882130"/>
                  <a:pt x="1334714" y="1889758"/>
                  <a:pt x="1337393" y="1899878"/>
                </a:cubicBezTo>
                <a:lnTo>
                  <a:pt x="1422894" y="1888493"/>
                </a:lnTo>
                <a:cubicBezTo>
                  <a:pt x="1414709" y="1861852"/>
                  <a:pt x="1400459" y="1841612"/>
                  <a:pt x="1380144" y="1827770"/>
                </a:cubicBezTo>
                <a:cubicBezTo>
                  <a:pt x="1359828" y="1813930"/>
                  <a:pt x="1330323" y="1807009"/>
                  <a:pt x="1291628" y="1807009"/>
                </a:cubicBezTo>
                <a:close/>
                <a:moveTo>
                  <a:pt x="3002854" y="1793168"/>
                </a:moveTo>
                <a:cubicBezTo>
                  <a:pt x="3024136" y="1793168"/>
                  <a:pt x="3040991" y="1800275"/>
                  <a:pt x="3053418" y="1814488"/>
                </a:cubicBezTo>
                <a:cubicBezTo>
                  <a:pt x="3065845" y="1828701"/>
                  <a:pt x="3072059" y="1851211"/>
                  <a:pt x="3072059" y="1882018"/>
                </a:cubicBezTo>
                <a:cubicBezTo>
                  <a:pt x="3072059" y="1918630"/>
                  <a:pt x="3066106" y="1944005"/>
                  <a:pt x="3054200" y="1958144"/>
                </a:cubicBezTo>
                <a:cubicBezTo>
                  <a:pt x="3042293" y="1972283"/>
                  <a:pt x="3025476" y="1979352"/>
                  <a:pt x="3003747" y="1979352"/>
                </a:cubicBezTo>
                <a:cubicBezTo>
                  <a:pt x="2982613" y="1979352"/>
                  <a:pt x="2965907" y="1972134"/>
                  <a:pt x="2953629" y="1957698"/>
                </a:cubicBezTo>
                <a:cubicBezTo>
                  <a:pt x="2941351" y="1943261"/>
                  <a:pt x="2935211" y="1919523"/>
                  <a:pt x="2935211" y="1886483"/>
                </a:cubicBezTo>
                <a:cubicBezTo>
                  <a:pt x="2935211" y="1853146"/>
                  <a:pt x="2941388" y="1829259"/>
                  <a:pt x="2953741" y="1814823"/>
                </a:cubicBezTo>
                <a:cubicBezTo>
                  <a:pt x="2966093" y="1800386"/>
                  <a:pt x="2982464" y="1793168"/>
                  <a:pt x="3002854" y="1793168"/>
                </a:cubicBezTo>
                <a:close/>
                <a:moveTo>
                  <a:pt x="2288479" y="1793168"/>
                </a:moveTo>
                <a:cubicBezTo>
                  <a:pt x="2309761" y="1793168"/>
                  <a:pt x="2326616" y="1800275"/>
                  <a:pt x="2339043" y="1814488"/>
                </a:cubicBezTo>
                <a:cubicBezTo>
                  <a:pt x="2351470" y="1828701"/>
                  <a:pt x="2357684" y="1851211"/>
                  <a:pt x="2357684" y="1882018"/>
                </a:cubicBezTo>
                <a:cubicBezTo>
                  <a:pt x="2357684" y="1918630"/>
                  <a:pt x="2351731" y="1944005"/>
                  <a:pt x="2339825" y="1958144"/>
                </a:cubicBezTo>
                <a:cubicBezTo>
                  <a:pt x="2327918" y="1972283"/>
                  <a:pt x="2311101" y="1979352"/>
                  <a:pt x="2289372" y="1979352"/>
                </a:cubicBezTo>
                <a:cubicBezTo>
                  <a:pt x="2268238" y="1979352"/>
                  <a:pt x="2251532" y="1972134"/>
                  <a:pt x="2239254" y="1957698"/>
                </a:cubicBezTo>
                <a:cubicBezTo>
                  <a:pt x="2226976" y="1943261"/>
                  <a:pt x="2220836" y="1919523"/>
                  <a:pt x="2220836" y="1886483"/>
                </a:cubicBezTo>
                <a:cubicBezTo>
                  <a:pt x="2220836" y="1853146"/>
                  <a:pt x="2227013" y="1829259"/>
                  <a:pt x="2239366" y="1814823"/>
                </a:cubicBezTo>
                <a:cubicBezTo>
                  <a:pt x="2251718" y="1800386"/>
                  <a:pt x="2268089" y="1793168"/>
                  <a:pt x="2288479" y="1793168"/>
                </a:cubicBezTo>
                <a:close/>
                <a:moveTo>
                  <a:pt x="1977354" y="1722177"/>
                </a:moveTo>
                <a:lnTo>
                  <a:pt x="1977354" y="1784015"/>
                </a:lnTo>
                <a:lnTo>
                  <a:pt x="2068213" y="1784015"/>
                </a:lnTo>
                <a:lnTo>
                  <a:pt x="2068213" y="1722177"/>
                </a:lnTo>
                <a:close/>
                <a:moveTo>
                  <a:pt x="3361529" y="1716596"/>
                </a:moveTo>
                <a:cubicBezTo>
                  <a:pt x="3327448" y="1716596"/>
                  <a:pt x="3300622" y="1720875"/>
                  <a:pt x="3281051" y="1729432"/>
                </a:cubicBezTo>
                <a:cubicBezTo>
                  <a:pt x="3261480" y="1737990"/>
                  <a:pt x="3246820" y="1749747"/>
                  <a:pt x="3237072" y="1764705"/>
                </a:cubicBezTo>
                <a:cubicBezTo>
                  <a:pt x="3227324" y="1779662"/>
                  <a:pt x="3222450" y="1795549"/>
                  <a:pt x="3222450" y="1812367"/>
                </a:cubicBezTo>
                <a:cubicBezTo>
                  <a:pt x="3222450" y="1837965"/>
                  <a:pt x="3231975" y="1859025"/>
                  <a:pt x="3251025" y="1875544"/>
                </a:cubicBezTo>
                <a:cubicBezTo>
                  <a:pt x="3269926" y="1892064"/>
                  <a:pt x="3301552" y="1905310"/>
                  <a:pt x="3345902" y="1915282"/>
                </a:cubicBezTo>
                <a:cubicBezTo>
                  <a:pt x="3372989" y="1921235"/>
                  <a:pt x="3390253" y="1927560"/>
                  <a:pt x="3397695" y="1934257"/>
                </a:cubicBezTo>
                <a:cubicBezTo>
                  <a:pt x="3405136" y="1940954"/>
                  <a:pt x="3408857" y="1948545"/>
                  <a:pt x="3408857" y="1957028"/>
                </a:cubicBezTo>
                <a:cubicBezTo>
                  <a:pt x="3408857" y="1965957"/>
                  <a:pt x="3404950" y="1973808"/>
                  <a:pt x="3397137" y="1980580"/>
                </a:cubicBezTo>
                <a:cubicBezTo>
                  <a:pt x="3389323" y="1987352"/>
                  <a:pt x="3378198" y="1990737"/>
                  <a:pt x="3363762" y="1990737"/>
                </a:cubicBezTo>
                <a:cubicBezTo>
                  <a:pt x="3344414" y="1990737"/>
                  <a:pt x="3329531" y="1984115"/>
                  <a:pt x="3319113" y="1970869"/>
                </a:cubicBezTo>
                <a:cubicBezTo>
                  <a:pt x="3312714" y="1962683"/>
                  <a:pt x="3308472" y="1950777"/>
                  <a:pt x="3306389" y="1935150"/>
                </a:cubicBezTo>
                <a:lnTo>
                  <a:pt x="3210171" y="1941178"/>
                </a:lnTo>
                <a:cubicBezTo>
                  <a:pt x="3212999" y="1974218"/>
                  <a:pt x="3225129" y="2001453"/>
                  <a:pt x="3246560" y="2022884"/>
                </a:cubicBezTo>
                <a:cubicBezTo>
                  <a:pt x="3267991" y="2044316"/>
                  <a:pt x="3306538" y="2055031"/>
                  <a:pt x="3362199" y="2055031"/>
                </a:cubicBezTo>
                <a:cubicBezTo>
                  <a:pt x="3393900" y="2055031"/>
                  <a:pt x="3420168" y="2050455"/>
                  <a:pt x="3441004" y="2041302"/>
                </a:cubicBezTo>
                <a:cubicBezTo>
                  <a:pt x="3461840" y="2032149"/>
                  <a:pt x="3478062" y="2018717"/>
                  <a:pt x="3489670" y="2001007"/>
                </a:cubicBezTo>
                <a:cubicBezTo>
                  <a:pt x="3501279" y="1983296"/>
                  <a:pt x="3507083" y="1963948"/>
                  <a:pt x="3507083" y="1942964"/>
                </a:cubicBezTo>
                <a:cubicBezTo>
                  <a:pt x="3507083" y="1925104"/>
                  <a:pt x="3502730" y="1908956"/>
                  <a:pt x="3494024" y="1894520"/>
                </a:cubicBezTo>
                <a:cubicBezTo>
                  <a:pt x="3485317" y="1880084"/>
                  <a:pt x="3471402" y="1867991"/>
                  <a:pt x="3452277" y="1858243"/>
                </a:cubicBezTo>
                <a:cubicBezTo>
                  <a:pt x="3433153" y="1848495"/>
                  <a:pt x="3401490" y="1838858"/>
                  <a:pt x="3357288" y="1829333"/>
                </a:cubicBezTo>
                <a:cubicBezTo>
                  <a:pt x="3339428" y="1825613"/>
                  <a:pt x="3328118" y="1821594"/>
                  <a:pt x="3323355" y="1817278"/>
                </a:cubicBezTo>
                <a:cubicBezTo>
                  <a:pt x="3318444" y="1813111"/>
                  <a:pt x="3315988" y="1808423"/>
                  <a:pt x="3315988" y="1803214"/>
                </a:cubicBezTo>
                <a:cubicBezTo>
                  <a:pt x="3315988" y="1796070"/>
                  <a:pt x="3318965" y="1790005"/>
                  <a:pt x="3324918" y="1785020"/>
                </a:cubicBezTo>
                <a:cubicBezTo>
                  <a:pt x="3330871" y="1780034"/>
                  <a:pt x="3339726" y="1777541"/>
                  <a:pt x="3351484" y="1777541"/>
                </a:cubicBezTo>
                <a:cubicBezTo>
                  <a:pt x="3365771" y="1777541"/>
                  <a:pt x="3376970" y="1780890"/>
                  <a:pt x="3385081" y="1787587"/>
                </a:cubicBezTo>
                <a:cubicBezTo>
                  <a:pt x="3393193" y="1794284"/>
                  <a:pt x="3398513" y="1805000"/>
                  <a:pt x="3401043" y="1819734"/>
                </a:cubicBezTo>
                <a:lnTo>
                  <a:pt x="3496368" y="1814153"/>
                </a:lnTo>
                <a:cubicBezTo>
                  <a:pt x="3492201" y="1780220"/>
                  <a:pt x="3479141" y="1755477"/>
                  <a:pt x="3457189" y="1739925"/>
                </a:cubicBezTo>
                <a:cubicBezTo>
                  <a:pt x="3435237" y="1724372"/>
                  <a:pt x="3403350" y="1716596"/>
                  <a:pt x="3361529" y="1716596"/>
                </a:cubicBezTo>
                <a:close/>
                <a:moveTo>
                  <a:pt x="3003077" y="1716596"/>
                </a:moveTo>
                <a:cubicBezTo>
                  <a:pt x="2949945" y="1716596"/>
                  <a:pt x="2908497" y="1731479"/>
                  <a:pt x="2878731" y="1761244"/>
                </a:cubicBezTo>
                <a:cubicBezTo>
                  <a:pt x="2848966" y="1791010"/>
                  <a:pt x="2834083" y="1832608"/>
                  <a:pt x="2834083" y="1886037"/>
                </a:cubicBezTo>
                <a:cubicBezTo>
                  <a:pt x="2834083" y="1924286"/>
                  <a:pt x="2841599" y="1956135"/>
                  <a:pt x="2856630" y="1981584"/>
                </a:cubicBezTo>
                <a:cubicBezTo>
                  <a:pt x="2871662" y="2007034"/>
                  <a:pt x="2891270" y="2025638"/>
                  <a:pt x="2915455" y="2037395"/>
                </a:cubicBezTo>
                <a:cubicBezTo>
                  <a:pt x="2939639" y="2049152"/>
                  <a:pt x="2970186" y="2055031"/>
                  <a:pt x="3007095" y="2055031"/>
                </a:cubicBezTo>
                <a:cubicBezTo>
                  <a:pt x="3043409" y="2055031"/>
                  <a:pt x="3073733" y="2048222"/>
                  <a:pt x="3098067" y="2034604"/>
                </a:cubicBezTo>
                <a:cubicBezTo>
                  <a:pt x="3122400" y="2020987"/>
                  <a:pt x="3141004" y="2001937"/>
                  <a:pt x="3153877" y="1977455"/>
                </a:cubicBezTo>
                <a:cubicBezTo>
                  <a:pt x="3166751" y="1952972"/>
                  <a:pt x="3173188" y="1921607"/>
                  <a:pt x="3173188" y="1883358"/>
                </a:cubicBezTo>
                <a:cubicBezTo>
                  <a:pt x="3173188" y="1830673"/>
                  <a:pt x="3158454" y="1789708"/>
                  <a:pt x="3128986" y="1760463"/>
                </a:cubicBezTo>
                <a:cubicBezTo>
                  <a:pt x="3099518" y="1731218"/>
                  <a:pt x="3057548" y="1716596"/>
                  <a:pt x="3003077" y="1716596"/>
                </a:cubicBezTo>
                <a:close/>
                <a:moveTo>
                  <a:pt x="2647155" y="1716596"/>
                </a:moveTo>
                <a:cubicBezTo>
                  <a:pt x="2613073" y="1716596"/>
                  <a:pt x="2586247" y="1720875"/>
                  <a:pt x="2566676" y="1729432"/>
                </a:cubicBezTo>
                <a:cubicBezTo>
                  <a:pt x="2547105" y="1737990"/>
                  <a:pt x="2532445" y="1749747"/>
                  <a:pt x="2522697" y="1764705"/>
                </a:cubicBezTo>
                <a:cubicBezTo>
                  <a:pt x="2512949" y="1779662"/>
                  <a:pt x="2508075" y="1795549"/>
                  <a:pt x="2508075" y="1812367"/>
                </a:cubicBezTo>
                <a:cubicBezTo>
                  <a:pt x="2508075" y="1837965"/>
                  <a:pt x="2517600" y="1859025"/>
                  <a:pt x="2536650" y="1875544"/>
                </a:cubicBezTo>
                <a:cubicBezTo>
                  <a:pt x="2555551" y="1892064"/>
                  <a:pt x="2587177" y="1905310"/>
                  <a:pt x="2631528" y="1915282"/>
                </a:cubicBezTo>
                <a:cubicBezTo>
                  <a:pt x="2658614" y="1921235"/>
                  <a:pt x="2675878" y="1927560"/>
                  <a:pt x="2683320" y="1934257"/>
                </a:cubicBezTo>
                <a:cubicBezTo>
                  <a:pt x="2690761" y="1940954"/>
                  <a:pt x="2694482" y="1948545"/>
                  <a:pt x="2694482" y="1957028"/>
                </a:cubicBezTo>
                <a:cubicBezTo>
                  <a:pt x="2694482" y="1965957"/>
                  <a:pt x="2690575" y="1973808"/>
                  <a:pt x="2682762" y="1980580"/>
                </a:cubicBezTo>
                <a:cubicBezTo>
                  <a:pt x="2674948" y="1987352"/>
                  <a:pt x="2663823" y="1990737"/>
                  <a:pt x="2649387" y="1990737"/>
                </a:cubicBezTo>
                <a:cubicBezTo>
                  <a:pt x="2630039" y="1990737"/>
                  <a:pt x="2615157" y="1984115"/>
                  <a:pt x="2604739" y="1970869"/>
                </a:cubicBezTo>
                <a:cubicBezTo>
                  <a:pt x="2598339" y="1962683"/>
                  <a:pt x="2594097" y="1950777"/>
                  <a:pt x="2592014" y="1935150"/>
                </a:cubicBezTo>
                <a:lnTo>
                  <a:pt x="2495796" y="1941178"/>
                </a:lnTo>
                <a:cubicBezTo>
                  <a:pt x="2498624" y="1974218"/>
                  <a:pt x="2510754" y="2001453"/>
                  <a:pt x="2532185" y="2022884"/>
                </a:cubicBezTo>
                <a:cubicBezTo>
                  <a:pt x="2553616" y="2044316"/>
                  <a:pt x="2592163" y="2055031"/>
                  <a:pt x="2647824" y="2055031"/>
                </a:cubicBezTo>
                <a:cubicBezTo>
                  <a:pt x="2679525" y="2055031"/>
                  <a:pt x="2705793" y="2050455"/>
                  <a:pt x="2726629" y="2041302"/>
                </a:cubicBezTo>
                <a:cubicBezTo>
                  <a:pt x="2747465" y="2032149"/>
                  <a:pt x="2763687" y="2018717"/>
                  <a:pt x="2775296" y="2001007"/>
                </a:cubicBezTo>
                <a:cubicBezTo>
                  <a:pt x="2786904" y="1983296"/>
                  <a:pt x="2792709" y="1963948"/>
                  <a:pt x="2792709" y="1942964"/>
                </a:cubicBezTo>
                <a:cubicBezTo>
                  <a:pt x="2792709" y="1925104"/>
                  <a:pt x="2788355" y="1908956"/>
                  <a:pt x="2779649" y="1894520"/>
                </a:cubicBezTo>
                <a:cubicBezTo>
                  <a:pt x="2770942" y="1880084"/>
                  <a:pt x="2757027" y="1867991"/>
                  <a:pt x="2737903" y="1858243"/>
                </a:cubicBezTo>
                <a:cubicBezTo>
                  <a:pt x="2718778" y="1848495"/>
                  <a:pt x="2687115" y="1838858"/>
                  <a:pt x="2642913" y="1829333"/>
                </a:cubicBezTo>
                <a:cubicBezTo>
                  <a:pt x="2625054" y="1825613"/>
                  <a:pt x="2613743" y="1821594"/>
                  <a:pt x="2608980" y="1817278"/>
                </a:cubicBezTo>
                <a:cubicBezTo>
                  <a:pt x="2604069" y="1813111"/>
                  <a:pt x="2601613" y="1808423"/>
                  <a:pt x="2601613" y="1803214"/>
                </a:cubicBezTo>
                <a:cubicBezTo>
                  <a:pt x="2601613" y="1796070"/>
                  <a:pt x="2604590" y="1790005"/>
                  <a:pt x="2610543" y="1785020"/>
                </a:cubicBezTo>
                <a:cubicBezTo>
                  <a:pt x="2616496" y="1780034"/>
                  <a:pt x="2625351" y="1777541"/>
                  <a:pt x="2637109" y="1777541"/>
                </a:cubicBezTo>
                <a:cubicBezTo>
                  <a:pt x="2651396" y="1777541"/>
                  <a:pt x="2662596" y="1780890"/>
                  <a:pt x="2670707" y="1787587"/>
                </a:cubicBezTo>
                <a:cubicBezTo>
                  <a:pt x="2678818" y="1794284"/>
                  <a:pt x="2684138" y="1805000"/>
                  <a:pt x="2686669" y="1819734"/>
                </a:cubicBezTo>
                <a:lnTo>
                  <a:pt x="2781993" y="1814153"/>
                </a:lnTo>
                <a:cubicBezTo>
                  <a:pt x="2777826" y="1780220"/>
                  <a:pt x="2764766" y="1755477"/>
                  <a:pt x="2742814" y="1739925"/>
                </a:cubicBezTo>
                <a:cubicBezTo>
                  <a:pt x="2720862" y="1724372"/>
                  <a:pt x="2688975" y="1716596"/>
                  <a:pt x="2647155" y="1716596"/>
                </a:cubicBezTo>
                <a:close/>
                <a:moveTo>
                  <a:pt x="2288702" y="1716596"/>
                </a:moveTo>
                <a:cubicBezTo>
                  <a:pt x="2235570" y="1716596"/>
                  <a:pt x="2194122" y="1731479"/>
                  <a:pt x="2164356" y="1761244"/>
                </a:cubicBezTo>
                <a:cubicBezTo>
                  <a:pt x="2134591" y="1791010"/>
                  <a:pt x="2119708" y="1832608"/>
                  <a:pt x="2119708" y="1886037"/>
                </a:cubicBezTo>
                <a:cubicBezTo>
                  <a:pt x="2119708" y="1924286"/>
                  <a:pt x="2127224" y="1956135"/>
                  <a:pt x="2142255" y="1981584"/>
                </a:cubicBezTo>
                <a:cubicBezTo>
                  <a:pt x="2157287" y="2007034"/>
                  <a:pt x="2176895" y="2025638"/>
                  <a:pt x="2201080" y="2037395"/>
                </a:cubicBezTo>
                <a:cubicBezTo>
                  <a:pt x="2225264" y="2049152"/>
                  <a:pt x="2255811" y="2055031"/>
                  <a:pt x="2292720" y="2055031"/>
                </a:cubicBezTo>
                <a:cubicBezTo>
                  <a:pt x="2329035" y="2055031"/>
                  <a:pt x="2359358" y="2048222"/>
                  <a:pt x="2383692" y="2034604"/>
                </a:cubicBezTo>
                <a:cubicBezTo>
                  <a:pt x="2408025" y="2020987"/>
                  <a:pt x="2426629" y="2001937"/>
                  <a:pt x="2439502" y="1977455"/>
                </a:cubicBezTo>
                <a:cubicBezTo>
                  <a:pt x="2452376" y="1952972"/>
                  <a:pt x="2458813" y="1921607"/>
                  <a:pt x="2458813" y="1883358"/>
                </a:cubicBezTo>
                <a:cubicBezTo>
                  <a:pt x="2458813" y="1830673"/>
                  <a:pt x="2444079" y="1789708"/>
                  <a:pt x="2414611" y="1760463"/>
                </a:cubicBezTo>
                <a:cubicBezTo>
                  <a:pt x="2385143" y="1731218"/>
                  <a:pt x="2343173" y="1716596"/>
                  <a:pt x="2288702" y="1716596"/>
                </a:cubicBezTo>
                <a:close/>
                <a:moveTo>
                  <a:pt x="2154682" y="1384486"/>
                </a:moveTo>
                <a:lnTo>
                  <a:pt x="2154682" y="1398997"/>
                </a:lnTo>
                <a:cubicBezTo>
                  <a:pt x="2154682" y="1410308"/>
                  <a:pt x="2152859" y="1419498"/>
                  <a:pt x="2149213" y="1426567"/>
                </a:cubicBezTo>
                <a:cubicBezTo>
                  <a:pt x="2145567" y="1433636"/>
                  <a:pt x="2139390" y="1439627"/>
                  <a:pt x="2130684" y="1444538"/>
                </a:cubicBezTo>
                <a:cubicBezTo>
                  <a:pt x="2121977" y="1449449"/>
                  <a:pt x="2112564" y="1451905"/>
                  <a:pt x="2102444" y="1451905"/>
                </a:cubicBezTo>
                <a:cubicBezTo>
                  <a:pt x="2092770" y="1451905"/>
                  <a:pt x="2085440" y="1449636"/>
                  <a:pt x="2080454" y="1445096"/>
                </a:cubicBezTo>
                <a:cubicBezTo>
                  <a:pt x="2075469" y="1440557"/>
                  <a:pt x="2072976" y="1434715"/>
                  <a:pt x="2072976" y="1427572"/>
                </a:cubicBezTo>
                <a:cubicBezTo>
                  <a:pt x="2072976" y="1421321"/>
                  <a:pt x="2075506" y="1415740"/>
                  <a:pt x="2080566" y="1410829"/>
                </a:cubicBezTo>
                <a:cubicBezTo>
                  <a:pt x="2085477" y="1406066"/>
                  <a:pt x="2097160" y="1401229"/>
                  <a:pt x="2115615" y="1396318"/>
                </a:cubicBezTo>
                <a:cubicBezTo>
                  <a:pt x="2129158" y="1392895"/>
                  <a:pt x="2142181" y="1388951"/>
                  <a:pt x="2154682" y="1384486"/>
                </a:cubicBezTo>
                <a:close/>
                <a:moveTo>
                  <a:pt x="2614040" y="1317067"/>
                </a:moveTo>
                <a:cubicBezTo>
                  <a:pt x="2626542" y="1317067"/>
                  <a:pt x="2637034" y="1322090"/>
                  <a:pt x="2645518" y="1332136"/>
                </a:cubicBezTo>
                <a:cubicBezTo>
                  <a:pt x="2654001" y="1342182"/>
                  <a:pt x="2658242" y="1357474"/>
                  <a:pt x="2658242" y="1378012"/>
                </a:cubicBezTo>
                <a:cubicBezTo>
                  <a:pt x="2658242" y="1400039"/>
                  <a:pt x="2654038" y="1416038"/>
                  <a:pt x="2645629" y="1426009"/>
                </a:cubicBezTo>
                <a:cubicBezTo>
                  <a:pt x="2637220" y="1435981"/>
                  <a:pt x="2626468" y="1440966"/>
                  <a:pt x="2613371" y="1440966"/>
                </a:cubicBezTo>
                <a:cubicBezTo>
                  <a:pt x="2600423" y="1440966"/>
                  <a:pt x="2589670" y="1435906"/>
                  <a:pt x="2581112" y="1425786"/>
                </a:cubicBezTo>
                <a:cubicBezTo>
                  <a:pt x="2572555" y="1415665"/>
                  <a:pt x="2568276" y="1400039"/>
                  <a:pt x="2568276" y="1378905"/>
                </a:cubicBezTo>
                <a:cubicBezTo>
                  <a:pt x="2568276" y="1358069"/>
                  <a:pt x="2572592" y="1342554"/>
                  <a:pt x="2581224" y="1332359"/>
                </a:cubicBezTo>
                <a:cubicBezTo>
                  <a:pt x="2589856" y="1322164"/>
                  <a:pt x="2600795" y="1317067"/>
                  <a:pt x="2614040" y="1317067"/>
                </a:cubicBezTo>
                <a:close/>
                <a:moveTo>
                  <a:pt x="2902320" y="1254559"/>
                </a:moveTo>
                <a:cubicBezTo>
                  <a:pt x="2875531" y="1254559"/>
                  <a:pt x="2854175" y="1257347"/>
                  <a:pt x="2838250" y="1262922"/>
                </a:cubicBezTo>
                <a:cubicBezTo>
                  <a:pt x="2822325" y="1268497"/>
                  <a:pt x="2809824" y="1276934"/>
                  <a:pt x="2800745" y="1288234"/>
                </a:cubicBezTo>
                <a:cubicBezTo>
                  <a:pt x="2791667" y="1299533"/>
                  <a:pt x="2787128" y="1312989"/>
                  <a:pt x="2787128" y="1328602"/>
                </a:cubicBezTo>
                <a:cubicBezTo>
                  <a:pt x="2787128" y="1342876"/>
                  <a:pt x="2791332" y="1355588"/>
                  <a:pt x="2799741" y="1366738"/>
                </a:cubicBezTo>
                <a:cubicBezTo>
                  <a:pt x="2808149" y="1377889"/>
                  <a:pt x="2818493" y="1385806"/>
                  <a:pt x="2830771" y="1390489"/>
                </a:cubicBezTo>
                <a:cubicBezTo>
                  <a:pt x="2843050" y="1395173"/>
                  <a:pt x="2864965" y="1400264"/>
                  <a:pt x="2896516" y="1405764"/>
                </a:cubicBezTo>
                <a:cubicBezTo>
                  <a:pt x="2917650" y="1409480"/>
                  <a:pt x="2930672" y="1412601"/>
                  <a:pt x="2935584" y="1415126"/>
                </a:cubicBezTo>
                <a:cubicBezTo>
                  <a:pt x="2942430" y="1418693"/>
                  <a:pt x="2945853" y="1423746"/>
                  <a:pt x="2945853" y="1430286"/>
                </a:cubicBezTo>
                <a:cubicBezTo>
                  <a:pt x="2945853" y="1436081"/>
                  <a:pt x="2943248" y="1440909"/>
                  <a:pt x="2938039" y="1444772"/>
                </a:cubicBezTo>
                <a:cubicBezTo>
                  <a:pt x="2931342" y="1449974"/>
                  <a:pt x="2921891" y="1452575"/>
                  <a:pt x="2909687" y="1452575"/>
                </a:cubicBezTo>
                <a:cubicBezTo>
                  <a:pt x="2898525" y="1452575"/>
                  <a:pt x="2889596" y="1450268"/>
                  <a:pt x="2882898" y="1445654"/>
                </a:cubicBezTo>
                <a:cubicBezTo>
                  <a:pt x="2876201" y="1441041"/>
                  <a:pt x="2870992" y="1433376"/>
                  <a:pt x="2867271" y="1422660"/>
                </a:cubicBezTo>
                <a:lnTo>
                  <a:pt x="2777082" y="1431144"/>
                </a:lnTo>
                <a:cubicBezTo>
                  <a:pt x="2782291" y="1453914"/>
                  <a:pt x="2794085" y="1471476"/>
                  <a:pt x="2812465" y="1483829"/>
                </a:cubicBezTo>
                <a:cubicBezTo>
                  <a:pt x="2830846" y="1496182"/>
                  <a:pt x="2861690" y="1502358"/>
                  <a:pt x="2904999" y="1502358"/>
                </a:cubicBezTo>
                <a:cubicBezTo>
                  <a:pt x="2935658" y="1502358"/>
                  <a:pt x="2959880" y="1498530"/>
                  <a:pt x="2977665" y="1490873"/>
                </a:cubicBezTo>
                <a:cubicBezTo>
                  <a:pt x="2995450" y="1483217"/>
                  <a:pt x="3008472" y="1472921"/>
                  <a:pt x="3016732" y="1459985"/>
                </a:cubicBezTo>
                <a:cubicBezTo>
                  <a:pt x="3024992" y="1447050"/>
                  <a:pt x="3029122" y="1433743"/>
                  <a:pt x="3029122" y="1420065"/>
                </a:cubicBezTo>
                <a:cubicBezTo>
                  <a:pt x="3029122" y="1406536"/>
                  <a:pt x="3025215" y="1394121"/>
                  <a:pt x="3017402" y="1382822"/>
                </a:cubicBezTo>
                <a:cubicBezTo>
                  <a:pt x="3009588" y="1371523"/>
                  <a:pt x="2998315" y="1362825"/>
                  <a:pt x="2983581" y="1356729"/>
                </a:cubicBezTo>
                <a:cubicBezTo>
                  <a:pt x="2968847" y="1350633"/>
                  <a:pt x="2946374" y="1345876"/>
                  <a:pt x="2916161" y="1342457"/>
                </a:cubicBezTo>
                <a:cubicBezTo>
                  <a:pt x="2896219" y="1340078"/>
                  <a:pt x="2883270" y="1337403"/>
                  <a:pt x="2877317" y="1334431"/>
                </a:cubicBezTo>
                <a:cubicBezTo>
                  <a:pt x="2871364" y="1331459"/>
                  <a:pt x="2868388" y="1327076"/>
                  <a:pt x="2868388" y="1321281"/>
                </a:cubicBezTo>
                <a:cubicBezTo>
                  <a:pt x="2868388" y="1316079"/>
                  <a:pt x="2870732" y="1311657"/>
                  <a:pt x="2875420" y="1308017"/>
                </a:cubicBezTo>
                <a:cubicBezTo>
                  <a:pt x="2880108" y="1304376"/>
                  <a:pt x="2887586" y="1302556"/>
                  <a:pt x="2897856" y="1302556"/>
                </a:cubicBezTo>
                <a:cubicBezTo>
                  <a:pt x="2907976" y="1302556"/>
                  <a:pt x="2916608" y="1304937"/>
                  <a:pt x="2923752" y="1309700"/>
                </a:cubicBezTo>
                <a:cubicBezTo>
                  <a:pt x="2928961" y="1313272"/>
                  <a:pt x="2932681" y="1318853"/>
                  <a:pt x="2934914" y="1326443"/>
                </a:cubicBezTo>
                <a:lnTo>
                  <a:pt x="3021085" y="1317960"/>
                </a:lnTo>
                <a:cubicBezTo>
                  <a:pt x="3015132" y="1302482"/>
                  <a:pt x="3007654" y="1290203"/>
                  <a:pt x="2998649" y="1281125"/>
                </a:cubicBezTo>
                <a:cubicBezTo>
                  <a:pt x="2989645" y="1272046"/>
                  <a:pt x="2978409" y="1265349"/>
                  <a:pt x="2964940" y="1261033"/>
                </a:cubicBezTo>
                <a:cubicBezTo>
                  <a:pt x="2951471" y="1256717"/>
                  <a:pt x="2930598" y="1254559"/>
                  <a:pt x="2902320" y="1254559"/>
                </a:cubicBezTo>
                <a:close/>
                <a:moveTo>
                  <a:pt x="2612701" y="1254559"/>
                </a:moveTo>
                <a:cubicBezTo>
                  <a:pt x="2571178" y="1254559"/>
                  <a:pt x="2538212" y="1266279"/>
                  <a:pt x="2513805" y="1289720"/>
                </a:cubicBezTo>
                <a:cubicBezTo>
                  <a:pt x="2489397" y="1313160"/>
                  <a:pt x="2477193" y="1342963"/>
                  <a:pt x="2477193" y="1379128"/>
                </a:cubicBezTo>
                <a:cubicBezTo>
                  <a:pt x="2477193" y="1417972"/>
                  <a:pt x="2491629" y="1449375"/>
                  <a:pt x="2520502" y="1473336"/>
                </a:cubicBezTo>
                <a:cubicBezTo>
                  <a:pt x="2544017" y="1492684"/>
                  <a:pt x="2574824" y="1502358"/>
                  <a:pt x="2612924" y="1502358"/>
                </a:cubicBezTo>
                <a:cubicBezTo>
                  <a:pt x="2655638" y="1502358"/>
                  <a:pt x="2689087" y="1490712"/>
                  <a:pt x="2713272" y="1467420"/>
                </a:cubicBezTo>
                <a:cubicBezTo>
                  <a:pt x="2737456" y="1444129"/>
                  <a:pt x="2749548" y="1414252"/>
                  <a:pt x="2749548" y="1377789"/>
                </a:cubicBezTo>
                <a:cubicBezTo>
                  <a:pt x="2749548" y="1345344"/>
                  <a:pt x="2739800" y="1318034"/>
                  <a:pt x="2720304" y="1295859"/>
                </a:cubicBezTo>
                <a:cubicBezTo>
                  <a:pt x="2696045" y="1268326"/>
                  <a:pt x="2660177" y="1254559"/>
                  <a:pt x="2612701" y="1254559"/>
                </a:cubicBezTo>
                <a:close/>
                <a:moveTo>
                  <a:pt x="2111597" y="1254559"/>
                </a:moveTo>
                <a:cubicBezTo>
                  <a:pt x="2094630" y="1254559"/>
                  <a:pt x="2078854" y="1255824"/>
                  <a:pt x="2064269" y="1258354"/>
                </a:cubicBezTo>
                <a:cubicBezTo>
                  <a:pt x="2049684" y="1260884"/>
                  <a:pt x="2038224" y="1264456"/>
                  <a:pt x="2029890" y="1269070"/>
                </a:cubicBezTo>
                <a:cubicBezTo>
                  <a:pt x="2018281" y="1275469"/>
                  <a:pt x="2009389" y="1283022"/>
                  <a:pt x="2003212" y="1291729"/>
                </a:cubicBezTo>
                <a:cubicBezTo>
                  <a:pt x="1997036" y="1300435"/>
                  <a:pt x="1992311" y="1312379"/>
                  <a:pt x="1989037" y="1327559"/>
                </a:cubicBezTo>
                <a:lnTo>
                  <a:pt x="2075878" y="1336712"/>
                </a:lnTo>
                <a:cubicBezTo>
                  <a:pt x="2079450" y="1326443"/>
                  <a:pt x="2084138" y="1319448"/>
                  <a:pt x="2089942" y="1315727"/>
                </a:cubicBezTo>
                <a:cubicBezTo>
                  <a:pt x="2097384" y="1310965"/>
                  <a:pt x="2108546" y="1308584"/>
                  <a:pt x="2123428" y="1308584"/>
                </a:cubicBezTo>
                <a:cubicBezTo>
                  <a:pt x="2135037" y="1308584"/>
                  <a:pt x="2143148" y="1310816"/>
                  <a:pt x="2147762" y="1315281"/>
                </a:cubicBezTo>
                <a:cubicBezTo>
                  <a:pt x="2152376" y="1319746"/>
                  <a:pt x="2154682" y="1327559"/>
                  <a:pt x="2154682" y="1338721"/>
                </a:cubicBezTo>
                <a:cubicBezTo>
                  <a:pt x="2143371" y="1343186"/>
                  <a:pt x="2132656" y="1346795"/>
                  <a:pt x="2122535" y="1349549"/>
                </a:cubicBezTo>
                <a:cubicBezTo>
                  <a:pt x="2112415" y="1352302"/>
                  <a:pt x="2090314" y="1357102"/>
                  <a:pt x="2056233" y="1363948"/>
                </a:cubicBezTo>
                <a:cubicBezTo>
                  <a:pt x="2027806" y="1369603"/>
                  <a:pt x="2008310" y="1378235"/>
                  <a:pt x="1997743" y="1389844"/>
                </a:cubicBezTo>
                <a:cubicBezTo>
                  <a:pt x="1987176" y="1401452"/>
                  <a:pt x="1981893" y="1416261"/>
                  <a:pt x="1981893" y="1434269"/>
                </a:cubicBezTo>
                <a:cubicBezTo>
                  <a:pt x="1981893" y="1453468"/>
                  <a:pt x="1989223" y="1469616"/>
                  <a:pt x="2003882" y="1482713"/>
                </a:cubicBezTo>
                <a:cubicBezTo>
                  <a:pt x="2018542" y="1495809"/>
                  <a:pt x="2040010" y="1502358"/>
                  <a:pt x="2068288" y="1502358"/>
                </a:cubicBezTo>
                <a:cubicBezTo>
                  <a:pt x="2089570" y="1502358"/>
                  <a:pt x="2108248" y="1499084"/>
                  <a:pt x="2124321" y="1492535"/>
                </a:cubicBezTo>
                <a:cubicBezTo>
                  <a:pt x="2136079" y="1487624"/>
                  <a:pt x="2147911" y="1479438"/>
                  <a:pt x="2159817" y="1467979"/>
                </a:cubicBezTo>
                <a:cubicBezTo>
                  <a:pt x="2160859" y="1474825"/>
                  <a:pt x="2161901" y="1479848"/>
                  <a:pt x="2162942" y="1483047"/>
                </a:cubicBezTo>
                <a:cubicBezTo>
                  <a:pt x="2163984" y="1486247"/>
                  <a:pt x="2166217" y="1490898"/>
                  <a:pt x="2169640" y="1497000"/>
                </a:cubicBezTo>
                <a:lnTo>
                  <a:pt x="2254918" y="1497000"/>
                </a:lnTo>
                <a:cubicBezTo>
                  <a:pt x="2250156" y="1487177"/>
                  <a:pt x="2247067" y="1479103"/>
                  <a:pt x="2245654" y="1472778"/>
                </a:cubicBezTo>
                <a:cubicBezTo>
                  <a:pt x="2244240" y="1466453"/>
                  <a:pt x="2243533" y="1457709"/>
                  <a:pt x="2243533" y="1446547"/>
                </a:cubicBezTo>
                <a:lnTo>
                  <a:pt x="2243533" y="1341847"/>
                </a:lnTo>
                <a:cubicBezTo>
                  <a:pt x="2243533" y="1330685"/>
                  <a:pt x="2241300" y="1318964"/>
                  <a:pt x="2236836" y="1306686"/>
                </a:cubicBezTo>
                <a:cubicBezTo>
                  <a:pt x="2232371" y="1294408"/>
                  <a:pt x="2226269" y="1284920"/>
                  <a:pt x="2218530" y="1278223"/>
                </a:cubicBezTo>
                <a:cubicBezTo>
                  <a:pt x="2207516" y="1268549"/>
                  <a:pt x="2193750" y="1262186"/>
                  <a:pt x="2177230" y="1259136"/>
                </a:cubicBezTo>
                <a:cubicBezTo>
                  <a:pt x="2160710" y="1256085"/>
                  <a:pt x="2138832" y="1254559"/>
                  <a:pt x="2111597" y="1254559"/>
                </a:cubicBezTo>
                <a:close/>
                <a:moveTo>
                  <a:pt x="1749126" y="1243843"/>
                </a:moveTo>
                <a:lnTo>
                  <a:pt x="1774352" y="1243843"/>
                </a:lnTo>
                <a:cubicBezTo>
                  <a:pt x="1800546" y="1243843"/>
                  <a:pt x="1819298" y="1250243"/>
                  <a:pt x="1830609" y="1263042"/>
                </a:cubicBezTo>
                <a:cubicBezTo>
                  <a:pt x="1841920" y="1275841"/>
                  <a:pt x="1847575" y="1299580"/>
                  <a:pt x="1847575" y="1334257"/>
                </a:cubicBezTo>
                <a:cubicBezTo>
                  <a:pt x="1847575" y="1360450"/>
                  <a:pt x="1845045" y="1379389"/>
                  <a:pt x="1839985" y="1391072"/>
                </a:cubicBezTo>
                <a:cubicBezTo>
                  <a:pt x="1834925" y="1402755"/>
                  <a:pt x="1827930" y="1410940"/>
                  <a:pt x="1819001" y="1415628"/>
                </a:cubicBezTo>
                <a:cubicBezTo>
                  <a:pt x="1810071" y="1420316"/>
                  <a:pt x="1795039" y="1422660"/>
                  <a:pt x="1773906" y="1422660"/>
                </a:cubicBezTo>
                <a:lnTo>
                  <a:pt x="1749126" y="1422660"/>
                </a:lnTo>
                <a:close/>
                <a:moveTo>
                  <a:pt x="2397942" y="1169727"/>
                </a:moveTo>
                <a:lnTo>
                  <a:pt x="2306859" y="1216385"/>
                </a:lnTo>
                <a:lnTo>
                  <a:pt x="2306859" y="1259917"/>
                </a:lnTo>
                <a:lnTo>
                  <a:pt x="2273373" y="1259917"/>
                </a:lnTo>
                <a:lnTo>
                  <a:pt x="2273373" y="1326443"/>
                </a:lnTo>
                <a:lnTo>
                  <a:pt x="2306859" y="1326443"/>
                </a:lnTo>
                <a:lnTo>
                  <a:pt x="2306859" y="1409831"/>
                </a:lnTo>
                <a:cubicBezTo>
                  <a:pt x="2306859" y="1436287"/>
                  <a:pt x="2309426" y="1455424"/>
                  <a:pt x="2314561" y="1467241"/>
                </a:cubicBezTo>
                <a:cubicBezTo>
                  <a:pt x="2319696" y="1479057"/>
                  <a:pt x="2327621" y="1487865"/>
                  <a:pt x="2338336" y="1493662"/>
                </a:cubicBezTo>
                <a:cubicBezTo>
                  <a:pt x="2349052" y="1499459"/>
                  <a:pt x="2365721" y="1502358"/>
                  <a:pt x="2388343" y="1502358"/>
                </a:cubicBezTo>
                <a:cubicBezTo>
                  <a:pt x="2407839" y="1502358"/>
                  <a:pt x="2428824" y="1499902"/>
                  <a:pt x="2451297" y="1494991"/>
                </a:cubicBezTo>
                <a:lnTo>
                  <a:pt x="2444600" y="1432270"/>
                </a:lnTo>
                <a:cubicBezTo>
                  <a:pt x="2432544" y="1436133"/>
                  <a:pt x="2423168" y="1438064"/>
                  <a:pt x="2416471" y="1438064"/>
                </a:cubicBezTo>
                <a:cubicBezTo>
                  <a:pt x="2409030" y="1438064"/>
                  <a:pt x="2403821" y="1435539"/>
                  <a:pt x="2400844" y="1430488"/>
                </a:cubicBezTo>
                <a:cubicBezTo>
                  <a:pt x="2398909" y="1427221"/>
                  <a:pt x="2397942" y="1420537"/>
                  <a:pt x="2397942" y="1410438"/>
                </a:cubicBezTo>
                <a:lnTo>
                  <a:pt x="2397942" y="1326443"/>
                </a:lnTo>
                <a:lnTo>
                  <a:pt x="2447948" y="1326443"/>
                </a:lnTo>
                <a:lnTo>
                  <a:pt x="2447948" y="1259917"/>
                </a:lnTo>
                <a:lnTo>
                  <a:pt x="2397942" y="1259917"/>
                </a:lnTo>
                <a:close/>
                <a:moveTo>
                  <a:pt x="1647997" y="1169727"/>
                </a:moveTo>
                <a:lnTo>
                  <a:pt x="1647997" y="1497000"/>
                </a:lnTo>
                <a:lnTo>
                  <a:pt x="1798239" y="1497000"/>
                </a:lnTo>
                <a:cubicBezTo>
                  <a:pt x="1816247" y="1497000"/>
                  <a:pt x="1836339" y="1494024"/>
                  <a:pt x="1858514" y="1488070"/>
                </a:cubicBezTo>
                <a:cubicBezTo>
                  <a:pt x="1874737" y="1483754"/>
                  <a:pt x="1889917" y="1475085"/>
                  <a:pt x="1904056" y="1462063"/>
                </a:cubicBezTo>
                <a:cubicBezTo>
                  <a:pt x="1918194" y="1449040"/>
                  <a:pt x="1929245" y="1432892"/>
                  <a:pt x="1937207" y="1413619"/>
                </a:cubicBezTo>
                <a:cubicBezTo>
                  <a:pt x="1945169" y="1394346"/>
                  <a:pt x="1949151" y="1367222"/>
                  <a:pt x="1949151" y="1332247"/>
                </a:cubicBezTo>
                <a:cubicBezTo>
                  <a:pt x="1949151" y="1309923"/>
                  <a:pt x="1946472" y="1288790"/>
                  <a:pt x="1941114" y="1268847"/>
                </a:cubicBezTo>
                <a:cubicBezTo>
                  <a:pt x="1935756" y="1248904"/>
                  <a:pt x="1927124" y="1231416"/>
                  <a:pt x="1915218" y="1216385"/>
                </a:cubicBezTo>
                <a:cubicBezTo>
                  <a:pt x="1903312" y="1201353"/>
                  <a:pt x="1888243" y="1189819"/>
                  <a:pt x="1870011" y="1181782"/>
                </a:cubicBezTo>
                <a:cubicBezTo>
                  <a:pt x="1851780" y="1173745"/>
                  <a:pt x="1827856" y="1169727"/>
                  <a:pt x="1798239" y="1169727"/>
                </a:cubicBezTo>
                <a:close/>
                <a:moveTo>
                  <a:pt x="2313674" y="86"/>
                </a:moveTo>
                <a:cubicBezTo>
                  <a:pt x="3193501" y="7247"/>
                  <a:pt x="4020890" y="460585"/>
                  <a:pt x="4547993" y="1344954"/>
                </a:cubicBezTo>
                <a:cubicBezTo>
                  <a:pt x="5291961" y="2593175"/>
                  <a:pt x="5229806" y="4381471"/>
                  <a:pt x="4393364" y="5793940"/>
                </a:cubicBezTo>
                <a:cubicBezTo>
                  <a:pt x="3338150" y="7575838"/>
                  <a:pt x="1400577" y="8198702"/>
                  <a:pt x="15131" y="7201394"/>
                </a:cubicBezTo>
                <a:lnTo>
                  <a:pt x="0" y="1067038"/>
                </a:lnTo>
                <a:cubicBezTo>
                  <a:pt x="642729" y="399338"/>
                  <a:pt x="1402265" y="48077"/>
                  <a:pt x="2137083" y="4607"/>
                </a:cubicBezTo>
                <a:cubicBezTo>
                  <a:pt x="2196130" y="1114"/>
                  <a:pt x="2255019" y="-391"/>
                  <a:pt x="2313674" y="86"/>
                </a:cubicBezTo>
                <a:close/>
              </a:path>
            </a:pathLst>
          </a:custGeom>
          <a:solidFill>
            <a:schemeClr val="tx1">
              <a:alpha val="56000"/>
            </a:schemeClr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30527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Marcador de contenido 3" descr="&lt;strong&gt;osos&lt;/strong&gt;,&lt;strong&gt;osos polares&lt;/strong&gt;,wallpapers hd,fondos,bear,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17566"/>
            <a:ext cx="12192000" cy="7445829"/>
          </a:xfrm>
        </p:spPr>
      </p:pic>
      <p:sp>
        <p:nvSpPr>
          <p:cNvPr id="9" name="CuadroTexto 8"/>
          <p:cNvSpPr txBox="1"/>
          <p:nvPr/>
        </p:nvSpPr>
        <p:spPr>
          <a:xfrm>
            <a:off x="-436100" y="-1575588"/>
            <a:ext cx="13125156" cy="4600142"/>
          </a:xfrm>
          <a:custGeom>
            <a:avLst/>
            <a:gdLst/>
            <a:ahLst/>
            <a:cxnLst/>
            <a:rect l="l" t="t" r="r" b="b"/>
            <a:pathLst>
              <a:path w="13125156" h="4600142">
                <a:moveTo>
                  <a:pt x="4900685" y="3914460"/>
                </a:moveTo>
                <a:cubicBezTo>
                  <a:pt x="4894434" y="3914460"/>
                  <a:pt x="4889175" y="3916642"/>
                  <a:pt x="4884909" y="3921008"/>
                </a:cubicBezTo>
                <a:cubicBezTo>
                  <a:pt x="4880642" y="3925374"/>
                  <a:pt x="4878509" y="3930583"/>
                  <a:pt x="4878509" y="3936635"/>
                </a:cubicBezTo>
                <a:cubicBezTo>
                  <a:pt x="4878509" y="3943779"/>
                  <a:pt x="4880741" y="3949335"/>
                  <a:pt x="4885207" y="3953304"/>
                </a:cubicBezTo>
                <a:cubicBezTo>
                  <a:pt x="4889671" y="3957272"/>
                  <a:pt x="4894979" y="3959257"/>
                  <a:pt x="4901131" y="3959257"/>
                </a:cubicBezTo>
                <a:cubicBezTo>
                  <a:pt x="4907084" y="3959257"/>
                  <a:pt x="4912269" y="3957248"/>
                  <a:pt x="4916683" y="3953229"/>
                </a:cubicBezTo>
                <a:cubicBezTo>
                  <a:pt x="4921099" y="3949211"/>
                  <a:pt x="4923306" y="3943680"/>
                  <a:pt x="4923306" y="3936635"/>
                </a:cubicBezTo>
                <a:cubicBezTo>
                  <a:pt x="4923306" y="3930483"/>
                  <a:pt x="4921099" y="3925250"/>
                  <a:pt x="4916683" y="3920934"/>
                </a:cubicBezTo>
                <a:cubicBezTo>
                  <a:pt x="4912269" y="3916618"/>
                  <a:pt x="4906935" y="3914460"/>
                  <a:pt x="4900685" y="3914460"/>
                </a:cubicBezTo>
                <a:close/>
                <a:moveTo>
                  <a:pt x="4697981" y="3877550"/>
                </a:moveTo>
                <a:lnTo>
                  <a:pt x="4697981" y="3883355"/>
                </a:lnTo>
                <a:cubicBezTo>
                  <a:pt x="4697981" y="3897444"/>
                  <a:pt x="4696146" y="3907564"/>
                  <a:pt x="4692474" y="3913716"/>
                </a:cubicBezTo>
                <a:cubicBezTo>
                  <a:pt x="4689299" y="3919272"/>
                  <a:pt x="4684314" y="3923811"/>
                  <a:pt x="4677517" y="3927333"/>
                </a:cubicBezTo>
                <a:cubicBezTo>
                  <a:pt x="4670721" y="3930855"/>
                  <a:pt x="4663304" y="3932617"/>
                  <a:pt x="4655267" y="3932617"/>
                </a:cubicBezTo>
                <a:cubicBezTo>
                  <a:pt x="4647726" y="3932617"/>
                  <a:pt x="4641624" y="3930459"/>
                  <a:pt x="4636961" y="3926143"/>
                </a:cubicBezTo>
                <a:cubicBezTo>
                  <a:pt x="4632298" y="3921827"/>
                  <a:pt x="4629967" y="3916593"/>
                  <a:pt x="4629967" y="3910441"/>
                </a:cubicBezTo>
                <a:cubicBezTo>
                  <a:pt x="4629967" y="3904488"/>
                  <a:pt x="4631950" y="3899850"/>
                  <a:pt x="4635919" y="3896526"/>
                </a:cubicBezTo>
                <a:cubicBezTo>
                  <a:pt x="4639888" y="3893202"/>
                  <a:pt x="4644056" y="3890970"/>
                  <a:pt x="4648421" y="3889829"/>
                </a:cubicBezTo>
                <a:cubicBezTo>
                  <a:pt x="4652786" y="3888688"/>
                  <a:pt x="4660650" y="3886902"/>
                  <a:pt x="4672010" y="3884471"/>
                </a:cubicBezTo>
                <a:cubicBezTo>
                  <a:pt x="4683371" y="3882040"/>
                  <a:pt x="4692027" y="3879733"/>
                  <a:pt x="4697981" y="3877550"/>
                </a:cubicBezTo>
                <a:close/>
                <a:moveTo>
                  <a:pt x="4174106" y="3877550"/>
                </a:moveTo>
                <a:lnTo>
                  <a:pt x="4174106" y="3883355"/>
                </a:lnTo>
                <a:cubicBezTo>
                  <a:pt x="4174106" y="3897444"/>
                  <a:pt x="4172270" y="3907564"/>
                  <a:pt x="4168599" y="3913716"/>
                </a:cubicBezTo>
                <a:cubicBezTo>
                  <a:pt x="4165424" y="3919272"/>
                  <a:pt x="4160438" y="3923811"/>
                  <a:pt x="4153642" y="3927333"/>
                </a:cubicBezTo>
                <a:cubicBezTo>
                  <a:pt x="4146845" y="3930855"/>
                  <a:pt x="4139429" y="3932617"/>
                  <a:pt x="4131392" y="3932617"/>
                </a:cubicBezTo>
                <a:cubicBezTo>
                  <a:pt x="4123852" y="3932617"/>
                  <a:pt x="4117749" y="3930459"/>
                  <a:pt x="4113087" y="3926143"/>
                </a:cubicBezTo>
                <a:cubicBezTo>
                  <a:pt x="4108423" y="3921827"/>
                  <a:pt x="4106091" y="3916593"/>
                  <a:pt x="4106091" y="3910441"/>
                </a:cubicBezTo>
                <a:cubicBezTo>
                  <a:pt x="4106091" y="3904488"/>
                  <a:pt x="4108076" y="3899850"/>
                  <a:pt x="4112045" y="3896526"/>
                </a:cubicBezTo>
                <a:cubicBezTo>
                  <a:pt x="4116013" y="3893202"/>
                  <a:pt x="4120181" y="3890970"/>
                  <a:pt x="4124546" y="3889829"/>
                </a:cubicBezTo>
                <a:cubicBezTo>
                  <a:pt x="4128911" y="3888688"/>
                  <a:pt x="4136774" y="3886902"/>
                  <a:pt x="4148135" y="3884471"/>
                </a:cubicBezTo>
                <a:cubicBezTo>
                  <a:pt x="4159496" y="3882040"/>
                  <a:pt x="4168152" y="3879733"/>
                  <a:pt x="4174106" y="3877550"/>
                </a:cubicBezTo>
                <a:close/>
                <a:moveTo>
                  <a:pt x="3429519" y="3824419"/>
                </a:moveTo>
                <a:cubicBezTo>
                  <a:pt x="3436662" y="3824419"/>
                  <a:pt x="3443236" y="3826477"/>
                  <a:pt x="3449239" y="3830595"/>
                </a:cubicBezTo>
                <a:cubicBezTo>
                  <a:pt x="3455241" y="3834712"/>
                  <a:pt x="3460004" y="3840666"/>
                  <a:pt x="3463526" y="3848454"/>
                </a:cubicBezTo>
                <a:cubicBezTo>
                  <a:pt x="3467048" y="3856243"/>
                  <a:pt x="3468809" y="3865545"/>
                  <a:pt x="3468809" y="3876360"/>
                </a:cubicBezTo>
                <a:cubicBezTo>
                  <a:pt x="3468809" y="3887869"/>
                  <a:pt x="3467048" y="3897468"/>
                  <a:pt x="3463526" y="3905158"/>
                </a:cubicBezTo>
                <a:cubicBezTo>
                  <a:pt x="3460004" y="3912847"/>
                  <a:pt x="3455291" y="3918552"/>
                  <a:pt x="3449387" y="3922273"/>
                </a:cubicBezTo>
                <a:cubicBezTo>
                  <a:pt x="3443484" y="3925994"/>
                  <a:pt x="3436960" y="3927854"/>
                  <a:pt x="3429817" y="3927854"/>
                </a:cubicBezTo>
                <a:cubicBezTo>
                  <a:pt x="3422772" y="3927854"/>
                  <a:pt x="3416273" y="3925895"/>
                  <a:pt x="3410320" y="3921975"/>
                </a:cubicBezTo>
                <a:cubicBezTo>
                  <a:pt x="3404367" y="3918056"/>
                  <a:pt x="3399679" y="3912227"/>
                  <a:pt x="3396255" y="3904488"/>
                </a:cubicBezTo>
                <a:cubicBezTo>
                  <a:pt x="3392833" y="3896749"/>
                  <a:pt x="3391121" y="3887373"/>
                  <a:pt x="3391121" y="3876360"/>
                </a:cubicBezTo>
                <a:cubicBezTo>
                  <a:pt x="3391121" y="3865942"/>
                  <a:pt x="3392733" y="3856789"/>
                  <a:pt x="3395958" y="3848901"/>
                </a:cubicBezTo>
                <a:cubicBezTo>
                  <a:pt x="3399183" y="3841013"/>
                  <a:pt x="3403722" y="3834961"/>
                  <a:pt x="3409576" y="3830744"/>
                </a:cubicBezTo>
                <a:cubicBezTo>
                  <a:pt x="3415429" y="3826527"/>
                  <a:pt x="3422077" y="3824419"/>
                  <a:pt x="3429519" y="3824419"/>
                </a:cubicBezTo>
                <a:close/>
                <a:moveTo>
                  <a:pt x="3620912" y="3822037"/>
                </a:moveTo>
                <a:cubicBezTo>
                  <a:pt x="3631528" y="3822037"/>
                  <a:pt x="3640086" y="3825485"/>
                  <a:pt x="3646584" y="3832381"/>
                </a:cubicBezTo>
                <a:cubicBezTo>
                  <a:pt x="3653083" y="3839277"/>
                  <a:pt x="3656829" y="3849670"/>
                  <a:pt x="3657821" y="3863560"/>
                </a:cubicBezTo>
                <a:lnTo>
                  <a:pt x="3584151" y="3863560"/>
                </a:lnTo>
                <a:cubicBezTo>
                  <a:pt x="3585541" y="3849868"/>
                  <a:pt x="3589484" y="3839525"/>
                  <a:pt x="3595983" y="3832530"/>
                </a:cubicBezTo>
                <a:cubicBezTo>
                  <a:pt x="3602482" y="3825535"/>
                  <a:pt x="3610791" y="3822037"/>
                  <a:pt x="3620912" y="3822037"/>
                </a:cubicBezTo>
                <a:close/>
                <a:moveTo>
                  <a:pt x="4798439" y="3794058"/>
                </a:moveTo>
                <a:cubicBezTo>
                  <a:pt x="4785243" y="3794058"/>
                  <a:pt x="4778645" y="3803186"/>
                  <a:pt x="4778645" y="3821442"/>
                </a:cubicBezTo>
                <a:lnTo>
                  <a:pt x="4778645" y="3934551"/>
                </a:lnTo>
                <a:cubicBezTo>
                  <a:pt x="4778645" y="3942687"/>
                  <a:pt x="4780531" y="3948839"/>
                  <a:pt x="4784301" y="3953006"/>
                </a:cubicBezTo>
                <a:cubicBezTo>
                  <a:pt x="4788071" y="3957173"/>
                  <a:pt x="4792884" y="3959257"/>
                  <a:pt x="4798737" y="3959257"/>
                </a:cubicBezTo>
                <a:cubicBezTo>
                  <a:pt x="4804691" y="3959257"/>
                  <a:pt x="4809602" y="3957198"/>
                  <a:pt x="4813471" y="3953081"/>
                </a:cubicBezTo>
                <a:cubicBezTo>
                  <a:pt x="4817341" y="3948963"/>
                  <a:pt x="4819275" y="3942787"/>
                  <a:pt x="4819275" y="3934551"/>
                </a:cubicBezTo>
                <a:lnTo>
                  <a:pt x="4819275" y="3900619"/>
                </a:lnTo>
                <a:cubicBezTo>
                  <a:pt x="4819275" y="3888415"/>
                  <a:pt x="4819673" y="3878071"/>
                  <a:pt x="4820466" y="3869588"/>
                </a:cubicBezTo>
                <a:cubicBezTo>
                  <a:pt x="4821260" y="3861105"/>
                  <a:pt x="4822699" y="3853787"/>
                  <a:pt x="4824782" y="3847636"/>
                </a:cubicBezTo>
                <a:cubicBezTo>
                  <a:pt x="4826866" y="3841484"/>
                  <a:pt x="4829793" y="3836846"/>
                  <a:pt x="4833563" y="3833720"/>
                </a:cubicBezTo>
                <a:cubicBezTo>
                  <a:pt x="4837333" y="3830595"/>
                  <a:pt x="4842196" y="3829032"/>
                  <a:pt x="4848148" y="3829032"/>
                </a:cubicBezTo>
                <a:cubicBezTo>
                  <a:pt x="4852514" y="3829032"/>
                  <a:pt x="4857550" y="3829950"/>
                  <a:pt x="4863254" y="3831786"/>
                </a:cubicBezTo>
                <a:cubicBezTo>
                  <a:pt x="4868959" y="3833621"/>
                  <a:pt x="4872556" y="3834539"/>
                  <a:pt x="4874044" y="3834539"/>
                </a:cubicBezTo>
                <a:cubicBezTo>
                  <a:pt x="4878013" y="3834539"/>
                  <a:pt x="4881709" y="3832927"/>
                  <a:pt x="4885132" y="3829702"/>
                </a:cubicBezTo>
                <a:cubicBezTo>
                  <a:pt x="4888555" y="3826477"/>
                  <a:pt x="4890266" y="3822385"/>
                  <a:pt x="4890266" y="3817424"/>
                </a:cubicBezTo>
                <a:cubicBezTo>
                  <a:pt x="4890266" y="3810379"/>
                  <a:pt x="4886248" y="3804724"/>
                  <a:pt x="4878211" y="3800457"/>
                </a:cubicBezTo>
                <a:cubicBezTo>
                  <a:pt x="4870175" y="3796191"/>
                  <a:pt x="4861890" y="3794058"/>
                  <a:pt x="4853357" y="3794058"/>
                </a:cubicBezTo>
                <a:cubicBezTo>
                  <a:pt x="4844825" y="3794058"/>
                  <a:pt x="4838003" y="3796191"/>
                  <a:pt x="4832894" y="3800457"/>
                </a:cubicBezTo>
                <a:cubicBezTo>
                  <a:pt x="4827783" y="3804724"/>
                  <a:pt x="4822798" y="3811024"/>
                  <a:pt x="4817936" y="3819358"/>
                </a:cubicBezTo>
                <a:cubicBezTo>
                  <a:pt x="4817638" y="3811024"/>
                  <a:pt x="4816001" y="3804724"/>
                  <a:pt x="4813025" y="3800457"/>
                </a:cubicBezTo>
                <a:cubicBezTo>
                  <a:pt x="4810048" y="3796191"/>
                  <a:pt x="4805186" y="3794058"/>
                  <a:pt x="4798439" y="3794058"/>
                </a:cubicBezTo>
                <a:close/>
                <a:moveTo>
                  <a:pt x="4492449" y="3794058"/>
                </a:moveTo>
                <a:cubicBezTo>
                  <a:pt x="4479055" y="3794058"/>
                  <a:pt x="4467619" y="3796216"/>
                  <a:pt x="4458145" y="3800532"/>
                </a:cubicBezTo>
                <a:cubicBezTo>
                  <a:pt x="4448669" y="3804848"/>
                  <a:pt x="4441500" y="3810627"/>
                  <a:pt x="4436638" y="3817870"/>
                </a:cubicBezTo>
                <a:cubicBezTo>
                  <a:pt x="4431777" y="3825113"/>
                  <a:pt x="4429346" y="3832803"/>
                  <a:pt x="4429346" y="3840939"/>
                </a:cubicBezTo>
                <a:cubicBezTo>
                  <a:pt x="4429346" y="3850067"/>
                  <a:pt x="4431976" y="3857756"/>
                  <a:pt x="4437234" y="3864007"/>
                </a:cubicBezTo>
                <a:cubicBezTo>
                  <a:pt x="4442493" y="3870258"/>
                  <a:pt x="4449512" y="3875293"/>
                  <a:pt x="4458293" y="3879113"/>
                </a:cubicBezTo>
                <a:cubicBezTo>
                  <a:pt x="4467074" y="3882933"/>
                  <a:pt x="4478459" y="3886579"/>
                  <a:pt x="4492449" y="3890052"/>
                </a:cubicBezTo>
                <a:cubicBezTo>
                  <a:pt x="4504852" y="3893028"/>
                  <a:pt x="4513757" y="3896154"/>
                  <a:pt x="4519164" y="3899428"/>
                </a:cubicBezTo>
                <a:cubicBezTo>
                  <a:pt x="4524572" y="3902702"/>
                  <a:pt x="4527275" y="3907911"/>
                  <a:pt x="4527275" y="3915055"/>
                </a:cubicBezTo>
                <a:cubicBezTo>
                  <a:pt x="4527275" y="3919718"/>
                  <a:pt x="4524670" y="3923861"/>
                  <a:pt x="4519461" y="3927482"/>
                </a:cubicBezTo>
                <a:cubicBezTo>
                  <a:pt x="4514252" y="3931104"/>
                  <a:pt x="4507580" y="3932914"/>
                  <a:pt x="4499444" y="3932914"/>
                </a:cubicBezTo>
                <a:cubicBezTo>
                  <a:pt x="4489423" y="3932914"/>
                  <a:pt x="4481510" y="3931128"/>
                  <a:pt x="4475706" y="3927557"/>
                </a:cubicBezTo>
                <a:cubicBezTo>
                  <a:pt x="4469902" y="3923985"/>
                  <a:pt x="4464916" y="3918577"/>
                  <a:pt x="4460749" y="3911334"/>
                </a:cubicBezTo>
                <a:cubicBezTo>
                  <a:pt x="4458665" y="3907564"/>
                  <a:pt x="4456482" y="3904637"/>
                  <a:pt x="4454200" y="3902553"/>
                </a:cubicBezTo>
                <a:cubicBezTo>
                  <a:pt x="4451918" y="3900470"/>
                  <a:pt x="4448644" y="3899428"/>
                  <a:pt x="4444377" y="3899428"/>
                </a:cubicBezTo>
                <a:cubicBezTo>
                  <a:pt x="4439516" y="3899428"/>
                  <a:pt x="4435497" y="3901015"/>
                  <a:pt x="4432323" y="3904191"/>
                </a:cubicBezTo>
                <a:cubicBezTo>
                  <a:pt x="4429147" y="3907365"/>
                  <a:pt x="4427560" y="3911185"/>
                  <a:pt x="4427560" y="3915650"/>
                </a:cubicBezTo>
                <a:cubicBezTo>
                  <a:pt x="4427560" y="3922397"/>
                  <a:pt x="4430041" y="3929119"/>
                  <a:pt x="4435002" y="3935816"/>
                </a:cubicBezTo>
                <a:cubicBezTo>
                  <a:pt x="4439962" y="3942514"/>
                  <a:pt x="4447652" y="3948095"/>
                  <a:pt x="4458070" y="3952560"/>
                </a:cubicBezTo>
                <a:cubicBezTo>
                  <a:pt x="4468488" y="3957024"/>
                  <a:pt x="4480990" y="3959257"/>
                  <a:pt x="4495574" y="3959257"/>
                </a:cubicBezTo>
                <a:cubicBezTo>
                  <a:pt x="4510854" y="3959257"/>
                  <a:pt x="4523827" y="3957198"/>
                  <a:pt x="4534493" y="3953081"/>
                </a:cubicBezTo>
                <a:cubicBezTo>
                  <a:pt x="4545159" y="3948963"/>
                  <a:pt x="4553221" y="3942911"/>
                  <a:pt x="4558678" y="3934924"/>
                </a:cubicBezTo>
                <a:cubicBezTo>
                  <a:pt x="4564135" y="3926936"/>
                  <a:pt x="4566863" y="3917337"/>
                  <a:pt x="4566863" y="3906125"/>
                </a:cubicBezTo>
                <a:cubicBezTo>
                  <a:pt x="4566863" y="3898684"/>
                  <a:pt x="4564804" y="3892061"/>
                  <a:pt x="4560687" y="3886257"/>
                </a:cubicBezTo>
                <a:cubicBezTo>
                  <a:pt x="4556569" y="3880452"/>
                  <a:pt x="4550517" y="3875417"/>
                  <a:pt x="4542530" y="3871151"/>
                </a:cubicBezTo>
                <a:cubicBezTo>
                  <a:pt x="4534542" y="3866884"/>
                  <a:pt x="4524249" y="3863213"/>
                  <a:pt x="4511648" y="3860137"/>
                </a:cubicBezTo>
                <a:cubicBezTo>
                  <a:pt x="4501032" y="3857558"/>
                  <a:pt x="4492697" y="3855375"/>
                  <a:pt x="4486645" y="3853589"/>
                </a:cubicBezTo>
                <a:cubicBezTo>
                  <a:pt x="4480592" y="3851803"/>
                  <a:pt x="4475780" y="3849546"/>
                  <a:pt x="4472208" y="3846817"/>
                </a:cubicBezTo>
                <a:cubicBezTo>
                  <a:pt x="4468636" y="3844089"/>
                  <a:pt x="4466851" y="3840591"/>
                  <a:pt x="4466851" y="3836325"/>
                </a:cubicBezTo>
                <a:cubicBezTo>
                  <a:pt x="4466851" y="3831662"/>
                  <a:pt x="4469282" y="3827767"/>
                  <a:pt x="4474144" y="3824642"/>
                </a:cubicBezTo>
                <a:cubicBezTo>
                  <a:pt x="4479005" y="3821516"/>
                  <a:pt x="4485107" y="3819954"/>
                  <a:pt x="4492449" y="3819954"/>
                </a:cubicBezTo>
                <a:cubicBezTo>
                  <a:pt x="4499593" y="3819954"/>
                  <a:pt x="4505249" y="3821144"/>
                  <a:pt x="4509415" y="3823526"/>
                </a:cubicBezTo>
                <a:cubicBezTo>
                  <a:pt x="4513583" y="3825907"/>
                  <a:pt x="4517204" y="3829082"/>
                  <a:pt x="4520280" y="3833051"/>
                </a:cubicBezTo>
                <a:cubicBezTo>
                  <a:pt x="4524050" y="3837813"/>
                  <a:pt x="4527399" y="3841385"/>
                  <a:pt x="4530326" y="3843766"/>
                </a:cubicBezTo>
                <a:cubicBezTo>
                  <a:pt x="4533253" y="3846148"/>
                  <a:pt x="4536800" y="3847338"/>
                  <a:pt x="4540967" y="3847338"/>
                </a:cubicBezTo>
                <a:cubicBezTo>
                  <a:pt x="4546722" y="3847338"/>
                  <a:pt x="4551162" y="3845850"/>
                  <a:pt x="4554287" y="3842873"/>
                </a:cubicBezTo>
                <a:cubicBezTo>
                  <a:pt x="4557413" y="3839897"/>
                  <a:pt x="4558976" y="3836077"/>
                  <a:pt x="4558976" y="3831414"/>
                </a:cubicBezTo>
                <a:cubicBezTo>
                  <a:pt x="4558976" y="3827147"/>
                  <a:pt x="4557512" y="3822782"/>
                  <a:pt x="4554585" y="3818317"/>
                </a:cubicBezTo>
                <a:cubicBezTo>
                  <a:pt x="4551658" y="3813852"/>
                  <a:pt x="4547392" y="3809784"/>
                  <a:pt x="4541786" y="3806113"/>
                </a:cubicBezTo>
                <a:cubicBezTo>
                  <a:pt x="4536180" y="3802442"/>
                  <a:pt x="4529185" y="3799515"/>
                  <a:pt x="4520801" y="3797332"/>
                </a:cubicBezTo>
                <a:cubicBezTo>
                  <a:pt x="4512417" y="3795149"/>
                  <a:pt x="4502966" y="3794058"/>
                  <a:pt x="4492449" y="3794058"/>
                </a:cubicBezTo>
                <a:close/>
                <a:moveTo>
                  <a:pt x="4272779" y="3794058"/>
                </a:moveTo>
                <a:cubicBezTo>
                  <a:pt x="4266925" y="3794058"/>
                  <a:pt x="4262311" y="3795968"/>
                  <a:pt x="4258938" y="3799788"/>
                </a:cubicBezTo>
                <a:cubicBezTo>
                  <a:pt x="4255564" y="3803607"/>
                  <a:pt x="4253878" y="3809387"/>
                  <a:pt x="4253878" y="3817126"/>
                </a:cubicBezTo>
                <a:lnTo>
                  <a:pt x="4253878" y="3934551"/>
                </a:lnTo>
                <a:cubicBezTo>
                  <a:pt x="4253878" y="3942489"/>
                  <a:pt x="4255763" y="3948591"/>
                  <a:pt x="4259533" y="3952857"/>
                </a:cubicBezTo>
                <a:cubicBezTo>
                  <a:pt x="4263303" y="3957124"/>
                  <a:pt x="4268116" y="3959257"/>
                  <a:pt x="4273970" y="3959257"/>
                </a:cubicBezTo>
                <a:cubicBezTo>
                  <a:pt x="4280022" y="3959257"/>
                  <a:pt x="4284958" y="3957198"/>
                  <a:pt x="4288778" y="3953081"/>
                </a:cubicBezTo>
                <a:cubicBezTo>
                  <a:pt x="4292598" y="3948963"/>
                  <a:pt x="4294508" y="3942787"/>
                  <a:pt x="4294508" y="3934551"/>
                </a:cubicBezTo>
                <a:lnTo>
                  <a:pt x="4294508" y="3883652"/>
                </a:lnTo>
                <a:cubicBezTo>
                  <a:pt x="4294508" y="3867083"/>
                  <a:pt x="4295500" y="3855772"/>
                  <a:pt x="4297484" y="3849719"/>
                </a:cubicBezTo>
                <a:cubicBezTo>
                  <a:pt x="4300262" y="3842179"/>
                  <a:pt x="4304628" y="3836250"/>
                  <a:pt x="4310581" y="3831934"/>
                </a:cubicBezTo>
                <a:cubicBezTo>
                  <a:pt x="4316534" y="3827618"/>
                  <a:pt x="4323132" y="3825460"/>
                  <a:pt x="4330375" y="3825460"/>
                </a:cubicBezTo>
                <a:cubicBezTo>
                  <a:pt x="4341488" y="3825460"/>
                  <a:pt x="4348904" y="3829007"/>
                  <a:pt x="4352625" y="3836102"/>
                </a:cubicBezTo>
                <a:cubicBezTo>
                  <a:pt x="4356346" y="3843196"/>
                  <a:pt x="4358206" y="3853440"/>
                  <a:pt x="4358206" y="3866835"/>
                </a:cubicBezTo>
                <a:lnTo>
                  <a:pt x="4358206" y="3934551"/>
                </a:lnTo>
                <a:cubicBezTo>
                  <a:pt x="4358206" y="3942489"/>
                  <a:pt x="4360091" y="3948591"/>
                  <a:pt x="4363861" y="3952857"/>
                </a:cubicBezTo>
                <a:cubicBezTo>
                  <a:pt x="4367632" y="3957124"/>
                  <a:pt x="4372543" y="3959257"/>
                  <a:pt x="4378596" y="3959257"/>
                </a:cubicBezTo>
                <a:cubicBezTo>
                  <a:pt x="4384549" y="3959257"/>
                  <a:pt x="4389386" y="3957173"/>
                  <a:pt x="4393107" y="3953006"/>
                </a:cubicBezTo>
                <a:cubicBezTo>
                  <a:pt x="4396827" y="3948839"/>
                  <a:pt x="4398687" y="3942687"/>
                  <a:pt x="4398687" y="3934551"/>
                </a:cubicBezTo>
                <a:lnTo>
                  <a:pt x="4398687" y="3858947"/>
                </a:lnTo>
                <a:cubicBezTo>
                  <a:pt x="4398687" y="3850017"/>
                  <a:pt x="4398291" y="3842675"/>
                  <a:pt x="4397497" y="3836920"/>
                </a:cubicBezTo>
                <a:cubicBezTo>
                  <a:pt x="4396703" y="3831165"/>
                  <a:pt x="4394967" y="3825808"/>
                  <a:pt x="4392288" y="3820847"/>
                </a:cubicBezTo>
                <a:cubicBezTo>
                  <a:pt x="4388120" y="3812314"/>
                  <a:pt x="4381820" y="3805716"/>
                  <a:pt x="4373387" y="3801053"/>
                </a:cubicBezTo>
                <a:cubicBezTo>
                  <a:pt x="4364953" y="3796389"/>
                  <a:pt x="4355379" y="3794058"/>
                  <a:pt x="4344663" y="3794058"/>
                </a:cubicBezTo>
                <a:cubicBezTo>
                  <a:pt x="4333649" y="3794058"/>
                  <a:pt x="4323901" y="3796265"/>
                  <a:pt x="4315418" y="3800681"/>
                </a:cubicBezTo>
                <a:cubicBezTo>
                  <a:pt x="4306935" y="3805096"/>
                  <a:pt x="4299122" y="3812016"/>
                  <a:pt x="4291978" y="3821442"/>
                </a:cubicBezTo>
                <a:lnTo>
                  <a:pt x="4291978" y="3816531"/>
                </a:lnTo>
                <a:cubicBezTo>
                  <a:pt x="4291978" y="3811669"/>
                  <a:pt x="4291109" y="3807551"/>
                  <a:pt x="4289373" y="3804178"/>
                </a:cubicBezTo>
                <a:cubicBezTo>
                  <a:pt x="4287637" y="3800805"/>
                  <a:pt x="4285330" y="3798274"/>
                  <a:pt x="4282452" y="3796588"/>
                </a:cubicBezTo>
                <a:cubicBezTo>
                  <a:pt x="4279575" y="3794901"/>
                  <a:pt x="4276351" y="3794058"/>
                  <a:pt x="4272779" y="3794058"/>
                </a:cubicBezTo>
                <a:close/>
                <a:moveTo>
                  <a:pt x="3787599" y="3794058"/>
                </a:moveTo>
                <a:cubicBezTo>
                  <a:pt x="3774204" y="3794058"/>
                  <a:pt x="3762769" y="3796216"/>
                  <a:pt x="3753294" y="3800532"/>
                </a:cubicBezTo>
                <a:cubicBezTo>
                  <a:pt x="3743819" y="3804848"/>
                  <a:pt x="3736650" y="3810627"/>
                  <a:pt x="3731789" y="3817870"/>
                </a:cubicBezTo>
                <a:cubicBezTo>
                  <a:pt x="3726927" y="3825113"/>
                  <a:pt x="3724496" y="3832803"/>
                  <a:pt x="3724496" y="3840939"/>
                </a:cubicBezTo>
                <a:cubicBezTo>
                  <a:pt x="3724496" y="3850067"/>
                  <a:pt x="3727125" y="3857756"/>
                  <a:pt x="3732384" y="3864007"/>
                </a:cubicBezTo>
                <a:cubicBezTo>
                  <a:pt x="3737642" y="3870258"/>
                  <a:pt x="3744662" y="3875293"/>
                  <a:pt x="3753443" y="3879113"/>
                </a:cubicBezTo>
                <a:cubicBezTo>
                  <a:pt x="3762224" y="3882933"/>
                  <a:pt x="3773609" y="3886579"/>
                  <a:pt x="3787599" y="3890052"/>
                </a:cubicBezTo>
                <a:cubicBezTo>
                  <a:pt x="3800001" y="3893028"/>
                  <a:pt x="3808906" y="3896154"/>
                  <a:pt x="3814314" y="3899428"/>
                </a:cubicBezTo>
                <a:cubicBezTo>
                  <a:pt x="3819721" y="3902702"/>
                  <a:pt x="3822425" y="3907911"/>
                  <a:pt x="3822425" y="3915055"/>
                </a:cubicBezTo>
                <a:cubicBezTo>
                  <a:pt x="3822425" y="3919718"/>
                  <a:pt x="3819820" y="3923861"/>
                  <a:pt x="3814611" y="3927482"/>
                </a:cubicBezTo>
                <a:cubicBezTo>
                  <a:pt x="3809402" y="3931104"/>
                  <a:pt x="3802730" y="3932914"/>
                  <a:pt x="3794594" y="3932914"/>
                </a:cubicBezTo>
                <a:cubicBezTo>
                  <a:pt x="3784573" y="3932914"/>
                  <a:pt x="3776661" y="3931128"/>
                  <a:pt x="3770856" y="3927557"/>
                </a:cubicBezTo>
                <a:cubicBezTo>
                  <a:pt x="3765052" y="3923985"/>
                  <a:pt x="3760066" y="3918577"/>
                  <a:pt x="3755899" y="3911334"/>
                </a:cubicBezTo>
                <a:cubicBezTo>
                  <a:pt x="3753815" y="3907564"/>
                  <a:pt x="3751633" y="3904637"/>
                  <a:pt x="3749350" y="3902553"/>
                </a:cubicBezTo>
                <a:cubicBezTo>
                  <a:pt x="3747068" y="3900470"/>
                  <a:pt x="3743794" y="3899428"/>
                  <a:pt x="3739527" y="3899428"/>
                </a:cubicBezTo>
                <a:cubicBezTo>
                  <a:pt x="3734666" y="3899428"/>
                  <a:pt x="3730648" y="3901015"/>
                  <a:pt x="3727472" y="3904191"/>
                </a:cubicBezTo>
                <a:cubicBezTo>
                  <a:pt x="3724298" y="3907365"/>
                  <a:pt x="3722710" y="3911185"/>
                  <a:pt x="3722710" y="3915650"/>
                </a:cubicBezTo>
                <a:cubicBezTo>
                  <a:pt x="3722710" y="3922397"/>
                  <a:pt x="3725191" y="3929119"/>
                  <a:pt x="3730151" y="3935816"/>
                </a:cubicBezTo>
                <a:cubicBezTo>
                  <a:pt x="3735112" y="3942514"/>
                  <a:pt x="3742802" y="3948095"/>
                  <a:pt x="3753220" y="3952560"/>
                </a:cubicBezTo>
                <a:cubicBezTo>
                  <a:pt x="3763638" y="3957024"/>
                  <a:pt x="3776139" y="3959257"/>
                  <a:pt x="3790724" y="3959257"/>
                </a:cubicBezTo>
                <a:cubicBezTo>
                  <a:pt x="3806004" y="3959257"/>
                  <a:pt x="3818977" y="3957198"/>
                  <a:pt x="3829643" y="3953081"/>
                </a:cubicBezTo>
                <a:cubicBezTo>
                  <a:pt x="3840309" y="3948963"/>
                  <a:pt x="3848371" y="3942911"/>
                  <a:pt x="3853827" y="3934924"/>
                </a:cubicBezTo>
                <a:cubicBezTo>
                  <a:pt x="3859285" y="3926936"/>
                  <a:pt x="3862013" y="3917337"/>
                  <a:pt x="3862013" y="3906125"/>
                </a:cubicBezTo>
                <a:cubicBezTo>
                  <a:pt x="3862013" y="3898684"/>
                  <a:pt x="3859955" y="3892061"/>
                  <a:pt x="3855837" y="3886257"/>
                </a:cubicBezTo>
                <a:cubicBezTo>
                  <a:pt x="3851719" y="3880452"/>
                  <a:pt x="3845667" y="3875417"/>
                  <a:pt x="3837680" y="3871151"/>
                </a:cubicBezTo>
                <a:cubicBezTo>
                  <a:pt x="3829693" y="3866884"/>
                  <a:pt x="3819399" y="3863213"/>
                  <a:pt x="3806798" y="3860137"/>
                </a:cubicBezTo>
                <a:cubicBezTo>
                  <a:pt x="3796181" y="3857558"/>
                  <a:pt x="3787847" y="3855375"/>
                  <a:pt x="3781795" y="3853589"/>
                </a:cubicBezTo>
                <a:cubicBezTo>
                  <a:pt x="3775742" y="3851803"/>
                  <a:pt x="3770930" y="3849546"/>
                  <a:pt x="3767359" y="3846817"/>
                </a:cubicBezTo>
                <a:cubicBezTo>
                  <a:pt x="3763786" y="3844089"/>
                  <a:pt x="3762001" y="3840591"/>
                  <a:pt x="3762001" y="3836325"/>
                </a:cubicBezTo>
                <a:cubicBezTo>
                  <a:pt x="3762001" y="3831662"/>
                  <a:pt x="3764431" y="3827767"/>
                  <a:pt x="3769293" y="3824642"/>
                </a:cubicBezTo>
                <a:cubicBezTo>
                  <a:pt x="3774155" y="3821516"/>
                  <a:pt x="3780257" y="3819954"/>
                  <a:pt x="3787599" y="3819954"/>
                </a:cubicBezTo>
                <a:cubicBezTo>
                  <a:pt x="3794743" y="3819954"/>
                  <a:pt x="3800398" y="3821144"/>
                  <a:pt x="3804565" y="3823526"/>
                </a:cubicBezTo>
                <a:cubicBezTo>
                  <a:pt x="3808733" y="3825907"/>
                  <a:pt x="3812354" y="3829082"/>
                  <a:pt x="3815430" y="3833051"/>
                </a:cubicBezTo>
                <a:cubicBezTo>
                  <a:pt x="3819201" y="3837813"/>
                  <a:pt x="3822549" y="3841385"/>
                  <a:pt x="3825476" y="3843766"/>
                </a:cubicBezTo>
                <a:cubicBezTo>
                  <a:pt x="3828403" y="3846148"/>
                  <a:pt x="3831950" y="3847338"/>
                  <a:pt x="3836117" y="3847338"/>
                </a:cubicBezTo>
                <a:cubicBezTo>
                  <a:pt x="3841872" y="3847338"/>
                  <a:pt x="3846312" y="3845850"/>
                  <a:pt x="3849437" y="3842873"/>
                </a:cubicBezTo>
                <a:cubicBezTo>
                  <a:pt x="3852562" y="3839897"/>
                  <a:pt x="3854125" y="3836077"/>
                  <a:pt x="3854125" y="3831414"/>
                </a:cubicBezTo>
                <a:cubicBezTo>
                  <a:pt x="3854125" y="3827147"/>
                  <a:pt x="3852662" y="3822782"/>
                  <a:pt x="3849735" y="3818317"/>
                </a:cubicBezTo>
                <a:cubicBezTo>
                  <a:pt x="3846808" y="3813852"/>
                  <a:pt x="3842541" y="3809784"/>
                  <a:pt x="3836936" y="3806113"/>
                </a:cubicBezTo>
                <a:cubicBezTo>
                  <a:pt x="3831329" y="3802442"/>
                  <a:pt x="3824335" y="3799515"/>
                  <a:pt x="3815951" y="3797332"/>
                </a:cubicBezTo>
                <a:cubicBezTo>
                  <a:pt x="3807567" y="3795149"/>
                  <a:pt x="3798116" y="3794058"/>
                  <a:pt x="3787599" y="3794058"/>
                </a:cubicBezTo>
                <a:close/>
                <a:moveTo>
                  <a:pt x="4667768" y="3793760"/>
                </a:moveTo>
                <a:cubicBezTo>
                  <a:pt x="4651794" y="3793760"/>
                  <a:pt x="4638449" y="3795943"/>
                  <a:pt x="4627734" y="3800308"/>
                </a:cubicBezTo>
                <a:cubicBezTo>
                  <a:pt x="4617018" y="3804674"/>
                  <a:pt x="4609130" y="3810230"/>
                  <a:pt x="4604070" y="3816977"/>
                </a:cubicBezTo>
                <a:cubicBezTo>
                  <a:pt x="4599010" y="3823724"/>
                  <a:pt x="4596480" y="3830669"/>
                  <a:pt x="4596480" y="3837813"/>
                </a:cubicBezTo>
                <a:cubicBezTo>
                  <a:pt x="4596480" y="3842377"/>
                  <a:pt x="4598142" y="3846123"/>
                  <a:pt x="4601466" y="3849050"/>
                </a:cubicBezTo>
                <a:cubicBezTo>
                  <a:pt x="4604790" y="3851977"/>
                  <a:pt x="4608733" y="3853440"/>
                  <a:pt x="4613297" y="3853440"/>
                </a:cubicBezTo>
                <a:cubicBezTo>
                  <a:pt x="4618358" y="3853440"/>
                  <a:pt x="4621657" y="3852522"/>
                  <a:pt x="4623195" y="3850687"/>
                </a:cubicBezTo>
                <a:cubicBezTo>
                  <a:pt x="4624732" y="3848851"/>
                  <a:pt x="4627362" y="3845056"/>
                  <a:pt x="4631082" y="3839301"/>
                </a:cubicBezTo>
                <a:cubicBezTo>
                  <a:pt x="4634803" y="3833547"/>
                  <a:pt x="4639268" y="3829231"/>
                  <a:pt x="4644477" y="3826353"/>
                </a:cubicBezTo>
                <a:cubicBezTo>
                  <a:pt x="4649686" y="3823476"/>
                  <a:pt x="4657450" y="3822037"/>
                  <a:pt x="4667768" y="3822037"/>
                </a:cubicBezTo>
                <a:cubicBezTo>
                  <a:pt x="4679774" y="3822037"/>
                  <a:pt x="4687687" y="3824543"/>
                  <a:pt x="4691506" y="3829553"/>
                </a:cubicBezTo>
                <a:cubicBezTo>
                  <a:pt x="4695326" y="3834564"/>
                  <a:pt x="4697484" y="3842427"/>
                  <a:pt x="4697981" y="3853142"/>
                </a:cubicBezTo>
                <a:cubicBezTo>
                  <a:pt x="4689448" y="3855623"/>
                  <a:pt x="4681536" y="3857731"/>
                  <a:pt x="4674243" y="3859468"/>
                </a:cubicBezTo>
                <a:cubicBezTo>
                  <a:pt x="4666950" y="3861204"/>
                  <a:pt x="4658194" y="3863114"/>
                  <a:pt x="4647974" y="3865198"/>
                </a:cubicBezTo>
                <a:cubicBezTo>
                  <a:pt x="4637755" y="3867281"/>
                  <a:pt x="4631356" y="3868621"/>
                  <a:pt x="4628776" y="3869216"/>
                </a:cubicBezTo>
                <a:cubicBezTo>
                  <a:pt x="4616473" y="3871895"/>
                  <a:pt x="4606799" y="3877153"/>
                  <a:pt x="4599754" y="3884992"/>
                </a:cubicBezTo>
                <a:cubicBezTo>
                  <a:pt x="4592710" y="3892830"/>
                  <a:pt x="4589188" y="3902305"/>
                  <a:pt x="4589188" y="3913418"/>
                </a:cubicBezTo>
                <a:cubicBezTo>
                  <a:pt x="4589188" y="3921653"/>
                  <a:pt x="4591321" y="3929293"/>
                  <a:pt x="4595587" y="3936337"/>
                </a:cubicBezTo>
                <a:cubicBezTo>
                  <a:pt x="4599853" y="3943382"/>
                  <a:pt x="4605931" y="3948963"/>
                  <a:pt x="4613819" y="3953081"/>
                </a:cubicBezTo>
                <a:cubicBezTo>
                  <a:pt x="4621707" y="3957198"/>
                  <a:pt x="4630860" y="3959257"/>
                  <a:pt x="4641277" y="3959257"/>
                </a:cubicBezTo>
                <a:cubicBezTo>
                  <a:pt x="4652687" y="3959257"/>
                  <a:pt x="4662981" y="3957347"/>
                  <a:pt x="4672159" y="3953527"/>
                </a:cubicBezTo>
                <a:cubicBezTo>
                  <a:pt x="4681337" y="3949707"/>
                  <a:pt x="4690837" y="3943977"/>
                  <a:pt x="4700660" y="3936337"/>
                </a:cubicBezTo>
                <a:cubicBezTo>
                  <a:pt x="4705224" y="3943779"/>
                  <a:pt x="4709540" y="3949459"/>
                  <a:pt x="4713608" y="3953378"/>
                </a:cubicBezTo>
                <a:cubicBezTo>
                  <a:pt x="4717675" y="3957297"/>
                  <a:pt x="4721794" y="3959257"/>
                  <a:pt x="4725961" y="3959257"/>
                </a:cubicBezTo>
                <a:cubicBezTo>
                  <a:pt x="4730921" y="3959257"/>
                  <a:pt x="4735361" y="3957545"/>
                  <a:pt x="4739281" y="3954122"/>
                </a:cubicBezTo>
                <a:cubicBezTo>
                  <a:pt x="4743199" y="3950699"/>
                  <a:pt x="4745159" y="3946904"/>
                  <a:pt x="4745159" y="3942737"/>
                </a:cubicBezTo>
                <a:cubicBezTo>
                  <a:pt x="4745159" y="3940356"/>
                  <a:pt x="4743894" y="3935023"/>
                  <a:pt x="4741364" y="3926738"/>
                </a:cubicBezTo>
                <a:cubicBezTo>
                  <a:pt x="4738834" y="3918453"/>
                  <a:pt x="4737569" y="3910491"/>
                  <a:pt x="4737569" y="3902851"/>
                </a:cubicBezTo>
                <a:cubicBezTo>
                  <a:pt x="4737669" y="3894715"/>
                  <a:pt x="4737742" y="3887323"/>
                  <a:pt x="4737793" y="3880676"/>
                </a:cubicBezTo>
                <a:cubicBezTo>
                  <a:pt x="4737842" y="3874028"/>
                  <a:pt x="4737866" y="3865942"/>
                  <a:pt x="4737866" y="3856417"/>
                </a:cubicBezTo>
                <a:cubicBezTo>
                  <a:pt x="4737866" y="3841335"/>
                  <a:pt x="4735759" y="3829231"/>
                  <a:pt x="4731541" y="3820103"/>
                </a:cubicBezTo>
                <a:cubicBezTo>
                  <a:pt x="4727325" y="3810974"/>
                  <a:pt x="4720106" y="3804302"/>
                  <a:pt x="4709887" y="3800085"/>
                </a:cubicBezTo>
                <a:cubicBezTo>
                  <a:pt x="4699668" y="3795868"/>
                  <a:pt x="4685628" y="3793760"/>
                  <a:pt x="4667768" y="3793760"/>
                </a:cubicBezTo>
                <a:close/>
                <a:moveTo>
                  <a:pt x="4143893" y="3793760"/>
                </a:moveTo>
                <a:cubicBezTo>
                  <a:pt x="4127919" y="3793760"/>
                  <a:pt x="4114575" y="3795943"/>
                  <a:pt x="4103859" y="3800308"/>
                </a:cubicBezTo>
                <a:cubicBezTo>
                  <a:pt x="4093143" y="3804674"/>
                  <a:pt x="4085255" y="3810230"/>
                  <a:pt x="4080195" y="3816977"/>
                </a:cubicBezTo>
                <a:cubicBezTo>
                  <a:pt x="4075135" y="3823724"/>
                  <a:pt x="4072605" y="3830669"/>
                  <a:pt x="4072605" y="3837813"/>
                </a:cubicBezTo>
                <a:cubicBezTo>
                  <a:pt x="4072605" y="3842377"/>
                  <a:pt x="4074267" y="3846123"/>
                  <a:pt x="4077591" y="3849050"/>
                </a:cubicBezTo>
                <a:cubicBezTo>
                  <a:pt x="4080914" y="3851977"/>
                  <a:pt x="4084858" y="3853440"/>
                  <a:pt x="4089422" y="3853440"/>
                </a:cubicBezTo>
                <a:cubicBezTo>
                  <a:pt x="4094483" y="3853440"/>
                  <a:pt x="4097782" y="3852522"/>
                  <a:pt x="4099320" y="3850687"/>
                </a:cubicBezTo>
                <a:cubicBezTo>
                  <a:pt x="4100857" y="3848851"/>
                  <a:pt x="4103487" y="3845056"/>
                  <a:pt x="4107207" y="3839301"/>
                </a:cubicBezTo>
                <a:cubicBezTo>
                  <a:pt x="4110929" y="3833547"/>
                  <a:pt x="4115393" y="3829231"/>
                  <a:pt x="4120602" y="3826353"/>
                </a:cubicBezTo>
                <a:cubicBezTo>
                  <a:pt x="4125811" y="3823476"/>
                  <a:pt x="4133575" y="3822037"/>
                  <a:pt x="4143893" y="3822037"/>
                </a:cubicBezTo>
                <a:cubicBezTo>
                  <a:pt x="4155899" y="3822037"/>
                  <a:pt x="4163812" y="3824543"/>
                  <a:pt x="4167632" y="3829553"/>
                </a:cubicBezTo>
                <a:cubicBezTo>
                  <a:pt x="4171451" y="3834564"/>
                  <a:pt x="4173610" y="3842427"/>
                  <a:pt x="4174106" y="3853142"/>
                </a:cubicBezTo>
                <a:cubicBezTo>
                  <a:pt x="4165573" y="3855623"/>
                  <a:pt x="4157660" y="3857731"/>
                  <a:pt x="4150368" y="3859468"/>
                </a:cubicBezTo>
                <a:cubicBezTo>
                  <a:pt x="4143075" y="3861204"/>
                  <a:pt x="4134319" y="3863114"/>
                  <a:pt x="4124099" y="3865198"/>
                </a:cubicBezTo>
                <a:cubicBezTo>
                  <a:pt x="4113880" y="3867281"/>
                  <a:pt x="4107481" y="3868621"/>
                  <a:pt x="4104901" y="3869216"/>
                </a:cubicBezTo>
                <a:cubicBezTo>
                  <a:pt x="4092598" y="3871895"/>
                  <a:pt x="4082924" y="3877153"/>
                  <a:pt x="4075879" y="3884992"/>
                </a:cubicBezTo>
                <a:cubicBezTo>
                  <a:pt x="4068834" y="3892830"/>
                  <a:pt x="4065313" y="3902305"/>
                  <a:pt x="4065313" y="3913418"/>
                </a:cubicBezTo>
                <a:cubicBezTo>
                  <a:pt x="4065313" y="3921653"/>
                  <a:pt x="4067446" y="3929293"/>
                  <a:pt x="4071712" y="3936337"/>
                </a:cubicBezTo>
                <a:cubicBezTo>
                  <a:pt x="4075978" y="3943382"/>
                  <a:pt x="4082055" y="3948963"/>
                  <a:pt x="4089944" y="3953081"/>
                </a:cubicBezTo>
                <a:cubicBezTo>
                  <a:pt x="4097832" y="3957198"/>
                  <a:pt x="4106984" y="3959257"/>
                  <a:pt x="4117402" y="3959257"/>
                </a:cubicBezTo>
                <a:cubicBezTo>
                  <a:pt x="4128813" y="3959257"/>
                  <a:pt x="4139106" y="3957347"/>
                  <a:pt x="4148284" y="3953527"/>
                </a:cubicBezTo>
                <a:cubicBezTo>
                  <a:pt x="4157462" y="3949707"/>
                  <a:pt x="4166962" y="3943977"/>
                  <a:pt x="4176785" y="3936337"/>
                </a:cubicBezTo>
                <a:cubicBezTo>
                  <a:pt x="4181349" y="3943779"/>
                  <a:pt x="4185665" y="3949459"/>
                  <a:pt x="4189732" y="3953378"/>
                </a:cubicBezTo>
                <a:cubicBezTo>
                  <a:pt x="4193801" y="3957297"/>
                  <a:pt x="4197918" y="3959257"/>
                  <a:pt x="4202085" y="3959257"/>
                </a:cubicBezTo>
                <a:cubicBezTo>
                  <a:pt x="4207046" y="3959257"/>
                  <a:pt x="4211486" y="3957545"/>
                  <a:pt x="4215406" y="3954122"/>
                </a:cubicBezTo>
                <a:cubicBezTo>
                  <a:pt x="4219325" y="3950699"/>
                  <a:pt x="4221284" y="3946904"/>
                  <a:pt x="4221284" y="3942737"/>
                </a:cubicBezTo>
                <a:cubicBezTo>
                  <a:pt x="4221284" y="3940356"/>
                  <a:pt x="4220019" y="3935023"/>
                  <a:pt x="4217489" y="3926738"/>
                </a:cubicBezTo>
                <a:cubicBezTo>
                  <a:pt x="4214959" y="3918453"/>
                  <a:pt x="4213694" y="3910491"/>
                  <a:pt x="4213694" y="3902851"/>
                </a:cubicBezTo>
                <a:cubicBezTo>
                  <a:pt x="4213793" y="3894715"/>
                  <a:pt x="4213868" y="3887323"/>
                  <a:pt x="4213918" y="3880676"/>
                </a:cubicBezTo>
                <a:cubicBezTo>
                  <a:pt x="4213967" y="3874028"/>
                  <a:pt x="4213992" y="3865942"/>
                  <a:pt x="4213992" y="3856417"/>
                </a:cubicBezTo>
                <a:cubicBezTo>
                  <a:pt x="4213992" y="3841335"/>
                  <a:pt x="4211883" y="3829231"/>
                  <a:pt x="4207666" y="3820103"/>
                </a:cubicBezTo>
                <a:cubicBezTo>
                  <a:pt x="4203450" y="3810974"/>
                  <a:pt x="4196231" y="3804302"/>
                  <a:pt x="4186012" y="3800085"/>
                </a:cubicBezTo>
                <a:cubicBezTo>
                  <a:pt x="4175793" y="3795868"/>
                  <a:pt x="4161753" y="3793760"/>
                  <a:pt x="4143893" y="3793760"/>
                </a:cubicBezTo>
                <a:close/>
                <a:moveTo>
                  <a:pt x="3966639" y="3793760"/>
                </a:moveTo>
                <a:cubicBezTo>
                  <a:pt x="3949673" y="3793760"/>
                  <a:pt x="3935088" y="3797258"/>
                  <a:pt x="3922884" y="3804252"/>
                </a:cubicBezTo>
                <a:cubicBezTo>
                  <a:pt x="3910680" y="3811247"/>
                  <a:pt x="3901354" y="3821144"/>
                  <a:pt x="3894904" y="3833944"/>
                </a:cubicBezTo>
                <a:cubicBezTo>
                  <a:pt x="3888455" y="3846743"/>
                  <a:pt x="3885230" y="3861477"/>
                  <a:pt x="3885230" y="3878146"/>
                </a:cubicBezTo>
                <a:cubicBezTo>
                  <a:pt x="3885230" y="3902752"/>
                  <a:pt x="3892275" y="3922372"/>
                  <a:pt x="3906364" y="3937007"/>
                </a:cubicBezTo>
                <a:cubicBezTo>
                  <a:pt x="3920453" y="3951642"/>
                  <a:pt x="3940049" y="3958959"/>
                  <a:pt x="3965151" y="3958959"/>
                </a:cubicBezTo>
                <a:cubicBezTo>
                  <a:pt x="3976958" y="3958959"/>
                  <a:pt x="3987574" y="3957372"/>
                  <a:pt x="3997001" y="3954197"/>
                </a:cubicBezTo>
                <a:cubicBezTo>
                  <a:pt x="4006426" y="3951022"/>
                  <a:pt x="4014239" y="3946830"/>
                  <a:pt x="4020441" y="3941621"/>
                </a:cubicBezTo>
                <a:cubicBezTo>
                  <a:pt x="4026642" y="3936412"/>
                  <a:pt x="4031256" y="3930930"/>
                  <a:pt x="4034282" y="3925175"/>
                </a:cubicBezTo>
                <a:cubicBezTo>
                  <a:pt x="4037308" y="3919421"/>
                  <a:pt x="4038821" y="3914013"/>
                  <a:pt x="4038821" y="3908953"/>
                </a:cubicBezTo>
                <a:cubicBezTo>
                  <a:pt x="4038821" y="3904687"/>
                  <a:pt x="4037184" y="3900668"/>
                  <a:pt x="4033910" y="3896898"/>
                </a:cubicBezTo>
                <a:cubicBezTo>
                  <a:pt x="4030636" y="3893128"/>
                  <a:pt x="4026518" y="3891242"/>
                  <a:pt x="4021557" y="3891242"/>
                </a:cubicBezTo>
                <a:cubicBezTo>
                  <a:pt x="4017389" y="3891242"/>
                  <a:pt x="4013867" y="3892532"/>
                  <a:pt x="4010990" y="3895112"/>
                </a:cubicBezTo>
                <a:cubicBezTo>
                  <a:pt x="4008113" y="3897692"/>
                  <a:pt x="4005434" y="3901264"/>
                  <a:pt x="4002954" y="3905828"/>
                </a:cubicBezTo>
                <a:cubicBezTo>
                  <a:pt x="3998489" y="3913567"/>
                  <a:pt x="3993354" y="3919321"/>
                  <a:pt x="3987550" y="3923092"/>
                </a:cubicBezTo>
                <a:cubicBezTo>
                  <a:pt x="3981746" y="3926862"/>
                  <a:pt x="3974775" y="3928747"/>
                  <a:pt x="3966639" y="3928747"/>
                </a:cubicBezTo>
                <a:cubicBezTo>
                  <a:pt x="3960587" y="3928747"/>
                  <a:pt x="3955031" y="3927581"/>
                  <a:pt x="3949970" y="3925250"/>
                </a:cubicBezTo>
                <a:cubicBezTo>
                  <a:pt x="3944910" y="3922918"/>
                  <a:pt x="3940595" y="3919495"/>
                  <a:pt x="3937022" y="3914981"/>
                </a:cubicBezTo>
                <a:cubicBezTo>
                  <a:pt x="3933451" y="3910466"/>
                  <a:pt x="3930722" y="3905009"/>
                  <a:pt x="3928837" y="3898609"/>
                </a:cubicBezTo>
                <a:cubicBezTo>
                  <a:pt x="3926952" y="3892210"/>
                  <a:pt x="3926010" y="3885190"/>
                  <a:pt x="3926010" y="3877550"/>
                </a:cubicBezTo>
                <a:cubicBezTo>
                  <a:pt x="3926010" y="3861278"/>
                  <a:pt x="3929680" y="3848454"/>
                  <a:pt x="3937022" y="3839078"/>
                </a:cubicBezTo>
                <a:cubicBezTo>
                  <a:pt x="3944365" y="3829702"/>
                  <a:pt x="3954039" y="3825014"/>
                  <a:pt x="3966044" y="3825014"/>
                </a:cubicBezTo>
                <a:cubicBezTo>
                  <a:pt x="3974378" y="3825014"/>
                  <a:pt x="3981250" y="3826899"/>
                  <a:pt x="3986657" y="3830669"/>
                </a:cubicBezTo>
                <a:cubicBezTo>
                  <a:pt x="3992064" y="3834440"/>
                  <a:pt x="3997248" y="3840095"/>
                  <a:pt x="4002210" y="3847636"/>
                </a:cubicBezTo>
                <a:cubicBezTo>
                  <a:pt x="4004987" y="3851505"/>
                  <a:pt x="4007493" y="3854308"/>
                  <a:pt x="4009725" y="3856045"/>
                </a:cubicBezTo>
                <a:cubicBezTo>
                  <a:pt x="4011958" y="3857781"/>
                  <a:pt x="4014760" y="3858649"/>
                  <a:pt x="4018134" y="3858649"/>
                </a:cubicBezTo>
                <a:cubicBezTo>
                  <a:pt x="4023293" y="3858649"/>
                  <a:pt x="4027684" y="3856962"/>
                  <a:pt x="4031305" y="3853589"/>
                </a:cubicBezTo>
                <a:cubicBezTo>
                  <a:pt x="4034927" y="3850215"/>
                  <a:pt x="4036737" y="3846098"/>
                  <a:pt x="4036737" y="3841236"/>
                </a:cubicBezTo>
                <a:cubicBezTo>
                  <a:pt x="4036737" y="3836474"/>
                  <a:pt x="4035125" y="3831339"/>
                  <a:pt x="4031900" y="3825833"/>
                </a:cubicBezTo>
                <a:cubicBezTo>
                  <a:pt x="4028676" y="3820326"/>
                  <a:pt x="4024012" y="3815142"/>
                  <a:pt x="4017911" y="3810280"/>
                </a:cubicBezTo>
                <a:cubicBezTo>
                  <a:pt x="4011809" y="3805418"/>
                  <a:pt x="4004367" y="3801449"/>
                  <a:pt x="3995586" y="3798374"/>
                </a:cubicBezTo>
                <a:cubicBezTo>
                  <a:pt x="3986806" y="3795298"/>
                  <a:pt x="3977157" y="3793760"/>
                  <a:pt x="3966639" y="3793760"/>
                </a:cubicBezTo>
                <a:close/>
                <a:moveTo>
                  <a:pt x="3622251" y="3793760"/>
                </a:moveTo>
                <a:cubicBezTo>
                  <a:pt x="3610047" y="3793760"/>
                  <a:pt x="3598935" y="3795720"/>
                  <a:pt x="3588913" y="3799639"/>
                </a:cubicBezTo>
                <a:cubicBezTo>
                  <a:pt x="3578892" y="3803558"/>
                  <a:pt x="3570459" y="3809189"/>
                  <a:pt x="3563613" y="3816531"/>
                </a:cubicBezTo>
                <a:cubicBezTo>
                  <a:pt x="3556767" y="3823873"/>
                  <a:pt x="3551558" y="3832679"/>
                  <a:pt x="3547986" y="3842948"/>
                </a:cubicBezTo>
                <a:cubicBezTo>
                  <a:pt x="3544414" y="3853217"/>
                  <a:pt x="3542628" y="3864354"/>
                  <a:pt x="3542628" y="3876360"/>
                </a:cubicBezTo>
                <a:cubicBezTo>
                  <a:pt x="3542628" y="3901859"/>
                  <a:pt x="3549871" y="3922050"/>
                  <a:pt x="3564357" y="3936933"/>
                </a:cubicBezTo>
                <a:cubicBezTo>
                  <a:pt x="3578843" y="3951816"/>
                  <a:pt x="3599133" y="3959257"/>
                  <a:pt x="3625228" y="3959257"/>
                </a:cubicBezTo>
                <a:cubicBezTo>
                  <a:pt x="3636638" y="3959257"/>
                  <a:pt x="3646734" y="3957769"/>
                  <a:pt x="3655514" y="3954792"/>
                </a:cubicBezTo>
                <a:cubicBezTo>
                  <a:pt x="3664295" y="3951816"/>
                  <a:pt x="3671587" y="3948070"/>
                  <a:pt x="3677392" y="3943556"/>
                </a:cubicBezTo>
                <a:cubicBezTo>
                  <a:pt x="3683196" y="3939041"/>
                  <a:pt x="3687537" y="3934328"/>
                  <a:pt x="3690415" y="3929417"/>
                </a:cubicBezTo>
                <a:cubicBezTo>
                  <a:pt x="3693292" y="3924506"/>
                  <a:pt x="3694730" y="3920214"/>
                  <a:pt x="3694730" y="3916543"/>
                </a:cubicBezTo>
                <a:cubicBezTo>
                  <a:pt x="3694730" y="3912376"/>
                  <a:pt x="3693441" y="3909151"/>
                  <a:pt x="3690861" y="3906869"/>
                </a:cubicBezTo>
                <a:cubicBezTo>
                  <a:pt x="3688281" y="3904587"/>
                  <a:pt x="3684907" y="3903446"/>
                  <a:pt x="3680741" y="3903446"/>
                </a:cubicBezTo>
                <a:cubicBezTo>
                  <a:pt x="3676871" y="3903446"/>
                  <a:pt x="3673894" y="3904339"/>
                  <a:pt x="3671810" y="3906125"/>
                </a:cubicBezTo>
                <a:cubicBezTo>
                  <a:pt x="3666751" y="3910888"/>
                  <a:pt x="3662633" y="3914658"/>
                  <a:pt x="3659458" y="3917436"/>
                </a:cubicBezTo>
                <a:cubicBezTo>
                  <a:pt x="3656283" y="3920214"/>
                  <a:pt x="3652810" y="3922819"/>
                  <a:pt x="3649041" y="3925250"/>
                </a:cubicBezTo>
                <a:cubicBezTo>
                  <a:pt x="3645270" y="3927681"/>
                  <a:pt x="3641375" y="3929466"/>
                  <a:pt x="3637357" y="3930608"/>
                </a:cubicBezTo>
                <a:cubicBezTo>
                  <a:pt x="3633339" y="3931748"/>
                  <a:pt x="3628899" y="3932319"/>
                  <a:pt x="3624037" y="3932319"/>
                </a:cubicBezTo>
                <a:cubicBezTo>
                  <a:pt x="3616794" y="3932319"/>
                  <a:pt x="3610172" y="3930533"/>
                  <a:pt x="3604169" y="3926961"/>
                </a:cubicBezTo>
                <a:cubicBezTo>
                  <a:pt x="3598166" y="3923389"/>
                  <a:pt x="3593354" y="3918081"/>
                  <a:pt x="3589732" y="3911037"/>
                </a:cubicBezTo>
                <a:cubicBezTo>
                  <a:pt x="3586111" y="3903992"/>
                  <a:pt x="3584250" y="3895856"/>
                  <a:pt x="3584151" y="3886629"/>
                </a:cubicBezTo>
                <a:lnTo>
                  <a:pt x="3663625" y="3886629"/>
                </a:lnTo>
                <a:cubicBezTo>
                  <a:pt x="3674242" y="3886629"/>
                  <a:pt x="3682477" y="3885116"/>
                  <a:pt x="3688331" y="3882090"/>
                </a:cubicBezTo>
                <a:cubicBezTo>
                  <a:pt x="3694185" y="3879063"/>
                  <a:pt x="3697112" y="3872440"/>
                  <a:pt x="3697112" y="3862221"/>
                </a:cubicBezTo>
                <a:cubicBezTo>
                  <a:pt x="3697112" y="3851208"/>
                  <a:pt x="3694284" y="3840393"/>
                  <a:pt x="3688629" y="3829776"/>
                </a:cubicBezTo>
                <a:cubicBezTo>
                  <a:pt x="3682973" y="3819160"/>
                  <a:pt x="3674465" y="3810503"/>
                  <a:pt x="3663105" y="3803806"/>
                </a:cubicBezTo>
                <a:cubicBezTo>
                  <a:pt x="3651744" y="3797109"/>
                  <a:pt x="3638126" y="3793760"/>
                  <a:pt x="3622251" y="3793760"/>
                </a:cubicBezTo>
                <a:close/>
                <a:moveTo>
                  <a:pt x="3490241" y="3733633"/>
                </a:moveTo>
                <a:cubicBezTo>
                  <a:pt x="3484089" y="3733633"/>
                  <a:pt x="3479351" y="3735767"/>
                  <a:pt x="3476028" y="3740033"/>
                </a:cubicBezTo>
                <a:cubicBezTo>
                  <a:pt x="3472704" y="3744299"/>
                  <a:pt x="3471041" y="3750600"/>
                  <a:pt x="3471041" y="3758934"/>
                </a:cubicBezTo>
                <a:lnTo>
                  <a:pt x="3471041" y="3818912"/>
                </a:lnTo>
                <a:cubicBezTo>
                  <a:pt x="3463402" y="3810578"/>
                  <a:pt x="3455564" y="3804401"/>
                  <a:pt x="3447527" y="3800383"/>
                </a:cubicBezTo>
                <a:cubicBezTo>
                  <a:pt x="3439490" y="3796365"/>
                  <a:pt x="3429618" y="3794355"/>
                  <a:pt x="3417910" y="3794355"/>
                </a:cubicBezTo>
                <a:cubicBezTo>
                  <a:pt x="3397670" y="3794355"/>
                  <a:pt x="3381348" y="3801449"/>
                  <a:pt x="3368946" y="3815638"/>
                </a:cubicBezTo>
                <a:cubicBezTo>
                  <a:pt x="3356543" y="3829826"/>
                  <a:pt x="3350342" y="3849620"/>
                  <a:pt x="3350342" y="3875020"/>
                </a:cubicBezTo>
                <a:cubicBezTo>
                  <a:pt x="3350342" y="3887026"/>
                  <a:pt x="3351905" y="3898188"/>
                  <a:pt x="3355030" y="3908507"/>
                </a:cubicBezTo>
                <a:cubicBezTo>
                  <a:pt x="3358155" y="3918825"/>
                  <a:pt x="3362744" y="3927804"/>
                  <a:pt x="3368797" y="3935444"/>
                </a:cubicBezTo>
                <a:cubicBezTo>
                  <a:pt x="3374849" y="3943084"/>
                  <a:pt x="3382018" y="3948963"/>
                  <a:pt x="3390302" y="3953081"/>
                </a:cubicBezTo>
                <a:cubicBezTo>
                  <a:pt x="3398587" y="3957198"/>
                  <a:pt x="3407591" y="3959257"/>
                  <a:pt x="3417315" y="3959257"/>
                </a:cubicBezTo>
                <a:cubicBezTo>
                  <a:pt x="3424657" y="3959257"/>
                  <a:pt x="3431428" y="3958240"/>
                  <a:pt x="3437630" y="3956206"/>
                </a:cubicBezTo>
                <a:cubicBezTo>
                  <a:pt x="3443831" y="3954172"/>
                  <a:pt x="3449586" y="3951195"/>
                  <a:pt x="3454894" y="3947276"/>
                </a:cubicBezTo>
                <a:cubicBezTo>
                  <a:pt x="3460202" y="3943357"/>
                  <a:pt x="3465585" y="3938272"/>
                  <a:pt x="3471041" y="3932021"/>
                </a:cubicBezTo>
                <a:lnTo>
                  <a:pt x="3471041" y="3936040"/>
                </a:lnTo>
                <a:cubicBezTo>
                  <a:pt x="3471041" y="3943481"/>
                  <a:pt x="3472852" y="3949211"/>
                  <a:pt x="3476474" y="3953229"/>
                </a:cubicBezTo>
                <a:cubicBezTo>
                  <a:pt x="3480095" y="3957248"/>
                  <a:pt x="3484685" y="3959257"/>
                  <a:pt x="3490241" y="3959257"/>
                </a:cubicBezTo>
                <a:cubicBezTo>
                  <a:pt x="3495896" y="3959257"/>
                  <a:pt x="3500510" y="3957322"/>
                  <a:pt x="3504082" y="3953453"/>
                </a:cubicBezTo>
                <a:cubicBezTo>
                  <a:pt x="3507653" y="3949583"/>
                  <a:pt x="3509439" y="3943779"/>
                  <a:pt x="3509439" y="3936040"/>
                </a:cubicBezTo>
                <a:lnTo>
                  <a:pt x="3509439" y="3756851"/>
                </a:lnTo>
                <a:cubicBezTo>
                  <a:pt x="3509439" y="3749211"/>
                  <a:pt x="3507777" y="3743431"/>
                  <a:pt x="3504454" y="3739512"/>
                </a:cubicBezTo>
                <a:cubicBezTo>
                  <a:pt x="3501130" y="3735593"/>
                  <a:pt x="3496392" y="3733633"/>
                  <a:pt x="3490241" y="3733633"/>
                </a:cubicBezTo>
                <a:close/>
                <a:moveTo>
                  <a:pt x="8358706" y="3542985"/>
                </a:moveTo>
                <a:cubicBezTo>
                  <a:pt x="8352356" y="3542985"/>
                  <a:pt x="8346849" y="3545118"/>
                  <a:pt x="8342186" y="3549384"/>
                </a:cubicBezTo>
                <a:cubicBezTo>
                  <a:pt x="8337523" y="3553651"/>
                  <a:pt x="8335191" y="3558909"/>
                  <a:pt x="8335191" y="3565160"/>
                </a:cubicBezTo>
                <a:cubicBezTo>
                  <a:pt x="8335191" y="3572403"/>
                  <a:pt x="8337572" y="3578034"/>
                  <a:pt x="8342335" y="3582052"/>
                </a:cubicBezTo>
                <a:cubicBezTo>
                  <a:pt x="8347097" y="3586070"/>
                  <a:pt x="8352753" y="3588079"/>
                  <a:pt x="8359301" y="3588079"/>
                </a:cubicBezTo>
                <a:cubicBezTo>
                  <a:pt x="8359301" y="3597803"/>
                  <a:pt x="8353497" y="3605889"/>
                  <a:pt x="8341888" y="3612338"/>
                </a:cubicBezTo>
                <a:cubicBezTo>
                  <a:pt x="8337820" y="3614819"/>
                  <a:pt x="8335786" y="3618093"/>
                  <a:pt x="8335786" y="3622161"/>
                </a:cubicBezTo>
                <a:cubicBezTo>
                  <a:pt x="8335786" y="3624840"/>
                  <a:pt x="8336754" y="3627196"/>
                  <a:pt x="8338688" y="3629230"/>
                </a:cubicBezTo>
                <a:cubicBezTo>
                  <a:pt x="8340623" y="3631264"/>
                  <a:pt x="8343129" y="3632281"/>
                  <a:pt x="8346204" y="3632281"/>
                </a:cubicBezTo>
                <a:cubicBezTo>
                  <a:pt x="8351066" y="3632281"/>
                  <a:pt x="8356498" y="3629776"/>
                  <a:pt x="8362501" y="3624766"/>
                </a:cubicBezTo>
                <a:cubicBezTo>
                  <a:pt x="8368504" y="3619755"/>
                  <a:pt x="8373588" y="3612959"/>
                  <a:pt x="8377756" y="3604376"/>
                </a:cubicBezTo>
                <a:cubicBezTo>
                  <a:pt x="8381923" y="3595794"/>
                  <a:pt x="8384006" y="3586591"/>
                  <a:pt x="8384006" y="3576769"/>
                </a:cubicBezTo>
                <a:cubicBezTo>
                  <a:pt x="8384006" y="3569426"/>
                  <a:pt x="8382915" y="3563250"/>
                  <a:pt x="8380732" y="3558239"/>
                </a:cubicBezTo>
                <a:cubicBezTo>
                  <a:pt x="8378550" y="3553229"/>
                  <a:pt x="8375523" y="3549434"/>
                  <a:pt x="8371654" y="3546854"/>
                </a:cubicBezTo>
                <a:cubicBezTo>
                  <a:pt x="8367784" y="3544274"/>
                  <a:pt x="8363468" y="3542985"/>
                  <a:pt x="8358706" y="3542985"/>
                </a:cubicBezTo>
                <a:close/>
                <a:moveTo>
                  <a:pt x="8155555" y="3506075"/>
                </a:moveTo>
                <a:lnTo>
                  <a:pt x="8155555" y="3511879"/>
                </a:lnTo>
                <a:cubicBezTo>
                  <a:pt x="8155555" y="3525969"/>
                  <a:pt x="8153720" y="3536089"/>
                  <a:pt x="8150049" y="3542240"/>
                </a:cubicBezTo>
                <a:cubicBezTo>
                  <a:pt x="8146874" y="3547797"/>
                  <a:pt x="8141888" y="3552336"/>
                  <a:pt x="8135091" y="3555858"/>
                </a:cubicBezTo>
                <a:cubicBezTo>
                  <a:pt x="8128295" y="3559380"/>
                  <a:pt x="8120879" y="3561142"/>
                  <a:pt x="8112842" y="3561142"/>
                </a:cubicBezTo>
                <a:cubicBezTo>
                  <a:pt x="8105301" y="3561142"/>
                  <a:pt x="8099199" y="3558984"/>
                  <a:pt x="8094536" y="3554668"/>
                </a:cubicBezTo>
                <a:cubicBezTo>
                  <a:pt x="8089873" y="3550352"/>
                  <a:pt x="8087541" y="3545118"/>
                  <a:pt x="8087541" y="3538966"/>
                </a:cubicBezTo>
                <a:cubicBezTo>
                  <a:pt x="8087541" y="3533013"/>
                  <a:pt x="8089525" y="3528375"/>
                  <a:pt x="8093494" y="3525051"/>
                </a:cubicBezTo>
                <a:cubicBezTo>
                  <a:pt x="8097463" y="3521727"/>
                  <a:pt x="8101630" y="3519494"/>
                  <a:pt x="8105996" y="3518354"/>
                </a:cubicBezTo>
                <a:cubicBezTo>
                  <a:pt x="8110361" y="3517212"/>
                  <a:pt x="8118224" y="3515427"/>
                  <a:pt x="8129585" y="3512996"/>
                </a:cubicBezTo>
                <a:cubicBezTo>
                  <a:pt x="8140946" y="3510565"/>
                  <a:pt x="8149602" y="3508258"/>
                  <a:pt x="8155555" y="3506075"/>
                </a:cubicBezTo>
                <a:close/>
                <a:moveTo>
                  <a:pt x="7812656" y="3506075"/>
                </a:moveTo>
                <a:lnTo>
                  <a:pt x="7812656" y="3511879"/>
                </a:lnTo>
                <a:cubicBezTo>
                  <a:pt x="7812656" y="3525969"/>
                  <a:pt x="7810820" y="3536089"/>
                  <a:pt x="7807149" y="3542240"/>
                </a:cubicBezTo>
                <a:cubicBezTo>
                  <a:pt x="7803974" y="3547797"/>
                  <a:pt x="7798988" y="3552336"/>
                  <a:pt x="7792192" y="3555858"/>
                </a:cubicBezTo>
                <a:cubicBezTo>
                  <a:pt x="7785395" y="3559380"/>
                  <a:pt x="7777979" y="3561142"/>
                  <a:pt x="7769942" y="3561142"/>
                </a:cubicBezTo>
                <a:cubicBezTo>
                  <a:pt x="7762401" y="3561142"/>
                  <a:pt x="7756299" y="3558984"/>
                  <a:pt x="7751636" y="3554668"/>
                </a:cubicBezTo>
                <a:cubicBezTo>
                  <a:pt x="7746973" y="3550352"/>
                  <a:pt x="7744641" y="3545118"/>
                  <a:pt x="7744641" y="3538966"/>
                </a:cubicBezTo>
                <a:cubicBezTo>
                  <a:pt x="7744641" y="3533013"/>
                  <a:pt x="7746626" y="3528375"/>
                  <a:pt x="7750594" y="3525051"/>
                </a:cubicBezTo>
                <a:cubicBezTo>
                  <a:pt x="7754563" y="3521727"/>
                  <a:pt x="7758730" y="3519494"/>
                  <a:pt x="7763096" y="3518354"/>
                </a:cubicBezTo>
                <a:cubicBezTo>
                  <a:pt x="7767462" y="3517212"/>
                  <a:pt x="7775324" y="3515427"/>
                  <a:pt x="7786685" y="3512996"/>
                </a:cubicBezTo>
                <a:cubicBezTo>
                  <a:pt x="7798045" y="3510565"/>
                  <a:pt x="7806702" y="3508258"/>
                  <a:pt x="7812656" y="3506075"/>
                </a:cubicBezTo>
                <a:close/>
                <a:moveTo>
                  <a:pt x="7126855" y="3506075"/>
                </a:moveTo>
                <a:lnTo>
                  <a:pt x="7126855" y="3511879"/>
                </a:lnTo>
                <a:cubicBezTo>
                  <a:pt x="7126855" y="3525969"/>
                  <a:pt x="7125020" y="3536089"/>
                  <a:pt x="7121349" y="3542240"/>
                </a:cubicBezTo>
                <a:cubicBezTo>
                  <a:pt x="7118174" y="3547797"/>
                  <a:pt x="7113188" y="3552336"/>
                  <a:pt x="7106392" y="3555858"/>
                </a:cubicBezTo>
                <a:cubicBezTo>
                  <a:pt x="7099595" y="3559380"/>
                  <a:pt x="7092178" y="3561142"/>
                  <a:pt x="7084142" y="3561142"/>
                </a:cubicBezTo>
                <a:cubicBezTo>
                  <a:pt x="7076601" y="3561142"/>
                  <a:pt x="7070499" y="3558984"/>
                  <a:pt x="7065836" y="3554668"/>
                </a:cubicBezTo>
                <a:cubicBezTo>
                  <a:pt x="7061173" y="3550352"/>
                  <a:pt x="7058841" y="3545118"/>
                  <a:pt x="7058841" y="3538966"/>
                </a:cubicBezTo>
                <a:cubicBezTo>
                  <a:pt x="7058841" y="3533013"/>
                  <a:pt x="7060825" y="3528375"/>
                  <a:pt x="7064794" y="3525051"/>
                </a:cubicBezTo>
                <a:cubicBezTo>
                  <a:pt x="7068763" y="3521727"/>
                  <a:pt x="7072930" y="3519494"/>
                  <a:pt x="7077296" y="3518354"/>
                </a:cubicBezTo>
                <a:cubicBezTo>
                  <a:pt x="7081661" y="3517212"/>
                  <a:pt x="7089524" y="3515427"/>
                  <a:pt x="7100885" y="3512996"/>
                </a:cubicBezTo>
                <a:cubicBezTo>
                  <a:pt x="7112245" y="3510565"/>
                  <a:pt x="7120902" y="3508258"/>
                  <a:pt x="7126855" y="3506075"/>
                </a:cubicBezTo>
                <a:close/>
                <a:moveTo>
                  <a:pt x="6822055" y="3506075"/>
                </a:moveTo>
                <a:lnTo>
                  <a:pt x="6822055" y="3511879"/>
                </a:lnTo>
                <a:cubicBezTo>
                  <a:pt x="6822055" y="3525969"/>
                  <a:pt x="6820220" y="3536089"/>
                  <a:pt x="6816549" y="3542240"/>
                </a:cubicBezTo>
                <a:cubicBezTo>
                  <a:pt x="6813374" y="3547797"/>
                  <a:pt x="6808388" y="3552336"/>
                  <a:pt x="6801592" y="3555858"/>
                </a:cubicBezTo>
                <a:cubicBezTo>
                  <a:pt x="6794795" y="3559380"/>
                  <a:pt x="6787378" y="3561142"/>
                  <a:pt x="6779342" y="3561142"/>
                </a:cubicBezTo>
                <a:cubicBezTo>
                  <a:pt x="6771801" y="3561142"/>
                  <a:pt x="6765699" y="3558984"/>
                  <a:pt x="6761036" y="3554668"/>
                </a:cubicBezTo>
                <a:cubicBezTo>
                  <a:pt x="6756373" y="3550352"/>
                  <a:pt x="6754041" y="3545118"/>
                  <a:pt x="6754041" y="3538966"/>
                </a:cubicBezTo>
                <a:cubicBezTo>
                  <a:pt x="6754041" y="3533013"/>
                  <a:pt x="6756025" y="3528375"/>
                  <a:pt x="6759994" y="3525051"/>
                </a:cubicBezTo>
                <a:cubicBezTo>
                  <a:pt x="6763963" y="3521727"/>
                  <a:pt x="6768130" y="3519494"/>
                  <a:pt x="6772496" y="3518354"/>
                </a:cubicBezTo>
                <a:cubicBezTo>
                  <a:pt x="6776861" y="3517212"/>
                  <a:pt x="6784724" y="3515427"/>
                  <a:pt x="6796085" y="3512996"/>
                </a:cubicBezTo>
                <a:cubicBezTo>
                  <a:pt x="6807445" y="3510565"/>
                  <a:pt x="6816102" y="3508258"/>
                  <a:pt x="6822055" y="3506075"/>
                </a:cubicBezTo>
                <a:close/>
                <a:moveTo>
                  <a:pt x="5545705" y="3506075"/>
                </a:moveTo>
                <a:lnTo>
                  <a:pt x="5545705" y="3511879"/>
                </a:lnTo>
                <a:cubicBezTo>
                  <a:pt x="5545705" y="3525969"/>
                  <a:pt x="5543870" y="3536089"/>
                  <a:pt x="5540199" y="3542240"/>
                </a:cubicBezTo>
                <a:cubicBezTo>
                  <a:pt x="5537024" y="3547797"/>
                  <a:pt x="5532038" y="3552336"/>
                  <a:pt x="5525242" y="3555858"/>
                </a:cubicBezTo>
                <a:cubicBezTo>
                  <a:pt x="5518445" y="3559380"/>
                  <a:pt x="5511028" y="3561142"/>
                  <a:pt x="5502992" y="3561142"/>
                </a:cubicBezTo>
                <a:cubicBezTo>
                  <a:pt x="5495452" y="3561142"/>
                  <a:pt x="5489349" y="3558984"/>
                  <a:pt x="5484686" y="3554668"/>
                </a:cubicBezTo>
                <a:cubicBezTo>
                  <a:pt x="5480023" y="3550352"/>
                  <a:pt x="5477691" y="3545118"/>
                  <a:pt x="5477691" y="3538966"/>
                </a:cubicBezTo>
                <a:cubicBezTo>
                  <a:pt x="5477691" y="3533013"/>
                  <a:pt x="5479675" y="3528375"/>
                  <a:pt x="5483645" y="3525051"/>
                </a:cubicBezTo>
                <a:cubicBezTo>
                  <a:pt x="5487613" y="3521727"/>
                  <a:pt x="5491780" y="3519494"/>
                  <a:pt x="5496146" y="3518354"/>
                </a:cubicBezTo>
                <a:cubicBezTo>
                  <a:pt x="5500511" y="3517212"/>
                  <a:pt x="5508374" y="3515427"/>
                  <a:pt x="5519736" y="3512996"/>
                </a:cubicBezTo>
                <a:cubicBezTo>
                  <a:pt x="5531095" y="3510565"/>
                  <a:pt x="5539752" y="3508258"/>
                  <a:pt x="5545705" y="3506075"/>
                </a:cubicBezTo>
                <a:close/>
                <a:moveTo>
                  <a:pt x="9620768" y="3452944"/>
                </a:moveTo>
                <a:cubicBezTo>
                  <a:pt x="9627913" y="3452944"/>
                  <a:pt x="9634485" y="3455002"/>
                  <a:pt x="9640488" y="3459120"/>
                </a:cubicBezTo>
                <a:cubicBezTo>
                  <a:pt x="9646491" y="3463237"/>
                  <a:pt x="9651253" y="3469191"/>
                  <a:pt x="9654775" y="3476979"/>
                </a:cubicBezTo>
                <a:cubicBezTo>
                  <a:pt x="9658297" y="3484768"/>
                  <a:pt x="9660059" y="3494070"/>
                  <a:pt x="9660059" y="3504885"/>
                </a:cubicBezTo>
                <a:cubicBezTo>
                  <a:pt x="9660059" y="3516394"/>
                  <a:pt x="9658297" y="3525993"/>
                  <a:pt x="9654775" y="3533683"/>
                </a:cubicBezTo>
                <a:cubicBezTo>
                  <a:pt x="9651253" y="3541372"/>
                  <a:pt x="9646540" y="3547077"/>
                  <a:pt x="9640637" y="3550798"/>
                </a:cubicBezTo>
                <a:cubicBezTo>
                  <a:pt x="9634733" y="3554519"/>
                  <a:pt x="9628209" y="3556379"/>
                  <a:pt x="9621065" y="3556379"/>
                </a:cubicBezTo>
                <a:cubicBezTo>
                  <a:pt x="9614021" y="3556379"/>
                  <a:pt x="9607522" y="3554419"/>
                  <a:pt x="9601569" y="3550500"/>
                </a:cubicBezTo>
                <a:cubicBezTo>
                  <a:pt x="9595616" y="3546581"/>
                  <a:pt x="9590929" y="3540752"/>
                  <a:pt x="9587505" y="3533013"/>
                </a:cubicBezTo>
                <a:cubicBezTo>
                  <a:pt x="9584082" y="3525274"/>
                  <a:pt x="9582371" y="3515898"/>
                  <a:pt x="9582371" y="3504885"/>
                </a:cubicBezTo>
                <a:cubicBezTo>
                  <a:pt x="9582371" y="3494467"/>
                  <a:pt x="9583983" y="3485314"/>
                  <a:pt x="9587207" y="3477426"/>
                </a:cubicBezTo>
                <a:cubicBezTo>
                  <a:pt x="9590432" y="3469538"/>
                  <a:pt x="9594971" y="3463485"/>
                  <a:pt x="9600825" y="3459269"/>
                </a:cubicBezTo>
                <a:cubicBezTo>
                  <a:pt x="9606679" y="3455052"/>
                  <a:pt x="9613327" y="3452944"/>
                  <a:pt x="9620768" y="3452944"/>
                </a:cubicBezTo>
                <a:close/>
                <a:moveTo>
                  <a:pt x="9134993" y="3452944"/>
                </a:moveTo>
                <a:cubicBezTo>
                  <a:pt x="9142038" y="3452944"/>
                  <a:pt x="9148462" y="3455002"/>
                  <a:pt x="9154266" y="3459120"/>
                </a:cubicBezTo>
                <a:cubicBezTo>
                  <a:pt x="9160071" y="3463237"/>
                  <a:pt x="9164609" y="3469141"/>
                  <a:pt x="9167884" y="3476830"/>
                </a:cubicBezTo>
                <a:cubicBezTo>
                  <a:pt x="9171158" y="3484520"/>
                  <a:pt x="9172795" y="3493722"/>
                  <a:pt x="9172795" y="3504438"/>
                </a:cubicBezTo>
                <a:cubicBezTo>
                  <a:pt x="9172795" y="3515551"/>
                  <a:pt x="9171059" y="3525026"/>
                  <a:pt x="9167587" y="3532864"/>
                </a:cubicBezTo>
                <a:cubicBezTo>
                  <a:pt x="9164114" y="3540703"/>
                  <a:pt x="9159500" y="3546581"/>
                  <a:pt x="9153745" y="3550500"/>
                </a:cubicBezTo>
                <a:cubicBezTo>
                  <a:pt x="9147991" y="3554419"/>
                  <a:pt x="9141740" y="3556379"/>
                  <a:pt x="9134993" y="3556379"/>
                </a:cubicBezTo>
                <a:cubicBezTo>
                  <a:pt x="9123682" y="3556379"/>
                  <a:pt x="9114207" y="3551889"/>
                  <a:pt x="9106567" y="3542910"/>
                </a:cubicBezTo>
                <a:cubicBezTo>
                  <a:pt x="9098927" y="3533931"/>
                  <a:pt x="9095107" y="3521355"/>
                  <a:pt x="9095107" y="3505182"/>
                </a:cubicBezTo>
                <a:cubicBezTo>
                  <a:pt x="9095107" y="3488017"/>
                  <a:pt x="9098952" y="3475020"/>
                  <a:pt x="9106641" y="3466189"/>
                </a:cubicBezTo>
                <a:cubicBezTo>
                  <a:pt x="9114331" y="3457359"/>
                  <a:pt x="9123781" y="3452944"/>
                  <a:pt x="9134993" y="3452944"/>
                </a:cubicBezTo>
                <a:close/>
                <a:moveTo>
                  <a:pt x="6610868" y="3452944"/>
                </a:moveTo>
                <a:cubicBezTo>
                  <a:pt x="6617913" y="3452944"/>
                  <a:pt x="6624337" y="3455002"/>
                  <a:pt x="6630142" y="3459120"/>
                </a:cubicBezTo>
                <a:cubicBezTo>
                  <a:pt x="6635946" y="3463237"/>
                  <a:pt x="6640485" y="3469141"/>
                  <a:pt x="6643759" y="3476830"/>
                </a:cubicBezTo>
                <a:cubicBezTo>
                  <a:pt x="6647034" y="3484520"/>
                  <a:pt x="6648671" y="3493722"/>
                  <a:pt x="6648671" y="3504438"/>
                </a:cubicBezTo>
                <a:cubicBezTo>
                  <a:pt x="6648671" y="3515551"/>
                  <a:pt x="6646934" y="3525026"/>
                  <a:pt x="6643462" y="3532864"/>
                </a:cubicBezTo>
                <a:cubicBezTo>
                  <a:pt x="6639989" y="3540703"/>
                  <a:pt x="6635375" y="3546581"/>
                  <a:pt x="6629621" y="3550500"/>
                </a:cubicBezTo>
                <a:cubicBezTo>
                  <a:pt x="6623866" y="3554419"/>
                  <a:pt x="6617615" y="3556379"/>
                  <a:pt x="6610868" y="3556379"/>
                </a:cubicBezTo>
                <a:cubicBezTo>
                  <a:pt x="6599557" y="3556379"/>
                  <a:pt x="6590082" y="3551889"/>
                  <a:pt x="6582442" y="3542910"/>
                </a:cubicBezTo>
                <a:cubicBezTo>
                  <a:pt x="6574802" y="3533931"/>
                  <a:pt x="6570982" y="3521355"/>
                  <a:pt x="6570982" y="3505182"/>
                </a:cubicBezTo>
                <a:cubicBezTo>
                  <a:pt x="6570982" y="3488017"/>
                  <a:pt x="6574827" y="3475020"/>
                  <a:pt x="6582517" y="3466189"/>
                </a:cubicBezTo>
                <a:cubicBezTo>
                  <a:pt x="6590206" y="3457359"/>
                  <a:pt x="6599657" y="3452944"/>
                  <a:pt x="6610868" y="3452944"/>
                </a:cubicBezTo>
                <a:close/>
                <a:moveTo>
                  <a:pt x="3429520" y="3452944"/>
                </a:moveTo>
                <a:cubicBezTo>
                  <a:pt x="3436664" y="3452944"/>
                  <a:pt x="3443238" y="3455002"/>
                  <a:pt x="3449240" y="3459120"/>
                </a:cubicBezTo>
                <a:cubicBezTo>
                  <a:pt x="3455242" y="3463237"/>
                  <a:pt x="3460005" y="3469191"/>
                  <a:pt x="3463527" y="3476979"/>
                </a:cubicBezTo>
                <a:cubicBezTo>
                  <a:pt x="3467049" y="3484768"/>
                  <a:pt x="3468810" y="3494070"/>
                  <a:pt x="3468810" y="3504885"/>
                </a:cubicBezTo>
                <a:cubicBezTo>
                  <a:pt x="3468810" y="3516394"/>
                  <a:pt x="3467049" y="3525993"/>
                  <a:pt x="3463527" y="3533683"/>
                </a:cubicBezTo>
                <a:cubicBezTo>
                  <a:pt x="3460005" y="3541372"/>
                  <a:pt x="3455292" y="3547077"/>
                  <a:pt x="3449389" y="3550798"/>
                </a:cubicBezTo>
                <a:cubicBezTo>
                  <a:pt x="3443485" y="3554519"/>
                  <a:pt x="3436961" y="3556379"/>
                  <a:pt x="3429818" y="3556379"/>
                </a:cubicBezTo>
                <a:cubicBezTo>
                  <a:pt x="3422773" y="3556379"/>
                  <a:pt x="3416275" y="3554419"/>
                  <a:pt x="3410321" y="3550500"/>
                </a:cubicBezTo>
                <a:cubicBezTo>
                  <a:pt x="3404368" y="3546581"/>
                  <a:pt x="3399680" y="3540752"/>
                  <a:pt x="3396257" y="3533013"/>
                </a:cubicBezTo>
                <a:cubicBezTo>
                  <a:pt x="3392834" y="3525274"/>
                  <a:pt x="3391122" y="3515898"/>
                  <a:pt x="3391122" y="3504885"/>
                </a:cubicBezTo>
                <a:cubicBezTo>
                  <a:pt x="3391122" y="3494467"/>
                  <a:pt x="3392735" y="3485314"/>
                  <a:pt x="3395959" y="3477426"/>
                </a:cubicBezTo>
                <a:cubicBezTo>
                  <a:pt x="3399184" y="3469538"/>
                  <a:pt x="3403723" y="3463485"/>
                  <a:pt x="3409577" y="3459269"/>
                </a:cubicBezTo>
                <a:cubicBezTo>
                  <a:pt x="3415430" y="3455052"/>
                  <a:pt x="3422079" y="3452944"/>
                  <a:pt x="3429520" y="3452944"/>
                </a:cubicBezTo>
                <a:close/>
                <a:moveTo>
                  <a:pt x="9440983" y="3452646"/>
                </a:moveTo>
                <a:cubicBezTo>
                  <a:pt x="9453287" y="3452646"/>
                  <a:pt x="9463085" y="3457260"/>
                  <a:pt x="9470377" y="3466487"/>
                </a:cubicBezTo>
                <a:cubicBezTo>
                  <a:pt x="9477669" y="3475714"/>
                  <a:pt x="9481316" y="3488613"/>
                  <a:pt x="9481316" y="3505182"/>
                </a:cubicBezTo>
                <a:cubicBezTo>
                  <a:pt x="9481316" y="3521553"/>
                  <a:pt x="9477669" y="3534377"/>
                  <a:pt x="9470377" y="3543654"/>
                </a:cubicBezTo>
                <a:cubicBezTo>
                  <a:pt x="9463085" y="3552931"/>
                  <a:pt x="9453287" y="3557570"/>
                  <a:pt x="9440983" y="3557570"/>
                </a:cubicBezTo>
                <a:cubicBezTo>
                  <a:pt x="9432848" y="3557570"/>
                  <a:pt x="9425779" y="3555461"/>
                  <a:pt x="9419775" y="3551245"/>
                </a:cubicBezTo>
                <a:cubicBezTo>
                  <a:pt x="9413773" y="3547028"/>
                  <a:pt x="9409159" y="3540951"/>
                  <a:pt x="9405935" y="3533013"/>
                </a:cubicBezTo>
                <a:cubicBezTo>
                  <a:pt x="9402711" y="3525076"/>
                  <a:pt x="9401097" y="3515799"/>
                  <a:pt x="9401097" y="3505182"/>
                </a:cubicBezTo>
                <a:cubicBezTo>
                  <a:pt x="9401097" y="3494467"/>
                  <a:pt x="9402735" y="3485090"/>
                  <a:pt x="9406009" y="3477054"/>
                </a:cubicBezTo>
                <a:cubicBezTo>
                  <a:pt x="9409283" y="3469017"/>
                  <a:pt x="9413947" y="3462940"/>
                  <a:pt x="9419999" y="3458822"/>
                </a:cubicBezTo>
                <a:cubicBezTo>
                  <a:pt x="9426051" y="3454705"/>
                  <a:pt x="9433046" y="3452646"/>
                  <a:pt x="9440983" y="3452646"/>
                </a:cubicBezTo>
                <a:close/>
                <a:moveTo>
                  <a:pt x="6097709" y="3452646"/>
                </a:moveTo>
                <a:cubicBezTo>
                  <a:pt x="6110012" y="3452646"/>
                  <a:pt x="6119811" y="3457260"/>
                  <a:pt x="6127103" y="3466487"/>
                </a:cubicBezTo>
                <a:cubicBezTo>
                  <a:pt x="6134396" y="3475714"/>
                  <a:pt x="6138042" y="3488613"/>
                  <a:pt x="6138042" y="3505182"/>
                </a:cubicBezTo>
                <a:cubicBezTo>
                  <a:pt x="6138042" y="3521553"/>
                  <a:pt x="6134396" y="3534377"/>
                  <a:pt x="6127103" y="3543654"/>
                </a:cubicBezTo>
                <a:cubicBezTo>
                  <a:pt x="6119811" y="3552931"/>
                  <a:pt x="6110012" y="3557570"/>
                  <a:pt x="6097709" y="3557570"/>
                </a:cubicBezTo>
                <a:cubicBezTo>
                  <a:pt x="6089573" y="3557570"/>
                  <a:pt x="6082504" y="3555461"/>
                  <a:pt x="6076501" y="3551245"/>
                </a:cubicBezTo>
                <a:cubicBezTo>
                  <a:pt x="6070498" y="3547028"/>
                  <a:pt x="6065884" y="3540951"/>
                  <a:pt x="6062660" y="3533013"/>
                </a:cubicBezTo>
                <a:cubicBezTo>
                  <a:pt x="6059435" y="3525076"/>
                  <a:pt x="6057823" y="3515799"/>
                  <a:pt x="6057823" y="3505182"/>
                </a:cubicBezTo>
                <a:cubicBezTo>
                  <a:pt x="6057823" y="3494467"/>
                  <a:pt x="6059460" y="3485090"/>
                  <a:pt x="6062734" y="3477054"/>
                </a:cubicBezTo>
                <a:cubicBezTo>
                  <a:pt x="6066009" y="3469017"/>
                  <a:pt x="6070672" y="3462940"/>
                  <a:pt x="6076724" y="3458822"/>
                </a:cubicBezTo>
                <a:cubicBezTo>
                  <a:pt x="6082776" y="3454705"/>
                  <a:pt x="6089771" y="3452646"/>
                  <a:pt x="6097709" y="3452646"/>
                </a:cubicBezTo>
                <a:close/>
                <a:moveTo>
                  <a:pt x="4745159" y="3452646"/>
                </a:moveTo>
                <a:cubicBezTo>
                  <a:pt x="4757462" y="3452646"/>
                  <a:pt x="4767260" y="3457260"/>
                  <a:pt x="4774553" y="3466487"/>
                </a:cubicBezTo>
                <a:cubicBezTo>
                  <a:pt x="4781845" y="3475714"/>
                  <a:pt x="4785491" y="3488613"/>
                  <a:pt x="4785491" y="3505182"/>
                </a:cubicBezTo>
                <a:cubicBezTo>
                  <a:pt x="4785491" y="3521553"/>
                  <a:pt x="4781845" y="3534377"/>
                  <a:pt x="4774553" y="3543654"/>
                </a:cubicBezTo>
                <a:cubicBezTo>
                  <a:pt x="4767260" y="3552931"/>
                  <a:pt x="4757462" y="3557570"/>
                  <a:pt x="4745159" y="3557570"/>
                </a:cubicBezTo>
                <a:cubicBezTo>
                  <a:pt x="4737024" y="3557570"/>
                  <a:pt x="4729954" y="3555461"/>
                  <a:pt x="4723952" y="3551245"/>
                </a:cubicBezTo>
                <a:cubicBezTo>
                  <a:pt x="4717948" y="3547028"/>
                  <a:pt x="4713335" y="3540951"/>
                  <a:pt x="4710111" y="3533013"/>
                </a:cubicBezTo>
                <a:cubicBezTo>
                  <a:pt x="4706885" y="3525076"/>
                  <a:pt x="4705273" y="3515799"/>
                  <a:pt x="4705273" y="3505182"/>
                </a:cubicBezTo>
                <a:cubicBezTo>
                  <a:pt x="4705273" y="3494467"/>
                  <a:pt x="4706910" y="3485090"/>
                  <a:pt x="4710184" y="3477054"/>
                </a:cubicBezTo>
                <a:cubicBezTo>
                  <a:pt x="4713459" y="3469017"/>
                  <a:pt x="4718122" y="3462940"/>
                  <a:pt x="4724174" y="3458822"/>
                </a:cubicBezTo>
                <a:cubicBezTo>
                  <a:pt x="4730227" y="3454705"/>
                  <a:pt x="4737221" y="3452646"/>
                  <a:pt x="4745159" y="3452646"/>
                </a:cubicBezTo>
                <a:close/>
                <a:moveTo>
                  <a:pt x="10545586" y="3450562"/>
                </a:moveTo>
                <a:cubicBezTo>
                  <a:pt x="10556203" y="3450562"/>
                  <a:pt x="10564761" y="3454010"/>
                  <a:pt x="10571259" y="3460906"/>
                </a:cubicBezTo>
                <a:cubicBezTo>
                  <a:pt x="10577758" y="3467802"/>
                  <a:pt x="10581503" y="3478195"/>
                  <a:pt x="10582495" y="3492085"/>
                </a:cubicBezTo>
                <a:lnTo>
                  <a:pt x="10508825" y="3492085"/>
                </a:lnTo>
                <a:cubicBezTo>
                  <a:pt x="10510215" y="3478393"/>
                  <a:pt x="10514159" y="3468050"/>
                  <a:pt x="10520657" y="3461055"/>
                </a:cubicBezTo>
                <a:cubicBezTo>
                  <a:pt x="10527156" y="3454060"/>
                  <a:pt x="10535465" y="3450562"/>
                  <a:pt x="10545586" y="3450562"/>
                </a:cubicBezTo>
                <a:close/>
                <a:moveTo>
                  <a:pt x="8945386" y="3450562"/>
                </a:moveTo>
                <a:cubicBezTo>
                  <a:pt x="8956003" y="3450562"/>
                  <a:pt x="8964561" y="3454010"/>
                  <a:pt x="8971059" y="3460906"/>
                </a:cubicBezTo>
                <a:cubicBezTo>
                  <a:pt x="8977558" y="3467802"/>
                  <a:pt x="8981303" y="3478195"/>
                  <a:pt x="8982295" y="3492085"/>
                </a:cubicBezTo>
                <a:lnTo>
                  <a:pt x="8908625" y="3492085"/>
                </a:lnTo>
                <a:cubicBezTo>
                  <a:pt x="8910015" y="3478393"/>
                  <a:pt x="8913959" y="3468050"/>
                  <a:pt x="8920457" y="3461055"/>
                </a:cubicBezTo>
                <a:cubicBezTo>
                  <a:pt x="8926956" y="3454060"/>
                  <a:pt x="8935265" y="3450562"/>
                  <a:pt x="8945386" y="3450562"/>
                </a:cubicBezTo>
                <a:close/>
                <a:moveTo>
                  <a:pt x="4478162" y="3450562"/>
                </a:moveTo>
                <a:cubicBezTo>
                  <a:pt x="4488779" y="3450562"/>
                  <a:pt x="4497336" y="3454010"/>
                  <a:pt x="4503835" y="3460906"/>
                </a:cubicBezTo>
                <a:cubicBezTo>
                  <a:pt x="4510334" y="3467802"/>
                  <a:pt x="4514079" y="3478195"/>
                  <a:pt x="4515071" y="3492085"/>
                </a:cubicBezTo>
                <a:lnTo>
                  <a:pt x="4441402" y="3492085"/>
                </a:lnTo>
                <a:cubicBezTo>
                  <a:pt x="4442791" y="3478393"/>
                  <a:pt x="4446734" y="3468050"/>
                  <a:pt x="4453233" y="3461055"/>
                </a:cubicBezTo>
                <a:cubicBezTo>
                  <a:pt x="4459732" y="3454060"/>
                  <a:pt x="4468042" y="3450562"/>
                  <a:pt x="4478162" y="3450562"/>
                </a:cubicBezTo>
                <a:close/>
                <a:moveTo>
                  <a:pt x="3620912" y="3450562"/>
                </a:moveTo>
                <a:cubicBezTo>
                  <a:pt x="3631529" y="3450562"/>
                  <a:pt x="3640086" y="3454010"/>
                  <a:pt x="3646586" y="3460906"/>
                </a:cubicBezTo>
                <a:cubicBezTo>
                  <a:pt x="3653084" y="3467802"/>
                  <a:pt x="3656829" y="3478195"/>
                  <a:pt x="3657821" y="3492085"/>
                </a:cubicBezTo>
                <a:lnTo>
                  <a:pt x="3584152" y="3492085"/>
                </a:lnTo>
                <a:cubicBezTo>
                  <a:pt x="3585541" y="3478393"/>
                  <a:pt x="3589484" y="3468050"/>
                  <a:pt x="3595985" y="3461055"/>
                </a:cubicBezTo>
                <a:cubicBezTo>
                  <a:pt x="3602483" y="3454060"/>
                  <a:pt x="3610793" y="3450562"/>
                  <a:pt x="3620912" y="3450562"/>
                </a:cubicBezTo>
                <a:close/>
                <a:moveTo>
                  <a:pt x="7899720" y="3426154"/>
                </a:moveTo>
                <a:cubicBezTo>
                  <a:pt x="7893767" y="3426154"/>
                  <a:pt x="7889178" y="3427543"/>
                  <a:pt x="7885953" y="3430322"/>
                </a:cubicBezTo>
                <a:cubicBezTo>
                  <a:pt x="7882729" y="3433100"/>
                  <a:pt x="7881117" y="3436820"/>
                  <a:pt x="7881117" y="3441484"/>
                </a:cubicBezTo>
                <a:cubicBezTo>
                  <a:pt x="7881117" y="3447834"/>
                  <a:pt x="7883250" y="3451753"/>
                  <a:pt x="7887516" y="3453241"/>
                </a:cubicBezTo>
                <a:cubicBezTo>
                  <a:pt x="7891782" y="3454729"/>
                  <a:pt x="7898083" y="3455474"/>
                  <a:pt x="7906417" y="3455474"/>
                </a:cubicBezTo>
                <a:lnTo>
                  <a:pt x="7966842" y="3455474"/>
                </a:lnTo>
                <a:cubicBezTo>
                  <a:pt x="7964361" y="3458946"/>
                  <a:pt x="7961062" y="3463113"/>
                  <a:pt x="7956944" y="3467975"/>
                </a:cubicBezTo>
                <a:cubicBezTo>
                  <a:pt x="7952827" y="3472837"/>
                  <a:pt x="7947643" y="3478765"/>
                  <a:pt x="7941392" y="3485760"/>
                </a:cubicBezTo>
                <a:cubicBezTo>
                  <a:pt x="7935141" y="3492755"/>
                  <a:pt x="7928369" y="3500271"/>
                  <a:pt x="7921077" y="3508308"/>
                </a:cubicBezTo>
                <a:cubicBezTo>
                  <a:pt x="7913784" y="3516344"/>
                  <a:pt x="7905673" y="3525324"/>
                  <a:pt x="7896743" y="3535245"/>
                </a:cubicBezTo>
                <a:cubicBezTo>
                  <a:pt x="7888310" y="3544671"/>
                  <a:pt x="7882754" y="3551145"/>
                  <a:pt x="7880075" y="3554668"/>
                </a:cubicBezTo>
                <a:cubicBezTo>
                  <a:pt x="7877396" y="3558190"/>
                  <a:pt x="7876056" y="3561687"/>
                  <a:pt x="7876056" y="3565160"/>
                </a:cubicBezTo>
                <a:cubicBezTo>
                  <a:pt x="7876056" y="3571014"/>
                  <a:pt x="7877966" y="3575627"/>
                  <a:pt x="7881786" y="3579001"/>
                </a:cubicBezTo>
                <a:cubicBezTo>
                  <a:pt x="7885606" y="3582374"/>
                  <a:pt x="7891386" y="3584061"/>
                  <a:pt x="7899125" y="3584061"/>
                </a:cubicBezTo>
                <a:lnTo>
                  <a:pt x="8009258" y="3584061"/>
                </a:lnTo>
                <a:cubicBezTo>
                  <a:pt x="8015806" y="3584061"/>
                  <a:pt x="8020692" y="3582622"/>
                  <a:pt x="8023917" y="3579745"/>
                </a:cubicBezTo>
                <a:cubicBezTo>
                  <a:pt x="8027142" y="3576868"/>
                  <a:pt x="8028754" y="3573147"/>
                  <a:pt x="8028754" y="3568583"/>
                </a:cubicBezTo>
                <a:cubicBezTo>
                  <a:pt x="8028754" y="3563820"/>
                  <a:pt x="8027117" y="3559926"/>
                  <a:pt x="8023843" y="3556900"/>
                </a:cubicBezTo>
                <a:cubicBezTo>
                  <a:pt x="8020568" y="3553874"/>
                  <a:pt x="8015707" y="3552361"/>
                  <a:pt x="8009258" y="3552361"/>
                </a:cubicBezTo>
                <a:lnTo>
                  <a:pt x="7929634" y="3552361"/>
                </a:lnTo>
                <a:lnTo>
                  <a:pt x="8004049" y="3469166"/>
                </a:lnTo>
                <a:cubicBezTo>
                  <a:pt x="8006827" y="3466189"/>
                  <a:pt x="8009158" y="3463634"/>
                  <a:pt x="8011043" y="3461501"/>
                </a:cubicBezTo>
                <a:cubicBezTo>
                  <a:pt x="8012929" y="3459368"/>
                  <a:pt x="8014417" y="3457557"/>
                  <a:pt x="8015508" y="3456069"/>
                </a:cubicBezTo>
                <a:cubicBezTo>
                  <a:pt x="8016600" y="3454581"/>
                  <a:pt x="8017592" y="3452671"/>
                  <a:pt x="8018485" y="3450339"/>
                </a:cubicBezTo>
                <a:cubicBezTo>
                  <a:pt x="8019378" y="3448007"/>
                  <a:pt x="8019824" y="3445750"/>
                  <a:pt x="8019824" y="3443567"/>
                </a:cubicBezTo>
                <a:cubicBezTo>
                  <a:pt x="8019824" y="3437019"/>
                  <a:pt x="8017517" y="3432480"/>
                  <a:pt x="8012904" y="3429950"/>
                </a:cubicBezTo>
                <a:cubicBezTo>
                  <a:pt x="8008290" y="3427420"/>
                  <a:pt x="8001667" y="3426154"/>
                  <a:pt x="7993035" y="3426154"/>
                </a:cubicBezTo>
                <a:close/>
                <a:moveTo>
                  <a:pt x="10986117" y="3422583"/>
                </a:moveTo>
                <a:cubicBezTo>
                  <a:pt x="10982744" y="3422583"/>
                  <a:pt x="10979495" y="3423476"/>
                  <a:pt x="10976369" y="3425262"/>
                </a:cubicBezTo>
                <a:cubicBezTo>
                  <a:pt x="10973243" y="3427047"/>
                  <a:pt x="10970788" y="3429429"/>
                  <a:pt x="10969002" y="3432405"/>
                </a:cubicBezTo>
                <a:cubicBezTo>
                  <a:pt x="10967216" y="3435382"/>
                  <a:pt x="10966323" y="3438606"/>
                  <a:pt x="10966323" y="3442079"/>
                </a:cubicBezTo>
                <a:cubicBezTo>
                  <a:pt x="10966323" y="3445353"/>
                  <a:pt x="10967861" y="3450612"/>
                  <a:pt x="10970937" y="3457855"/>
                </a:cubicBezTo>
                <a:lnTo>
                  <a:pt x="11020943" y="3583763"/>
                </a:lnTo>
                <a:lnTo>
                  <a:pt x="11017222" y="3592842"/>
                </a:lnTo>
                <a:cubicBezTo>
                  <a:pt x="11014445" y="3599490"/>
                  <a:pt x="11011989" y="3604525"/>
                  <a:pt x="11009855" y="3607948"/>
                </a:cubicBezTo>
                <a:cubicBezTo>
                  <a:pt x="11007722" y="3611371"/>
                  <a:pt x="11005316" y="3613777"/>
                  <a:pt x="11002637" y="3615166"/>
                </a:cubicBezTo>
                <a:cubicBezTo>
                  <a:pt x="10999958" y="3616555"/>
                  <a:pt x="10996287" y="3617250"/>
                  <a:pt x="10991624" y="3617250"/>
                </a:cubicBezTo>
                <a:cubicBezTo>
                  <a:pt x="10989739" y="3617250"/>
                  <a:pt x="10987507" y="3616952"/>
                  <a:pt x="10984927" y="3616357"/>
                </a:cubicBezTo>
                <a:cubicBezTo>
                  <a:pt x="10982843" y="3615761"/>
                  <a:pt x="10980710" y="3615464"/>
                  <a:pt x="10978527" y="3615464"/>
                </a:cubicBezTo>
                <a:cubicBezTo>
                  <a:pt x="10972971" y="3615464"/>
                  <a:pt x="10968779" y="3616729"/>
                  <a:pt x="10965951" y="3619259"/>
                </a:cubicBezTo>
                <a:cubicBezTo>
                  <a:pt x="10963123" y="3621789"/>
                  <a:pt x="10961709" y="3625386"/>
                  <a:pt x="10961709" y="3630049"/>
                </a:cubicBezTo>
                <a:cubicBezTo>
                  <a:pt x="10961709" y="3636895"/>
                  <a:pt x="10964686" y="3641608"/>
                  <a:pt x="10970639" y="3644188"/>
                </a:cubicBezTo>
                <a:cubicBezTo>
                  <a:pt x="10976592" y="3646767"/>
                  <a:pt x="10985522" y="3648057"/>
                  <a:pt x="10997428" y="3648057"/>
                </a:cubicBezTo>
                <a:cubicBezTo>
                  <a:pt x="11009632" y="3648057"/>
                  <a:pt x="11019331" y="3646197"/>
                  <a:pt x="11026524" y="3642476"/>
                </a:cubicBezTo>
                <a:cubicBezTo>
                  <a:pt x="11033717" y="3638755"/>
                  <a:pt x="11039497" y="3633422"/>
                  <a:pt x="11043863" y="3626477"/>
                </a:cubicBezTo>
                <a:cubicBezTo>
                  <a:pt x="11048229" y="3619532"/>
                  <a:pt x="11052693" y="3609957"/>
                  <a:pt x="11057257" y="3597753"/>
                </a:cubicBezTo>
                <a:lnTo>
                  <a:pt x="11110240" y="3459045"/>
                </a:lnTo>
                <a:cubicBezTo>
                  <a:pt x="11111530" y="3455474"/>
                  <a:pt x="11112621" y="3451951"/>
                  <a:pt x="11113514" y="3448479"/>
                </a:cubicBezTo>
                <a:cubicBezTo>
                  <a:pt x="11114407" y="3445006"/>
                  <a:pt x="11115053" y="3442327"/>
                  <a:pt x="11115449" y="3440442"/>
                </a:cubicBezTo>
                <a:cubicBezTo>
                  <a:pt x="11115449" y="3437366"/>
                  <a:pt x="11114680" y="3434439"/>
                  <a:pt x="11113142" y="3431661"/>
                </a:cubicBezTo>
                <a:cubicBezTo>
                  <a:pt x="11111605" y="3428883"/>
                  <a:pt x="11109421" y="3426675"/>
                  <a:pt x="11106593" y="3425038"/>
                </a:cubicBezTo>
                <a:cubicBezTo>
                  <a:pt x="11103766" y="3423401"/>
                  <a:pt x="11100814" y="3422583"/>
                  <a:pt x="11097738" y="3422583"/>
                </a:cubicBezTo>
                <a:cubicBezTo>
                  <a:pt x="11093472" y="3422583"/>
                  <a:pt x="11090173" y="3423327"/>
                  <a:pt x="11087841" y="3424815"/>
                </a:cubicBezTo>
                <a:cubicBezTo>
                  <a:pt x="11085510" y="3426303"/>
                  <a:pt x="11083302" y="3429181"/>
                  <a:pt x="11081219" y="3433447"/>
                </a:cubicBezTo>
                <a:cubicBezTo>
                  <a:pt x="11079135" y="3437713"/>
                  <a:pt x="11076803" y="3443617"/>
                  <a:pt x="11074223" y="3451158"/>
                </a:cubicBezTo>
                <a:lnTo>
                  <a:pt x="11041630" y="3544175"/>
                </a:lnTo>
                <a:lnTo>
                  <a:pt x="11007251" y="3444163"/>
                </a:lnTo>
                <a:cubicBezTo>
                  <a:pt x="11004969" y="3437217"/>
                  <a:pt x="11002339" y="3431884"/>
                  <a:pt x="10999363" y="3428164"/>
                </a:cubicBezTo>
                <a:cubicBezTo>
                  <a:pt x="10996387" y="3424443"/>
                  <a:pt x="10991971" y="3422583"/>
                  <a:pt x="10986117" y="3422583"/>
                </a:cubicBezTo>
                <a:close/>
                <a:moveTo>
                  <a:pt x="10369373" y="3422583"/>
                </a:moveTo>
                <a:cubicBezTo>
                  <a:pt x="10355979" y="3422583"/>
                  <a:pt x="10344544" y="3424741"/>
                  <a:pt x="10335069" y="3429057"/>
                </a:cubicBezTo>
                <a:cubicBezTo>
                  <a:pt x="10325593" y="3433373"/>
                  <a:pt x="10318425" y="3439152"/>
                  <a:pt x="10313563" y="3446395"/>
                </a:cubicBezTo>
                <a:cubicBezTo>
                  <a:pt x="10308701" y="3453638"/>
                  <a:pt x="10306271" y="3461327"/>
                  <a:pt x="10306271" y="3469463"/>
                </a:cubicBezTo>
                <a:cubicBezTo>
                  <a:pt x="10306271" y="3478592"/>
                  <a:pt x="10308900" y="3486281"/>
                  <a:pt x="10314158" y="3492532"/>
                </a:cubicBezTo>
                <a:cubicBezTo>
                  <a:pt x="10319417" y="3498783"/>
                  <a:pt x="10326437" y="3503818"/>
                  <a:pt x="10335217" y="3507638"/>
                </a:cubicBezTo>
                <a:cubicBezTo>
                  <a:pt x="10343998" y="3511458"/>
                  <a:pt x="10355383" y="3515104"/>
                  <a:pt x="10369373" y="3518577"/>
                </a:cubicBezTo>
                <a:cubicBezTo>
                  <a:pt x="10381776" y="3521553"/>
                  <a:pt x="10390681" y="3524679"/>
                  <a:pt x="10396088" y="3527953"/>
                </a:cubicBezTo>
                <a:cubicBezTo>
                  <a:pt x="10401496" y="3531227"/>
                  <a:pt x="10404199" y="3536436"/>
                  <a:pt x="10404199" y="3543580"/>
                </a:cubicBezTo>
                <a:cubicBezTo>
                  <a:pt x="10404199" y="3548243"/>
                  <a:pt x="10401595" y="3552386"/>
                  <a:pt x="10396385" y="3556007"/>
                </a:cubicBezTo>
                <a:cubicBezTo>
                  <a:pt x="10391177" y="3559628"/>
                  <a:pt x="10384505" y="3561439"/>
                  <a:pt x="10376369" y="3561439"/>
                </a:cubicBezTo>
                <a:cubicBezTo>
                  <a:pt x="10366347" y="3561439"/>
                  <a:pt x="10358435" y="3559653"/>
                  <a:pt x="10352630" y="3556081"/>
                </a:cubicBezTo>
                <a:cubicBezTo>
                  <a:pt x="10346826" y="3552510"/>
                  <a:pt x="10341840" y="3547102"/>
                  <a:pt x="10337673" y="3539859"/>
                </a:cubicBezTo>
                <a:cubicBezTo>
                  <a:pt x="10335589" y="3536089"/>
                  <a:pt x="10333407" y="3533162"/>
                  <a:pt x="10331125" y="3531078"/>
                </a:cubicBezTo>
                <a:cubicBezTo>
                  <a:pt x="10328843" y="3528995"/>
                  <a:pt x="10325569" y="3527953"/>
                  <a:pt x="10321302" y="3527953"/>
                </a:cubicBezTo>
                <a:cubicBezTo>
                  <a:pt x="10316441" y="3527953"/>
                  <a:pt x="10312422" y="3529540"/>
                  <a:pt x="10309247" y="3532715"/>
                </a:cubicBezTo>
                <a:cubicBezTo>
                  <a:pt x="10306072" y="3535890"/>
                  <a:pt x="10304485" y="3539710"/>
                  <a:pt x="10304485" y="3544175"/>
                </a:cubicBezTo>
                <a:cubicBezTo>
                  <a:pt x="10304485" y="3550922"/>
                  <a:pt x="10306965" y="3557644"/>
                  <a:pt x="10311925" y="3564341"/>
                </a:cubicBezTo>
                <a:cubicBezTo>
                  <a:pt x="10316887" y="3571039"/>
                  <a:pt x="10324576" y="3576620"/>
                  <a:pt x="10334994" y="3581085"/>
                </a:cubicBezTo>
                <a:cubicBezTo>
                  <a:pt x="10345412" y="3585549"/>
                  <a:pt x="10357913" y="3587782"/>
                  <a:pt x="10372499" y="3587782"/>
                </a:cubicBezTo>
                <a:cubicBezTo>
                  <a:pt x="10387779" y="3587782"/>
                  <a:pt x="10400751" y="3585723"/>
                  <a:pt x="10411417" y="3581605"/>
                </a:cubicBezTo>
                <a:cubicBezTo>
                  <a:pt x="10422083" y="3577488"/>
                  <a:pt x="10430145" y="3571435"/>
                  <a:pt x="10435602" y="3563448"/>
                </a:cubicBezTo>
                <a:cubicBezTo>
                  <a:pt x="10441059" y="3555461"/>
                  <a:pt x="10443787" y="3545862"/>
                  <a:pt x="10443787" y="3534650"/>
                </a:cubicBezTo>
                <a:cubicBezTo>
                  <a:pt x="10443787" y="3527209"/>
                  <a:pt x="10441729" y="3520586"/>
                  <a:pt x="10437611" y="3514782"/>
                </a:cubicBezTo>
                <a:cubicBezTo>
                  <a:pt x="10433494" y="3508977"/>
                  <a:pt x="10427441" y="3503942"/>
                  <a:pt x="10419454" y="3499676"/>
                </a:cubicBezTo>
                <a:cubicBezTo>
                  <a:pt x="10411467" y="3495409"/>
                  <a:pt x="10401173" y="3491738"/>
                  <a:pt x="10388572" y="3488662"/>
                </a:cubicBezTo>
                <a:cubicBezTo>
                  <a:pt x="10377956" y="3486083"/>
                  <a:pt x="10369621" y="3483900"/>
                  <a:pt x="10363569" y="3482114"/>
                </a:cubicBezTo>
                <a:cubicBezTo>
                  <a:pt x="10357517" y="3480328"/>
                  <a:pt x="10352705" y="3478071"/>
                  <a:pt x="10349133" y="3475342"/>
                </a:cubicBezTo>
                <a:cubicBezTo>
                  <a:pt x="10345561" y="3472614"/>
                  <a:pt x="10343775" y="3469116"/>
                  <a:pt x="10343775" y="3464850"/>
                </a:cubicBezTo>
                <a:cubicBezTo>
                  <a:pt x="10343775" y="3460186"/>
                  <a:pt x="10346206" y="3456292"/>
                  <a:pt x="10351067" y="3453167"/>
                </a:cubicBezTo>
                <a:cubicBezTo>
                  <a:pt x="10355929" y="3450041"/>
                  <a:pt x="10362031" y="3448479"/>
                  <a:pt x="10369373" y="3448479"/>
                </a:cubicBezTo>
                <a:cubicBezTo>
                  <a:pt x="10376517" y="3448479"/>
                  <a:pt x="10382173" y="3449669"/>
                  <a:pt x="10386340" y="3452051"/>
                </a:cubicBezTo>
                <a:cubicBezTo>
                  <a:pt x="10390507" y="3454432"/>
                  <a:pt x="10394129" y="3457607"/>
                  <a:pt x="10397205" y="3461576"/>
                </a:cubicBezTo>
                <a:cubicBezTo>
                  <a:pt x="10400975" y="3466338"/>
                  <a:pt x="10404323" y="3469910"/>
                  <a:pt x="10407250" y="3472291"/>
                </a:cubicBezTo>
                <a:cubicBezTo>
                  <a:pt x="10410177" y="3474672"/>
                  <a:pt x="10413724" y="3475863"/>
                  <a:pt x="10417891" y="3475863"/>
                </a:cubicBezTo>
                <a:cubicBezTo>
                  <a:pt x="10423646" y="3475863"/>
                  <a:pt x="10428086" y="3474375"/>
                  <a:pt x="10431211" y="3471398"/>
                </a:cubicBezTo>
                <a:cubicBezTo>
                  <a:pt x="10434337" y="3468422"/>
                  <a:pt x="10435899" y="3464602"/>
                  <a:pt x="10435899" y="3459938"/>
                </a:cubicBezTo>
                <a:cubicBezTo>
                  <a:pt x="10435899" y="3455672"/>
                  <a:pt x="10434437" y="3451306"/>
                  <a:pt x="10431509" y="3446842"/>
                </a:cubicBezTo>
                <a:cubicBezTo>
                  <a:pt x="10428583" y="3442377"/>
                  <a:pt x="10424316" y="3438309"/>
                  <a:pt x="10418710" y="3434638"/>
                </a:cubicBezTo>
                <a:cubicBezTo>
                  <a:pt x="10413105" y="3430967"/>
                  <a:pt x="10406109" y="3428040"/>
                  <a:pt x="10397725" y="3425857"/>
                </a:cubicBezTo>
                <a:cubicBezTo>
                  <a:pt x="10389341" y="3423674"/>
                  <a:pt x="10379891" y="3422583"/>
                  <a:pt x="10369373" y="3422583"/>
                </a:cubicBezTo>
                <a:close/>
                <a:moveTo>
                  <a:pt x="10208639" y="3422583"/>
                </a:moveTo>
                <a:cubicBezTo>
                  <a:pt x="10195443" y="3422583"/>
                  <a:pt x="10188845" y="3431711"/>
                  <a:pt x="10188845" y="3449967"/>
                </a:cubicBezTo>
                <a:lnTo>
                  <a:pt x="10188845" y="3563076"/>
                </a:lnTo>
                <a:cubicBezTo>
                  <a:pt x="10188845" y="3571212"/>
                  <a:pt x="10190730" y="3577364"/>
                  <a:pt x="10194501" y="3581531"/>
                </a:cubicBezTo>
                <a:cubicBezTo>
                  <a:pt x="10198271" y="3585698"/>
                  <a:pt x="10203083" y="3587782"/>
                  <a:pt x="10208937" y="3587782"/>
                </a:cubicBezTo>
                <a:cubicBezTo>
                  <a:pt x="10214890" y="3587782"/>
                  <a:pt x="10219801" y="3585723"/>
                  <a:pt x="10223671" y="3581605"/>
                </a:cubicBezTo>
                <a:cubicBezTo>
                  <a:pt x="10227540" y="3577488"/>
                  <a:pt x="10229475" y="3571311"/>
                  <a:pt x="10229475" y="3563076"/>
                </a:cubicBezTo>
                <a:lnTo>
                  <a:pt x="10229475" y="3529144"/>
                </a:lnTo>
                <a:cubicBezTo>
                  <a:pt x="10229475" y="3516940"/>
                  <a:pt x="10229872" y="3506596"/>
                  <a:pt x="10230665" y="3498113"/>
                </a:cubicBezTo>
                <a:cubicBezTo>
                  <a:pt x="10231459" y="3489630"/>
                  <a:pt x="10232898" y="3482312"/>
                  <a:pt x="10234981" y="3476161"/>
                </a:cubicBezTo>
                <a:cubicBezTo>
                  <a:pt x="10237065" y="3470009"/>
                  <a:pt x="10239993" y="3465371"/>
                  <a:pt x="10243763" y="3462245"/>
                </a:cubicBezTo>
                <a:cubicBezTo>
                  <a:pt x="10247533" y="3459120"/>
                  <a:pt x="10252395" y="3457557"/>
                  <a:pt x="10258347" y="3457557"/>
                </a:cubicBezTo>
                <a:cubicBezTo>
                  <a:pt x="10262713" y="3457557"/>
                  <a:pt x="10267749" y="3458475"/>
                  <a:pt x="10273453" y="3460311"/>
                </a:cubicBezTo>
                <a:cubicBezTo>
                  <a:pt x="10279159" y="3462146"/>
                  <a:pt x="10282755" y="3463064"/>
                  <a:pt x="10284243" y="3463064"/>
                </a:cubicBezTo>
                <a:cubicBezTo>
                  <a:pt x="10288213" y="3463064"/>
                  <a:pt x="10291909" y="3461452"/>
                  <a:pt x="10295331" y="3458227"/>
                </a:cubicBezTo>
                <a:cubicBezTo>
                  <a:pt x="10298755" y="3455002"/>
                  <a:pt x="10300466" y="3450910"/>
                  <a:pt x="10300466" y="3445949"/>
                </a:cubicBezTo>
                <a:cubicBezTo>
                  <a:pt x="10300466" y="3438904"/>
                  <a:pt x="10296447" y="3433249"/>
                  <a:pt x="10288411" y="3428982"/>
                </a:cubicBezTo>
                <a:cubicBezTo>
                  <a:pt x="10280374" y="3424716"/>
                  <a:pt x="10272090" y="3422583"/>
                  <a:pt x="10263557" y="3422583"/>
                </a:cubicBezTo>
                <a:cubicBezTo>
                  <a:pt x="10255024" y="3422583"/>
                  <a:pt x="10248203" y="3424716"/>
                  <a:pt x="10243093" y="3428982"/>
                </a:cubicBezTo>
                <a:cubicBezTo>
                  <a:pt x="10237983" y="3433249"/>
                  <a:pt x="10232997" y="3439549"/>
                  <a:pt x="10228135" y="3447883"/>
                </a:cubicBezTo>
                <a:cubicBezTo>
                  <a:pt x="10227838" y="3439549"/>
                  <a:pt x="10226201" y="3433249"/>
                  <a:pt x="10223224" y="3428982"/>
                </a:cubicBezTo>
                <a:cubicBezTo>
                  <a:pt x="10220247" y="3424716"/>
                  <a:pt x="10215387" y="3422583"/>
                  <a:pt x="10208639" y="3422583"/>
                </a:cubicBezTo>
                <a:close/>
                <a:moveTo>
                  <a:pt x="10123509" y="3422583"/>
                </a:moveTo>
                <a:cubicBezTo>
                  <a:pt x="10117556" y="3422583"/>
                  <a:pt x="10112719" y="3424617"/>
                  <a:pt x="10108999" y="3428685"/>
                </a:cubicBezTo>
                <a:cubicBezTo>
                  <a:pt x="10105278" y="3432752"/>
                  <a:pt x="10103417" y="3438805"/>
                  <a:pt x="10103417" y="3446842"/>
                </a:cubicBezTo>
                <a:lnTo>
                  <a:pt x="10103417" y="3563076"/>
                </a:lnTo>
                <a:cubicBezTo>
                  <a:pt x="10103417" y="3571014"/>
                  <a:pt x="10105278" y="3577116"/>
                  <a:pt x="10108999" y="3581382"/>
                </a:cubicBezTo>
                <a:cubicBezTo>
                  <a:pt x="10112719" y="3585649"/>
                  <a:pt x="10117556" y="3587782"/>
                  <a:pt x="10123509" y="3587782"/>
                </a:cubicBezTo>
                <a:cubicBezTo>
                  <a:pt x="10129463" y="3587782"/>
                  <a:pt x="10134374" y="3585698"/>
                  <a:pt x="10138243" y="3581531"/>
                </a:cubicBezTo>
                <a:cubicBezTo>
                  <a:pt x="10142113" y="3577364"/>
                  <a:pt x="10144047" y="3571212"/>
                  <a:pt x="10144047" y="3563076"/>
                </a:cubicBezTo>
                <a:lnTo>
                  <a:pt x="10144047" y="3445651"/>
                </a:lnTo>
                <a:cubicBezTo>
                  <a:pt x="10144047" y="3438408"/>
                  <a:pt x="10142113" y="3432752"/>
                  <a:pt x="10138243" y="3428685"/>
                </a:cubicBezTo>
                <a:cubicBezTo>
                  <a:pt x="10134374" y="3424617"/>
                  <a:pt x="10129463" y="3422583"/>
                  <a:pt x="10123509" y="3422583"/>
                </a:cubicBezTo>
                <a:close/>
                <a:moveTo>
                  <a:pt x="9760369" y="3422583"/>
                </a:moveTo>
                <a:cubicBezTo>
                  <a:pt x="9754317" y="3422583"/>
                  <a:pt x="9749455" y="3424592"/>
                  <a:pt x="9745783" y="3428610"/>
                </a:cubicBezTo>
                <a:cubicBezTo>
                  <a:pt x="9742113" y="3432629"/>
                  <a:pt x="9740277" y="3438706"/>
                  <a:pt x="9740277" y="3446842"/>
                </a:cubicBezTo>
                <a:lnTo>
                  <a:pt x="9740277" y="3527358"/>
                </a:lnTo>
                <a:cubicBezTo>
                  <a:pt x="9740277" y="3543530"/>
                  <a:pt x="9742807" y="3555933"/>
                  <a:pt x="9747867" y="3564565"/>
                </a:cubicBezTo>
                <a:cubicBezTo>
                  <a:pt x="9752133" y="3571708"/>
                  <a:pt x="9758161" y="3577314"/>
                  <a:pt x="9765950" y="3581382"/>
                </a:cubicBezTo>
                <a:cubicBezTo>
                  <a:pt x="9773739" y="3585450"/>
                  <a:pt x="9782544" y="3587484"/>
                  <a:pt x="9792367" y="3587484"/>
                </a:cubicBezTo>
                <a:cubicBezTo>
                  <a:pt x="9800503" y="3587484"/>
                  <a:pt x="9807746" y="3586467"/>
                  <a:pt x="9814095" y="3584433"/>
                </a:cubicBezTo>
                <a:cubicBezTo>
                  <a:pt x="9820446" y="3582399"/>
                  <a:pt x="9826299" y="3579299"/>
                  <a:pt x="9831657" y="3575131"/>
                </a:cubicBezTo>
                <a:cubicBezTo>
                  <a:pt x="9837015" y="3570964"/>
                  <a:pt x="9842125" y="3565805"/>
                  <a:pt x="9846987" y="3559653"/>
                </a:cubicBezTo>
                <a:lnTo>
                  <a:pt x="9846987" y="3564862"/>
                </a:lnTo>
                <a:cubicBezTo>
                  <a:pt x="9846987" y="3572105"/>
                  <a:pt x="9848797" y="3577736"/>
                  <a:pt x="9852419" y="3581754"/>
                </a:cubicBezTo>
                <a:cubicBezTo>
                  <a:pt x="9856041" y="3585773"/>
                  <a:pt x="9860629" y="3587782"/>
                  <a:pt x="9866185" y="3587782"/>
                </a:cubicBezTo>
                <a:cubicBezTo>
                  <a:pt x="9871742" y="3587782"/>
                  <a:pt x="9876281" y="3585847"/>
                  <a:pt x="9879803" y="3581977"/>
                </a:cubicBezTo>
                <a:cubicBezTo>
                  <a:pt x="9883325" y="3578108"/>
                  <a:pt x="9885087" y="3572304"/>
                  <a:pt x="9885087" y="3564565"/>
                </a:cubicBezTo>
                <a:lnTo>
                  <a:pt x="9885087" y="3446842"/>
                </a:lnTo>
                <a:cubicBezTo>
                  <a:pt x="9885087" y="3438706"/>
                  <a:pt x="9883251" y="3432629"/>
                  <a:pt x="9879580" y="3428610"/>
                </a:cubicBezTo>
                <a:cubicBezTo>
                  <a:pt x="9875909" y="3424592"/>
                  <a:pt x="9871047" y="3422583"/>
                  <a:pt x="9864995" y="3422583"/>
                </a:cubicBezTo>
                <a:cubicBezTo>
                  <a:pt x="9858943" y="3422583"/>
                  <a:pt x="9854031" y="3424617"/>
                  <a:pt x="9850261" y="3428685"/>
                </a:cubicBezTo>
                <a:cubicBezTo>
                  <a:pt x="9846491" y="3432752"/>
                  <a:pt x="9844605" y="3438805"/>
                  <a:pt x="9844605" y="3446842"/>
                </a:cubicBezTo>
                <a:lnTo>
                  <a:pt x="9844605" y="3496253"/>
                </a:lnTo>
                <a:cubicBezTo>
                  <a:pt x="9844605" y="3515699"/>
                  <a:pt x="9843465" y="3528300"/>
                  <a:pt x="9841183" y="3534055"/>
                </a:cubicBezTo>
                <a:cubicBezTo>
                  <a:pt x="9838405" y="3540603"/>
                  <a:pt x="9833989" y="3545911"/>
                  <a:pt x="9827937" y="3549979"/>
                </a:cubicBezTo>
                <a:cubicBezTo>
                  <a:pt x="9821885" y="3554047"/>
                  <a:pt x="9815435" y="3556081"/>
                  <a:pt x="9808589" y="3556081"/>
                </a:cubicBezTo>
                <a:cubicBezTo>
                  <a:pt x="9801545" y="3556081"/>
                  <a:pt x="9795963" y="3554271"/>
                  <a:pt x="9791846" y="3550649"/>
                </a:cubicBezTo>
                <a:cubicBezTo>
                  <a:pt x="9787729" y="3547028"/>
                  <a:pt x="9784876" y="3542017"/>
                  <a:pt x="9783288" y="3535618"/>
                </a:cubicBezTo>
                <a:cubicBezTo>
                  <a:pt x="9781701" y="3529218"/>
                  <a:pt x="9780907" y="3521305"/>
                  <a:pt x="9780907" y="3511879"/>
                </a:cubicBezTo>
                <a:lnTo>
                  <a:pt x="9780907" y="3446842"/>
                </a:lnTo>
                <a:cubicBezTo>
                  <a:pt x="9780907" y="3438805"/>
                  <a:pt x="9779022" y="3432752"/>
                  <a:pt x="9775251" y="3428685"/>
                </a:cubicBezTo>
                <a:cubicBezTo>
                  <a:pt x="9771481" y="3424617"/>
                  <a:pt x="9766521" y="3422583"/>
                  <a:pt x="9760369" y="3422583"/>
                </a:cubicBezTo>
                <a:close/>
                <a:moveTo>
                  <a:pt x="9440983" y="3422583"/>
                </a:moveTo>
                <a:cubicBezTo>
                  <a:pt x="9428879" y="3422583"/>
                  <a:pt x="9417817" y="3424542"/>
                  <a:pt x="9407795" y="3428461"/>
                </a:cubicBezTo>
                <a:cubicBezTo>
                  <a:pt x="9397774" y="3432380"/>
                  <a:pt x="9389241" y="3437961"/>
                  <a:pt x="9382197" y="3445204"/>
                </a:cubicBezTo>
                <a:cubicBezTo>
                  <a:pt x="9375152" y="3452447"/>
                  <a:pt x="9369745" y="3461179"/>
                  <a:pt x="9365974" y="3471398"/>
                </a:cubicBezTo>
                <a:cubicBezTo>
                  <a:pt x="9362204" y="3481618"/>
                  <a:pt x="9360319" y="3492879"/>
                  <a:pt x="9360319" y="3505182"/>
                </a:cubicBezTo>
                <a:cubicBezTo>
                  <a:pt x="9360319" y="3517386"/>
                  <a:pt x="9362179" y="3528523"/>
                  <a:pt x="9365900" y="3538594"/>
                </a:cubicBezTo>
                <a:cubicBezTo>
                  <a:pt x="9369621" y="3548665"/>
                  <a:pt x="9375077" y="3557396"/>
                  <a:pt x="9382271" y="3564788"/>
                </a:cubicBezTo>
                <a:cubicBezTo>
                  <a:pt x="9389465" y="3572180"/>
                  <a:pt x="9397973" y="3577860"/>
                  <a:pt x="9407795" y="3581829"/>
                </a:cubicBezTo>
                <a:cubicBezTo>
                  <a:pt x="9417618" y="3585797"/>
                  <a:pt x="9428681" y="3587782"/>
                  <a:pt x="9440983" y="3587782"/>
                </a:cubicBezTo>
                <a:cubicBezTo>
                  <a:pt x="9453387" y="3587782"/>
                  <a:pt x="9464549" y="3585822"/>
                  <a:pt x="9474470" y="3581903"/>
                </a:cubicBezTo>
                <a:cubicBezTo>
                  <a:pt x="9484392" y="3577984"/>
                  <a:pt x="9492925" y="3572353"/>
                  <a:pt x="9500069" y="3565011"/>
                </a:cubicBezTo>
                <a:cubicBezTo>
                  <a:pt x="9507212" y="3557669"/>
                  <a:pt x="9512669" y="3548888"/>
                  <a:pt x="9516439" y="3538669"/>
                </a:cubicBezTo>
                <a:cubicBezTo>
                  <a:pt x="9520210" y="3528449"/>
                  <a:pt x="9522095" y="3517287"/>
                  <a:pt x="9522095" y="3505182"/>
                </a:cubicBezTo>
                <a:cubicBezTo>
                  <a:pt x="9522095" y="3492978"/>
                  <a:pt x="9520235" y="3481816"/>
                  <a:pt x="9516515" y="3471696"/>
                </a:cubicBezTo>
                <a:cubicBezTo>
                  <a:pt x="9512793" y="3461576"/>
                  <a:pt x="9507361" y="3452844"/>
                  <a:pt x="9500217" y="3445502"/>
                </a:cubicBezTo>
                <a:cubicBezTo>
                  <a:pt x="9493073" y="3438160"/>
                  <a:pt x="9484491" y="3432504"/>
                  <a:pt x="9474470" y="3428536"/>
                </a:cubicBezTo>
                <a:cubicBezTo>
                  <a:pt x="9464449" y="3424567"/>
                  <a:pt x="9453287" y="3422583"/>
                  <a:pt x="9440983" y="3422583"/>
                </a:cubicBezTo>
                <a:close/>
                <a:moveTo>
                  <a:pt x="9265664" y="3422583"/>
                </a:moveTo>
                <a:cubicBezTo>
                  <a:pt x="9252469" y="3422583"/>
                  <a:pt x="9245870" y="3431711"/>
                  <a:pt x="9245870" y="3449967"/>
                </a:cubicBezTo>
                <a:lnTo>
                  <a:pt x="9245870" y="3563076"/>
                </a:lnTo>
                <a:cubicBezTo>
                  <a:pt x="9245870" y="3571212"/>
                  <a:pt x="9247755" y="3577364"/>
                  <a:pt x="9251525" y="3581531"/>
                </a:cubicBezTo>
                <a:cubicBezTo>
                  <a:pt x="9255296" y="3585698"/>
                  <a:pt x="9260108" y="3587782"/>
                  <a:pt x="9265961" y="3587782"/>
                </a:cubicBezTo>
                <a:cubicBezTo>
                  <a:pt x="9271915" y="3587782"/>
                  <a:pt x="9276826" y="3585723"/>
                  <a:pt x="9280695" y="3581605"/>
                </a:cubicBezTo>
                <a:cubicBezTo>
                  <a:pt x="9284565" y="3577488"/>
                  <a:pt x="9286500" y="3571311"/>
                  <a:pt x="9286500" y="3563076"/>
                </a:cubicBezTo>
                <a:lnTo>
                  <a:pt x="9286500" y="3529144"/>
                </a:lnTo>
                <a:cubicBezTo>
                  <a:pt x="9286500" y="3516940"/>
                  <a:pt x="9286897" y="3506596"/>
                  <a:pt x="9287691" y="3498113"/>
                </a:cubicBezTo>
                <a:cubicBezTo>
                  <a:pt x="9288485" y="3489630"/>
                  <a:pt x="9289923" y="3482312"/>
                  <a:pt x="9292007" y="3476161"/>
                </a:cubicBezTo>
                <a:cubicBezTo>
                  <a:pt x="9294090" y="3470009"/>
                  <a:pt x="9297017" y="3465371"/>
                  <a:pt x="9300787" y="3462245"/>
                </a:cubicBezTo>
                <a:cubicBezTo>
                  <a:pt x="9304558" y="3459120"/>
                  <a:pt x="9309419" y="3457557"/>
                  <a:pt x="9315373" y="3457557"/>
                </a:cubicBezTo>
                <a:cubicBezTo>
                  <a:pt x="9319739" y="3457557"/>
                  <a:pt x="9324774" y="3458475"/>
                  <a:pt x="9330479" y="3460311"/>
                </a:cubicBezTo>
                <a:cubicBezTo>
                  <a:pt x="9336184" y="3462146"/>
                  <a:pt x="9339781" y="3463064"/>
                  <a:pt x="9341269" y="3463064"/>
                </a:cubicBezTo>
                <a:cubicBezTo>
                  <a:pt x="9345237" y="3463064"/>
                  <a:pt x="9348933" y="3461452"/>
                  <a:pt x="9352357" y="3458227"/>
                </a:cubicBezTo>
                <a:cubicBezTo>
                  <a:pt x="9355780" y="3455002"/>
                  <a:pt x="9357491" y="3450910"/>
                  <a:pt x="9357491" y="3445949"/>
                </a:cubicBezTo>
                <a:cubicBezTo>
                  <a:pt x="9357491" y="3438904"/>
                  <a:pt x="9353473" y="3433249"/>
                  <a:pt x="9345436" y="3428982"/>
                </a:cubicBezTo>
                <a:cubicBezTo>
                  <a:pt x="9337399" y="3424716"/>
                  <a:pt x="9329115" y="3422583"/>
                  <a:pt x="9320581" y="3422583"/>
                </a:cubicBezTo>
                <a:cubicBezTo>
                  <a:pt x="9312049" y="3422583"/>
                  <a:pt x="9305228" y="3424716"/>
                  <a:pt x="9300117" y="3428982"/>
                </a:cubicBezTo>
                <a:cubicBezTo>
                  <a:pt x="9295008" y="3433249"/>
                  <a:pt x="9290023" y="3439549"/>
                  <a:pt x="9285161" y="3447883"/>
                </a:cubicBezTo>
                <a:cubicBezTo>
                  <a:pt x="9284863" y="3439549"/>
                  <a:pt x="9283225" y="3433249"/>
                  <a:pt x="9280249" y="3428982"/>
                </a:cubicBezTo>
                <a:cubicBezTo>
                  <a:pt x="9277273" y="3424716"/>
                  <a:pt x="9272411" y="3422583"/>
                  <a:pt x="9265664" y="3422583"/>
                </a:cubicBezTo>
                <a:close/>
                <a:moveTo>
                  <a:pt x="9073675" y="3422583"/>
                </a:moveTo>
                <a:cubicBezTo>
                  <a:pt x="9067822" y="3422583"/>
                  <a:pt x="9063209" y="3424493"/>
                  <a:pt x="9059835" y="3428312"/>
                </a:cubicBezTo>
                <a:cubicBezTo>
                  <a:pt x="9056461" y="3432132"/>
                  <a:pt x="9054775" y="3437912"/>
                  <a:pt x="9054775" y="3445651"/>
                </a:cubicBezTo>
                <a:lnTo>
                  <a:pt x="9054775" y="3620970"/>
                </a:lnTo>
                <a:cubicBezTo>
                  <a:pt x="9054775" y="3629801"/>
                  <a:pt x="9056015" y="3636523"/>
                  <a:pt x="9058495" y="3641137"/>
                </a:cubicBezTo>
                <a:cubicBezTo>
                  <a:pt x="9060976" y="3645750"/>
                  <a:pt x="9066036" y="3648057"/>
                  <a:pt x="9073675" y="3648057"/>
                </a:cubicBezTo>
                <a:cubicBezTo>
                  <a:pt x="9086674" y="3648057"/>
                  <a:pt x="9093172" y="3639127"/>
                  <a:pt x="9093172" y="3621268"/>
                </a:cubicBezTo>
                <a:lnTo>
                  <a:pt x="9093172" y="3560249"/>
                </a:lnTo>
                <a:cubicBezTo>
                  <a:pt x="9100316" y="3569277"/>
                  <a:pt x="9107832" y="3576124"/>
                  <a:pt x="9115719" y="3580787"/>
                </a:cubicBezTo>
                <a:cubicBezTo>
                  <a:pt x="9123607" y="3585450"/>
                  <a:pt x="9133356" y="3587782"/>
                  <a:pt x="9144965" y="3587782"/>
                </a:cubicBezTo>
                <a:cubicBezTo>
                  <a:pt x="9154589" y="3587782"/>
                  <a:pt x="9163593" y="3585872"/>
                  <a:pt x="9171977" y="3582052"/>
                </a:cubicBezTo>
                <a:cubicBezTo>
                  <a:pt x="9180361" y="3578232"/>
                  <a:pt x="9187629" y="3572775"/>
                  <a:pt x="9193780" y="3565681"/>
                </a:cubicBezTo>
                <a:cubicBezTo>
                  <a:pt x="9199932" y="3558587"/>
                  <a:pt x="9204769" y="3549806"/>
                  <a:pt x="9208291" y="3539338"/>
                </a:cubicBezTo>
                <a:cubicBezTo>
                  <a:pt x="9211813" y="3528871"/>
                  <a:pt x="9213574" y="3517386"/>
                  <a:pt x="9213574" y="3504885"/>
                </a:cubicBezTo>
                <a:cubicBezTo>
                  <a:pt x="9213574" y="3487918"/>
                  <a:pt x="9210523" y="3473234"/>
                  <a:pt x="9204421" y="3460831"/>
                </a:cubicBezTo>
                <a:cubicBezTo>
                  <a:pt x="9198319" y="3448429"/>
                  <a:pt x="9190010" y="3439003"/>
                  <a:pt x="9179493" y="3432554"/>
                </a:cubicBezTo>
                <a:cubicBezTo>
                  <a:pt x="9168975" y="3426105"/>
                  <a:pt x="9157466" y="3422880"/>
                  <a:pt x="9144965" y="3422880"/>
                </a:cubicBezTo>
                <a:cubicBezTo>
                  <a:pt x="9134547" y="3422880"/>
                  <a:pt x="9125221" y="3425088"/>
                  <a:pt x="9116985" y="3429503"/>
                </a:cubicBezTo>
                <a:cubicBezTo>
                  <a:pt x="9108750" y="3433918"/>
                  <a:pt x="9100813" y="3440839"/>
                  <a:pt x="9093172" y="3450265"/>
                </a:cubicBezTo>
                <a:lnTo>
                  <a:pt x="9093172" y="3445353"/>
                </a:lnTo>
                <a:cubicBezTo>
                  <a:pt x="9093172" y="3438011"/>
                  <a:pt x="9091362" y="3432380"/>
                  <a:pt x="9087740" y="3428461"/>
                </a:cubicBezTo>
                <a:cubicBezTo>
                  <a:pt x="9084119" y="3424542"/>
                  <a:pt x="9079431" y="3422583"/>
                  <a:pt x="9073675" y="3422583"/>
                </a:cubicBezTo>
                <a:close/>
                <a:moveTo>
                  <a:pt x="8770364" y="3422583"/>
                </a:moveTo>
                <a:cubicBezTo>
                  <a:pt x="8757169" y="3422583"/>
                  <a:pt x="8750570" y="3431711"/>
                  <a:pt x="8750570" y="3449967"/>
                </a:cubicBezTo>
                <a:lnTo>
                  <a:pt x="8750570" y="3563076"/>
                </a:lnTo>
                <a:cubicBezTo>
                  <a:pt x="8750570" y="3571212"/>
                  <a:pt x="8752455" y="3577364"/>
                  <a:pt x="8756226" y="3581531"/>
                </a:cubicBezTo>
                <a:cubicBezTo>
                  <a:pt x="8759996" y="3585698"/>
                  <a:pt x="8764808" y="3587782"/>
                  <a:pt x="8770662" y="3587782"/>
                </a:cubicBezTo>
                <a:cubicBezTo>
                  <a:pt x="8776615" y="3587782"/>
                  <a:pt x="8781526" y="3585723"/>
                  <a:pt x="8785396" y="3581605"/>
                </a:cubicBezTo>
                <a:cubicBezTo>
                  <a:pt x="8789265" y="3577488"/>
                  <a:pt x="8791200" y="3571311"/>
                  <a:pt x="8791200" y="3563076"/>
                </a:cubicBezTo>
                <a:lnTo>
                  <a:pt x="8791200" y="3529144"/>
                </a:lnTo>
                <a:cubicBezTo>
                  <a:pt x="8791200" y="3516940"/>
                  <a:pt x="8791597" y="3506596"/>
                  <a:pt x="8792391" y="3498113"/>
                </a:cubicBezTo>
                <a:cubicBezTo>
                  <a:pt x="8793185" y="3489630"/>
                  <a:pt x="8794623" y="3482312"/>
                  <a:pt x="8796707" y="3476161"/>
                </a:cubicBezTo>
                <a:cubicBezTo>
                  <a:pt x="8798790" y="3470009"/>
                  <a:pt x="8801718" y="3465371"/>
                  <a:pt x="8805488" y="3462245"/>
                </a:cubicBezTo>
                <a:cubicBezTo>
                  <a:pt x="8809258" y="3459120"/>
                  <a:pt x="8814120" y="3457557"/>
                  <a:pt x="8820073" y="3457557"/>
                </a:cubicBezTo>
                <a:cubicBezTo>
                  <a:pt x="8824439" y="3457557"/>
                  <a:pt x="8829474" y="3458475"/>
                  <a:pt x="8835179" y="3460311"/>
                </a:cubicBezTo>
                <a:cubicBezTo>
                  <a:pt x="8840884" y="3462146"/>
                  <a:pt x="8844481" y="3463064"/>
                  <a:pt x="8845969" y="3463064"/>
                </a:cubicBezTo>
                <a:cubicBezTo>
                  <a:pt x="8849937" y="3463064"/>
                  <a:pt x="8853633" y="3461452"/>
                  <a:pt x="8857057" y="3458227"/>
                </a:cubicBezTo>
                <a:cubicBezTo>
                  <a:pt x="8860479" y="3455002"/>
                  <a:pt x="8862191" y="3450910"/>
                  <a:pt x="8862191" y="3445949"/>
                </a:cubicBezTo>
                <a:cubicBezTo>
                  <a:pt x="8862191" y="3438904"/>
                  <a:pt x="8858173" y="3433249"/>
                  <a:pt x="8850136" y="3428982"/>
                </a:cubicBezTo>
                <a:cubicBezTo>
                  <a:pt x="8842099" y="3424716"/>
                  <a:pt x="8833815" y="3422583"/>
                  <a:pt x="8825281" y="3422583"/>
                </a:cubicBezTo>
                <a:cubicBezTo>
                  <a:pt x="8816749" y="3422583"/>
                  <a:pt x="8809928" y="3424716"/>
                  <a:pt x="8804818" y="3428982"/>
                </a:cubicBezTo>
                <a:cubicBezTo>
                  <a:pt x="8799708" y="3433249"/>
                  <a:pt x="8794723" y="3439549"/>
                  <a:pt x="8789861" y="3447883"/>
                </a:cubicBezTo>
                <a:cubicBezTo>
                  <a:pt x="8789563" y="3439549"/>
                  <a:pt x="8787926" y="3433249"/>
                  <a:pt x="8784949" y="3428982"/>
                </a:cubicBezTo>
                <a:cubicBezTo>
                  <a:pt x="8781973" y="3424716"/>
                  <a:pt x="8777112" y="3422583"/>
                  <a:pt x="8770364" y="3422583"/>
                </a:cubicBezTo>
                <a:close/>
                <a:moveTo>
                  <a:pt x="8256014" y="3422583"/>
                </a:moveTo>
                <a:cubicBezTo>
                  <a:pt x="8242819" y="3422583"/>
                  <a:pt x="8236220" y="3431711"/>
                  <a:pt x="8236220" y="3449967"/>
                </a:cubicBezTo>
                <a:lnTo>
                  <a:pt x="8236220" y="3563076"/>
                </a:lnTo>
                <a:cubicBezTo>
                  <a:pt x="8236220" y="3571212"/>
                  <a:pt x="8238105" y="3577364"/>
                  <a:pt x="8241876" y="3581531"/>
                </a:cubicBezTo>
                <a:cubicBezTo>
                  <a:pt x="8245646" y="3585698"/>
                  <a:pt x="8250458" y="3587782"/>
                  <a:pt x="8256312" y="3587782"/>
                </a:cubicBezTo>
                <a:cubicBezTo>
                  <a:pt x="8262265" y="3587782"/>
                  <a:pt x="8267176" y="3585723"/>
                  <a:pt x="8271046" y="3581605"/>
                </a:cubicBezTo>
                <a:cubicBezTo>
                  <a:pt x="8274915" y="3577488"/>
                  <a:pt x="8276850" y="3571311"/>
                  <a:pt x="8276850" y="3563076"/>
                </a:cubicBezTo>
                <a:lnTo>
                  <a:pt x="8276850" y="3529144"/>
                </a:lnTo>
                <a:cubicBezTo>
                  <a:pt x="8276850" y="3516940"/>
                  <a:pt x="8277247" y="3506596"/>
                  <a:pt x="8278041" y="3498113"/>
                </a:cubicBezTo>
                <a:cubicBezTo>
                  <a:pt x="8278835" y="3489630"/>
                  <a:pt x="8280273" y="3482312"/>
                  <a:pt x="8282357" y="3476161"/>
                </a:cubicBezTo>
                <a:cubicBezTo>
                  <a:pt x="8284440" y="3470009"/>
                  <a:pt x="8287368" y="3465371"/>
                  <a:pt x="8291138" y="3462245"/>
                </a:cubicBezTo>
                <a:cubicBezTo>
                  <a:pt x="8294908" y="3459120"/>
                  <a:pt x="8299770" y="3457557"/>
                  <a:pt x="8305723" y="3457557"/>
                </a:cubicBezTo>
                <a:cubicBezTo>
                  <a:pt x="8310089" y="3457557"/>
                  <a:pt x="8315124" y="3458475"/>
                  <a:pt x="8320829" y="3460311"/>
                </a:cubicBezTo>
                <a:cubicBezTo>
                  <a:pt x="8326534" y="3462146"/>
                  <a:pt x="8330131" y="3463064"/>
                  <a:pt x="8331619" y="3463064"/>
                </a:cubicBezTo>
                <a:cubicBezTo>
                  <a:pt x="8335588" y="3463064"/>
                  <a:pt x="8339284" y="3461452"/>
                  <a:pt x="8342707" y="3458227"/>
                </a:cubicBezTo>
                <a:cubicBezTo>
                  <a:pt x="8346130" y="3455002"/>
                  <a:pt x="8347841" y="3450910"/>
                  <a:pt x="8347841" y="3445949"/>
                </a:cubicBezTo>
                <a:cubicBezTo>
                  <a:pt x="8347841" y="3438904"/>
                  <a:pt x="8343823" y="3433249"/>
                  <a:pt x="8335786" y="3428982"/>
                </a:cubicBezTo>
                <a:cubicBezTo>
                  <a:pt x="8327749" y="3424716"/>
                  <a:pt x="8319465" y="3422583"/>
                  <a:pt x="8310932" y="3422583"/>
                </a:cubicBezTo>
                <a:cubicBezTo>
                  <a:pt x="8302399" y="3422583"/>
                  <a:pt x="8295578" y="3424716"/>
                  <a:pt x="8290468" y="3428982"/>
                </a:cubicBezTo>
                <a:cubicBezTo>
                  <a:pt x="8285358" y="3433249"/>
                  <a:pt x="8280373" y="3439549"/>
                  <a:pt x="8275511" y="3447883"/>
                </a:cubicBezTo>
                <a:cubicBezTo>
                  <a:pt x="8275213" y="3439549"/>
                  <a:pt x="8273576" y="3433249"/>
                  <a:pt x="8270599" y="3428982"/>
                </a:cubicBezTo>
                <a:cubicBezTo>
                  <a:pt x="8267623" y="3424716"/>
                  <a:pt x="8262762" y="3422583"/>
                  <a:pt x="8256014" y="3422583"/>
                </a:cubicBezTo>
                <a:close/>
                <a:moveTo>
                  <a:pt x="6922514" y="3422583"/>
                </a:moveTo>
                <a:cubicBezTo>
                  <a:pt x="6909318" y="3422583"/>
                  <a:pt x="6902720" y="3431711"/>
                  <a:pt x="6902720" y="3449967"/>
                </a:cubicBezTo>
                <a:lnTo>
                  <a:pt x="6902720" y="3563076"/>
                </a:lnTo>
                <a:cubicBezTo>
                  <a:pt x="6902720" y="3571212"/>
                  <a:pt x="6904605" y="3577364"/>
                  <a:pt x="6908376" y="3581531"/>
                </a:cubicBezTo>
                <a:cubicBezTo>
                  <a:pt x="6912146" y="3585698"/>
                  <a:pt x="6916958" y="3587782"/>
                  <a:pt x="6922812" y="3587782"/>
                </a:cubicBezTo>
                <a:cubicBezTo>
                  <a:pt x="6928765" y="3587782"/>
                  <a:pt x="6933677" y="3585723"/>
                  <a:pt x="6937546" y="3581605"/>
                </a:cubicBezTo>
                <a:cubicBezTo>
                  <a:pt x="6941416" y="3577488"/>
                  <a:pt x="6943350" y="3571311"/>
                  <a:pt x="6943350" y="3563076"/>
                </a:cubicBezTo>
                <a:lnTo>
                  <a:pt x="6943350" y="3529144"/>
                </a:lnTo>
                <a:cubicBezTo>
                  <a:pt x="6943350" y="3516940"/>
                  <a:pt x="6943747" y="3506596"/>
                  <a:pt x="6944541" y="3498113"/>
                </a:cubicBezTo>
                <a:cubicBezTo>
                  <a:pt x="6945335" y="3489630"/>
                  <a:pt x="6946773" y="3482312"/>
                  <a:pt x="6948857" y="3476161"/>
                </a:cubicBezTo>
                <a:cubicBezTo>
                  <a:pt x="6950941" y="3470009"/>
                  <a:pt x="6953867" y="3465371"/>
                  <a:pt x="6957638" y="3462245"/>
                </a:cubicBezTo>
                <a:cubicBezTo>
                  <a:pt x="6961408" y="3459120"/>
                  <a:pt x="6966270" y="3457557"/>
                  <a:pt x="6972223" y="3457557"/>
                </a:cubicBezTo>
                <a:cubicBezTo>
                  <a:pt x="6976588" y="3457557"/>
                  <a:pt x="6981624" y="3458475"/>
                  <a:pt x="6987329" y="3460311"/>
                </a:cubicBezTo>
                <a:cubicBezTo>
                  <a:pt x="6993034" y="3462146"/>
                  <a:pt x="6996631" y="3463064"/>
                  <a:pt x="6998119" y="3463064"/>
                </a:cubicBezTo>
                <a:cubicBezTo>
                  <a:pt x="7002088" y="3463064"/>
                  <a:pt x="7005784" y="3461452"/>
                  <a:pt x="7009207" y="3458227"/>
                </a:cubicBezTo>
                <a:cubicBezTo>
                  <a:pt x="7012630" y="3455002"/>
                  <a:pt x="7014341" y="3450910"/>
                  <a:pt x="7014341" y="3445949"/>
                </a:cubicBezTo>
                <a:cubicBezTo>
                  <a:pt x="7014341" y="3438904"/>
                  <a:pt x="7010323" y="3433249"/>
                  <a:pt x="7002286" y="3428982"/>
                </a:cubicBezTo>
                <a:cubicBezTo>
                  <a:pt x="6994250" y="3424716"/>
                  <a:pt x="6985965" y="3422583"/>
                  <a:pt x="6977432" y="3422583"/>
                </a:cubicBezTo>
                <a:cubicBezTo>
                  <a:pt x="6968899" y="3422583"/>
                  <a:pt x="6962078" y="3424716"/>
                  <a:pt x="6956968" y="3428982"/>
                </a:cubicBezTo>
                <a:cubicBezTo>
                  <a:pt x="6951858" y="3433249"/>
                  <a:pt x="6946873" y="3439549"/>
                  <a:pt x="6942011" y="3447883"/>
                </a:cubicBezTo>
                <a:cubicBezTo>
                  <a:pt x="6941713" y="3439549"/>
                  <a:pt x="6940076" y="3433249"/>
                  <a:pt x="6937100" y="3428982"/>
                </a:cubicBezTo>
                <a:cubicBezTo>
                  <a:pt x="6934123" y="3424716"/>
                  <a:pt x="6929261" y="3422583"/>
                  <a:pt x="6922514" y="3422583"/>
                </a:cubicBezTo>
                <a:close/>
                <a:moveTo>
                  <a:pt x="6549551" y="3422583"/>
                </a:moveTo>
                <a:cubicBezTo>
                  <a:pt x="6543697" y="3422583"/>
                  <a:pt x="6539084" y="3424493"/>
                  <a:pt x="6535710" y="3428312"/>
                </a:cubicBezTo>
                <a:cubicBezTo>
                  <a:pt x="6532337" y="3432132"/>
                  <a:pt x="6530651" y="3437912"/>
                  <a:pt x="6530651" y="3445651"/>
                </a:cubicBezTo>
                <a:lnTo>
                  <a:pt x="6530651" y="3620970"/>
                </a:lnTo>
                <a:cubicBezTo>
                  <a:pt x="6530651" y="3629801"/>
                  <a:pt x="6531890" y="3636523"/>
                  <a:pt x="6534371" y="3641137"/>
                </a:cubicBezTo>
                <a:cubicBezTo>
                  <a:pt x="6536851" y="3645750"/>
                  <a:pt x="6541911" y="3648057"/>
                  <a:pt x="6549551" y="3648057"/>
                </a:cubicBezTo>
                <a:cubicBezTo>
                  <a:pt x="6562549" y="3648057"/>
                  <a:pt x="6569048" y="3639127"/>
                  <a:pt x="6569048" y="3621268"/>
                </a:cubicBezTo>
                <a:lnTo>
                  <a:pt x="6569048" y="3560249"/>
                </a:lnTo>
                <a:cubicBezTo>
                  <a:pt x="6576191" y="3569277"/>
                  <a:pt x="6583707" y="3576124"/>
                  <a:pt x="6591595" y="3580787"/>
                </a:cubicBezTo>
                <a:cubicBezTo>
                  <a:pt x="6599483" y="3585450"/>
                  <a:pt x="6609231" y="3587782"/>
                  <a:pt x="6620840" y="3587782"/>
                </a:cubicBezTo>
                <a:cubicBezTo>
                  <a:pt x="6630464" y="3587782"/>
                  <a:pt x="6639468" y="3585872"/>
                  <a:pt x="6647852" y="3582052"/>
                </a:cubicBezTo>
                <a:cubicBezTo>
                  <a:pt x="6656236" y="3578232"/>
                  <a:pt x="6663504" y="3572775"/>
                  <a:pt x="6669655" y="3565681"/>
                </a:cubicBezTo>
                <a:cubicBezTo>
                  <a:pt x="6675807" y="3558587"/>
                  <a:pt x="6680644" y="3549806"/>
                  <a:pt x="6684166" y="3539338"/>
                </a:cubicBezTo>
                <a:cubicBezTo>
                  <a:pt x="6687688" y="3528871"/>
                  <a:pt x="6689450" y="3517386"/>
                  <a:pt x="6689450" y="3504885"/>
                </a:cubicBezTo>
                <a:cubicBezTo>
                  <a:pt x="6689450" y="3487918"/>
                  <a:pt x="6686399" y="3473234"/>
                  <a:pt x="6680297" y="3460831"/>
                </a:cubicBezTo>
                <a:cubicBezTo>
                  <a:pt x="6674195" y="3448429"/>
                  <a:pt x="6665885" y="3439003"/>
                  <a:pt x="6655368" y="3432554"/>
                </a:cubicBezTo>
                <a:cubicBezTo>
                  <a:pt x="6644851" y="3426105"/>
                  <a:pt x="6633341" y="3422880"/>
                  <a:pt x="6620840" y="3422880"/>
                </a:cubicBezTo>
                <a:cubicBezTo>
                  <a:pt x="6610422" y="3422880"/>
                  <a:pt x="6601095" y="3425088"/>
                  <a:pt x="6592860" y="3429503"/>
                </a:cubicBezTo>
                <a:cubicBezTo>
                  <a:pt x="6584625" y="3433918"/>
                  <a:pt x="6576688" y="3440839"/>
                  <a:pt x="6569048" y="3450265"/>
                </a:cubicBezTo>
                <a:lnTo>
                  <a:pt x="6569048" y="3445353"/>
                </a:lnTo>
                <a:cubicBezTo>
                  <a:pt x="6569048" y="3438011"/>
                  <a:pt x="6567237" y="3432380"/>
                  <a:pt x="6563615" y="3428461"/>
                </a:cubicBezTo>
                <a:cubicBezTo>
                  <a:pt x="6559994" y="3424542"/>
                  <a:pt x="6555306" y="3422583"/>
                  <a:pt x="6549551" y="3422583"/>
                </a:cubicBezTo>
                <a:close/>
                <a:moveTo>
                  <a:pt x="6097709" y="3422583"/>
                </a:moveTo>
                <a:cubicBezTo>
                  <a:pt x="6085604" y="3422583"/>
                  <a:pt x="6074541" y="3424542"/>
                  <a:pt x="6064520" y="3428461"/>
                </a:cubicBezTo>
                <a:cubicBezTo>
                  <a:pt x="6054500" y="3432380"/>
                  <a:pt x="6045966" y="3437961"/>
                  <a:pt x="6038923" y="3445204"/>
                </a:cubicBezTo>
                <a:cubicBezTo>
                  <a:pt x="6031877" y="3452447"/>
                  <a:pt x="6026470" y="3461179"/>
                  <a:pt x="6022700" y="3471398"/>
                </a:cubicBezTo>
                <a:cubicBezTo>
                  <a:pt x="6018929" y="3481618"/>
                  <a:pt x="6017044" y="3492879"/>
                  <a:pt x="6017044" y="3505182"/>
                </a:cubicBezTo>
                <a:cubicBezTo>
                  <a:pt x="6017044" y="3517386"/>
                  <a:pt x="6018905" y="3528523"/>
                  <a:pt x="6022625" y="3538594"/>
                </a:cubicBezTo>
                <a:cubicBezTo>
                  <a:pt x="6026346" y="3548665"/>
                  <a:pt x="6031803" y="3557396"/>
                  <a:pt x="6038996" y="3564788"/>
                </a:cubicBezTo>
                <a:cubicBezTo>
                  <a:pt x="6046190" y="3572180"/>
                  <a:pt x="6054698" y="3577860"/>
                  <a:pt x="6064520" y="3581829"/>
                </a:cubicBezTo>
                <a:cubicBezTo>
                  <a:pt x="6074343" y="3585797"/>
                  <a:pt x="6085406" y="3587782"/>
                  <a:pt x="6097709" y="3587782"/>
                </a:cubicBezTo>
                <a:cubicBezTo>
                  <a:pt x="6110112" y="3587782"/>
                  <a:pt x="6121274" y="3585822"/>
                  <a:pt x="6131195" y="3581903"/>
                </a:cubicBezTo>
                <a:cubicBezTo>
                  <a:pt x="6141117" y="3577984"/>
                  <a:pt x="6149650" y="3572353"/>
                  <a:pt x="6156794" y="3565011"/>
                </a:cubicBezTo>
                <a:cubicBezTo>
                  <a:pt x="6163938" y="3557669"/>
                  <a:pt x="6169394" y="3548888"/>
                  <a:pt x="6173165" y="3538669"/>
                </a:cubicBezTo>
                <a:cubicBezTo>
                  <a:pt x="6176935" y="3528449"/>
                  <a:pt x="6178820" y="3517287"/>
                  <a:pt x="6178820" y="3505182"/>
                </a:cubicBezTo>
                <a:cubicBezTo>
                  <a:pt x="6178820" y="3492978"/>
                  <a:pt x="6176960" y="3481816"/>
                  <a:pt x="6173239" y="3471696"/>
                </a:cubicBezTo>
                <a:cubicBezTo>
                  <a:pt x="6169519" y="3461576"/>
                  <a:pt x="6164087" y="3452844"/>
                  <a:pt x="6156943" y="3445502"/>
                </a:cubicBezTo>
                <a:cubicBezTo>
                  <a:pt x="6149799" y="3438160"/>
                  <a:pt x="6141216" y="3432504"/>
                  <a:pt x="6131195" y="3428536"/>
                </a:cubicBezTo>
                <a:cubicBezTo>
                  <a:pt x="6121175" y="3424567"/>
                  <a:pt x="6110012" y="3422583"/>
                  <a:pt x="6097709" y="3422583"/>
                </a:cubicBezTo>
                <a:close/>
                <a:moveTo>
                  <a:pt x="5863453" y="3422583"/>
                </a:moveTo>
                <a:cubicBezTo>
                  <a:pt x="5857599" y="3422583"/>
                  <a:pt x="5852987" y="3424493"/>
                  <a:pt x="5849612" y="3428312"/>
                </a:cubicBezTo>
                <a:cubicBezTo>
                  <a:pt x="5846239" y="3432132"/>
                  <a:pt x="5844553" y="3437912"/>
                  <a:pt x="5844553" y="3445651"/>
                </a:cubicBezTo>
                <a:lnTo>
                  <a:pt x="5844553" y="3563076"/>
                </a:lnTo>
                <a:cubicBezTo>
                  <a:pt x="5844553" y="3571014"/>
                  <a:pt x="5846438" y="3577116"/>
                  <a:pt x="5850209" y="3581382"/>
                </a:cubicBezTo>
                <a:cubicBezTo>
                  <a:pt x="5853979" y="3585649"/>
                  <a:pt x="5858790" y="3587782"/>
                  <a:pt x="5864644" y="3587782"/>
                </a:cubicBezTo>
                <a:cubicBezTo>
                  <a:pt x="5870697" y="3587782"/>
                  <a:pt x="5875633" y="3585723"/>
                  <a:pt x="5879453" y="3581605"/>
                </a:cubicBezTo>
                <a:cubicBezTo>
                  <a:pt x="5883272" y="3577488"/>
                  <a:pt x="5885183" y="3571311"/>
                  <a:pt x="5885183" y="3563076"/>
                </a:cubicBezTo>
                <a:lnTo>
                  <a:pt x="5885183" y="3512177"/>
                </a:lnTo>
                <a:cubicBezTo>
                  <a:pt x="5885183" y="3495608"/>
                  <a:pt x="5886175" y="3484297"/>
                  <a:pt x="5888159" y="3478244"/>
                </a:cubicBezTo>
                <a:cubicBezTo>
                  <a:pt x="5890937" y="3470704"/>
                  <a:pt x="5895303" y="3464775"/>
                  <a:pt x="5901256" y="3460459"/>
                </a:cubicBezTo>
                <a:cubicBezTo>
                  <a:pt x="5907210" y="3456143"/>
                  <a:pt x="5913807" y="3453985"/>
                  <a:pt x="5921050" y="3453985"/>
                </a:cubicBezTo>
                <a:cubicBezTo>
                  <a:pt x="5932162" y="3453985"/>
                  <a:pt x="5939579" y="3457532"/>
                  <a:pt x="5943301" y="3464627"/>
                </a:cubicBezTo>
                <a:cubicBezTo>
                  <a:pt x="5947020" y="3471721"/>
                  <a:pt x="5948881" y="3481965"/>
                  <a:pt x="5948881" y="3495360"/>
                </a:cubicBezTo>
                <a:lnTo>
                  <a:pt x="5948881" y="3563076"/>
                </a:lnTo>
                <a:cubicBezTo>
                  <a:pt x="5948881" y="3571014"/>
                  <a:pt x="5950766" y="3577116"/>
                  <a:pt x="5954536" y="3581382"/>
                </a:cubicBezTo>
                <a:cubicBezTo>
                  <a:pt x="5958307" y="3585649"/>
                  <a:pt x="5963218" y="3587782"/>
                  <a:pt x="5969270" y="3587782"/>
                </a:cubicBezTo>
                <a:cubicBezTo>
                  <a:pt x="5975223" y="3587782"/>
                  <a:pt x="5980060" y="3585698"/>
                  <a:pt x="5983781" y="3581531"/>
                </a:cubicBezTo>
                <a:cubicBezTo>
                  <a:pt x="5987502" y="3577364"/>
                  <a:pt x="5989362" y="3571212"/>
                  <a:pt x="5989362" y="3563076"/>
                </a:cubicBezTo>
                <a:lnTo>
                  <a:pt x="5989362" y="3487472"/>
                </a:lnTo>
                <a:cubicBezTo>
                  <a:pt x="5989362" y="3478542"/>
                  <a:pt x="5988966" y="3471200"/>
                  <a:pt x="5988171" y="3465445"/>
                </a:cubicBezTo>
                <a:cubicBezTo>
                  <a:pt x="5987378" y="3459690"/>
                  <a:pt x="5985641" y="3454333"/>
                  <a:pt x="5982962" y="3449372"/>
                </a:cubicBezTo>
                <a:cubicBezTo>
                  <a:pt x="5978795" y="3440839"/>
                  <a:pt x="5972496" y="3434241"/>
                  <a:pt x="5964062" y="3429578"/>
                </a:cubicBezTo>
                <a:cubicBezTo>
                  <a:pt x="5955629" y="3424914"/>
                  <a:pt x="5946053" y="3422583"/>
                  <a:pt x="5935337" y="3422583"/>
                </a:cubicBezTo>
                <a:cubicBezTo>
                  <a:pt x="5924324" y="3422583"/>
                  <a:pt x="5914576" y="3424790"/>
                  <a:pt x="5906093" y="3429205"/>
                </a:cubicBezTo>
                <a:cubicBezTo>
                  <a:pt x="5897610" y="3433621"/>
                  <a:pt x="5889796" y="3440541"/>
                  <a:pt x="5882653" y="3449967"/>
                </a:cubicBezTo>
                <a:lnTo>
                  <a:pt x="5882653" y="3445056"/>
                </a:lnTo>
                <a:cubicBezTo>
                  <a:pt x="5882653" y="3440194"/>
                  <a:pt x="5881785" y="3436076"/>
                  <a:pt x="5880048" y="3432703"/>
                </a:cubicBezTo>
                <a:cubicBezTo>
                  <a:pt x="5878312" y="3429329"/>
                  <a:pt x="5876006" y="3426799"/>
                  <a:pt x="5873127" y="3425113"/>
                </a:cubicBezTo>
                <a:cubicBezTo>
                  <a:pt x="5870250" y="3423426"/>
                  <a:pt x="5867025" y="3422583"/>
                  <a:pt x="5863453" y="3422583"/>
                </a:cubicBezTo>
                <a:close/>
                <a:moveTo>
                  <a:pt x="5780110" y="3422583"/>
                </a:moveTo>
                <a:cubicBezTo>
                  <a:pt x="5774157" y="3422583"/>
                  <a:pt x="5769320" y="3424617"/>
                  <a:pt x="5765599" y="3428685"/>
                </a:cubicBezTo>
                <a:cubicBezTo>
                  <a:pt x="5761878" y="3432752"/>
                  <a:pt x="5760019" y="3438805"/>
                  <a:pt x="5760019" y="3446842"/>
                </a:cubicBezTo>
                <a:lnTo>
                  <a:pt x="5760019" y="3563076"/>
                </a:lnTo>
                <a:cubicBezTo>
                  <a:pt x="5760019" y="3571014"/>
                  <a:pt x="5761878" y="3577116"/>
                  <a:pt x="5765599" y="3581382"/>
                </a:cubicBezTo>
                <a:cubicBezTo>
                  <a:pt x="5769320" y="3585649"/>
                  <a:pt x="5774157" y="3587782"/>
                  <a:pt x="5780110" y="3587782"/>
                </a:cubicBezTo>
                <a:cubicBezTo>
                  <a:pt x="5786064" y="3587782"/>
                  <a:pt x="5790974" y="3585698"/>
                  <a:pt x="5794844" y="3581531"/>
                </a:cubicBezTo>
                <a:cubicBezTo>
                  <a:pt x="5798713" y="3577364"/>
                  <a:pt x="5800649" y="3571212"/>
                  <a:pt x="5800649" y="3563076"/>
                </a:cubicBezTo>
                <a:lnTo>
                  <a:pt x="5800649" y="3445651"/>
                </a:lnTo>
                <a:cubicBezTo>
                  <a:pt x="5800649" y="3438408"/>
                  <a:pt x="5798713" y="3432752"/>
                  <a:pt x="5794844" y="3428685"/>
                </a:cubicBezTo>
                <a:cubicBezTo>
                  <a:pt x="5790974" y="3424617"/>
                  <a:pt x="5786064" y="3422583"/>
                  <a:pt x="5780110" y="3422583"/>
                </a:cubicBezTo>
                <a:close/>
                <a:moveTo>
                  <a:pt x="5646165" y="3422583"/>
                </a:moveTo>
                <a:cubicBezTo>
                  <a:pt x="5632968" y="3422583"/>
                  <a:pt x="5626370" y="3431711"/>
                  <a:pt x="5626370" y="3449967"/>
                </a:cubicBezTo>
                <a:lnTo>
                  <a:pt x="5626370" y="3563076"/>
                </a:lnTo>
                <a:cubicBezTo>
                  <a:pt x="5626370" y="3571212"/>
                  <a:pt x="5628255" y="3577364"/>
                  <a:pt x="5632026" y="3581531"/>
                </a:cubicBezTo>
                <a:cubicBezTo>
                  <a:pt x="5635796" y="3585698"/>
                  <a:pt x="5640608" y="3587782"/>
                  <a:pt x="5646462" y="3587782"/>
                </a:cubicBezTo>
                <a:cubicBezTo>
                  <a:pt x="5652415" y="3587782"/>
                  <a:pt x="5657327" y="3585723"/>
                  <a:pt x="5661196" y="3581605"/>
                </a:cubicBezTo>
                <a:cubicBezTo>
                  <a:pt x="5665066" y="3577488"/>
                  <a:pt x="5667000" y="3571311"/>
                  <a:pt x="5667000" y="3563076"/>
                </a:cubicBezTo>
                <a:lnTo>
                  <a:pt x="5667000" y="3529144"/>
                </a:lnTo>
                <a:cubicBezTo>
                  <a:pt x="5667000" y="3516940"/>
                  <a:pt x="5667397" y="3506596"/>
                  <a:pt x="5668192" y="3498113"/>
                </a:cubicBezTo>
                <a:cubicBezTo>
                  <a:pt x="5668985" y="3489630"/>
                  <a:pt x="5670423" y="3482312"/>
                  <a:pt x="5672507" y="3476161"/>
                </a:cubicBezTo>
                <a:cubicBezTo>
                  <a:pt x="5674591" y="3470009"/>
                  <a:pt x="5677518" y="3465371"/>
                  <a:pt x="5681288" y="3462245"/>
                </a:cubicBezTo>
                <a:cubicBezTo>
                  <a:pt x="5685058" y="3459120"/>
                  <a:pt x="5689920" y="3457557"/>
                  <a:pt x="5695873" y="3457557"/>
                </a:cubicBezTo>
                <a:cubicBezTo>
                  <a:pt x="5700239" y="3457557"/>
                  <a:pt x="5705274" y="3458475"/>
                  <a:pt x="5710979" y="3460311"/>
                </a:cubicBezTo>
                <a:cubicBezTo>
                  <a:pt x="5716684" y="3462146"/>
                  <a:pt x="5720281" y="3463064"/>
                  <a:pt x="5721770" y="3463064"/>
                </a:cubicBezTo>
                <a:cubicBezTo>
                  <a:pt x="5725738" y="3463064"/>
                  <a:pt x="5729434" y="3461452"/>
                  <a:pt x="5732858" y="3458227"/>
                </a:cubicBezTo>
                <a:cubicBezTo>
                  <a:pt x="5736280" y="3455002"/>
                  <a:pt x="5737992" y="3450910"/>
                  <a:pt x="5737992" y="3445949"/>
                </a:cubicBezTo>
                <a:cubicBezTo>
                  <a:pt x="5737992" y="3438904"/>
                  <a:pt x="5733974" y="3433249"/>
                  <a:pt x="5725936" y="3428982"/>
                </a:cubicBezTo>
                <a:cubicBezTo>
                  <a:pt x="5717900" y="3424716"/>
                  <a:pt x="5709615" y="3422583"/>
                  <a:pt x="5701082" y="3422583"/>
                </a:cubicBezTo>
                <a:cubicBezTo>
                  <a:pt x="5692549" y="3422583"/>
                  <a:pt x="5685728" y="3424716"/>
                  <a:pt x="5680618" y="3428982"/>
                </a:cubicBezTo>
                <a:cubicBezTo>
                  <a:pt x="5675508" y="3433249"/>
                  <a:pt x="5670523" y="3439549"/>
                  <a:pt x="5665662" y="3447883"/>
                </a:cubicBezTo>
                <a:cubicBezTo>
                  <a:pt x="5665363" y="3439549"/>
                  <a:pt x="5663726" y="3433249"/>
                  <a:pt x="5660750" y="3428982"/>
                </a:cubicBezTo>
                <a:cubicBezTo>
                  <a:pt x="5657773" y="3424716"/>
                  <a:pt x="5652911" y="3422583"/>
                  <a:pt x="5646165" y="3422583"/>
                </a:cubicBezTo>
                <a:close/>
                <a:moveTo>
                  <a:pt x="5195811" y="3422583"/>
                </a:moveTo>
                <a:cubicBezTo>
                  <a:pt x="5190056" y="3422583"/>
                  <a:pt x="5185417" y="3424567"/>
                  <a:pt x="5181895" y="3428536"/>
                </a:cubicBezTo>
                <a:cubicBezTo>
                  <a:pt x="5178373" y="3432504"/>
                  <a:pt x="5176612" y="3438309"/>
                  <a:pt x="5176612" y="3445949"/>
                </a:cubicBezTo>
                <a:lnTo>
                  <a:pt x="5176612" y="3562183"/>
                </a:lnTo>
                <a:cubicBezTo>
                  <a:pt x="5176612" y="3570617"/>
                  <a:pt x="5178572" y="3576992"/>
                  <a:pt x="5182490" y="3581308"/>
                </a:cubicBezTo>
                <a:cubicBezTo>
                  <a:pt x="5186410" y="3585624"/>
                  <a:pt x="5191445" y="3587782"/>
                  <a:pt x="5197597" y="3587782"/>
                </a:cubicBezTo>
                <a:cubicBezTo>
                  <a:pt x="5203848" y="3587782"/>
                  <a:pt x="5208883" y="3585624"/>
                  <a:pt x="5212703" y="3581308"/>
                </a:cubicBezTo>
                <a:cubicBezTo>
                  <a:pt x="5216522" y="3576992"/>
                  <a:pt x="5218432" y="3570617"/>
                  <a:pt x="5218432" y="3562183"/>
                </a:cubicBezTo>
                <a:lnTo>
                  <a:pt x="5218432" y="3507266"/>
                </a:lnTo>
                <a:cubicBezTo>
                  <a:pt x="5218432" y="3490200"/>
                  <a:pt x="5220541" y="3477103"/>
                  <a:pt x="5224758" y="3467975"/>
                </a:cubicBezTo>
                <a:cubicBezTo>
                  <a:pt x="5228974" y="3458847"/>
                  <a:pt x="5237730" y="3454283"/>
                  <a:pt x="5251026" y="3454283"/>
                </a:cubicBezTo>
                <a:cubicBezTo>
                  <a:pt x="5257673" y="3454283"/>
                  <a:pt x="5262535" y="3456094"/>
                  <a:pt x="5265611" y="3459715"/>
                </a:cubicBezTo>
                <a:cubicBezTo>
                  <a:pt x="5268687" y="3463337"/>
                  <a:pt x="5270572" y="3467975"/>
                  <a:pt x="5271266" y="3473631"/>
                </a:cubicBezTo>
                <a:cubicBezTo>
                  <a:pt x="5271961" y="3479286"/>
                  <a:pt x="5272308" y="3487224"/>
                  <a:pt x="5272308" y="3497443"/>
                </a:cubicBezTo>
                <a:lnTo>
                  <a:pt x="5272308" y="3562183"/>
                </a:lnTo>
                <a:cubicBezTo>
                  <a:pt x="5272308" y="3570716"/>
                  <a:pt x="5274218" y="3577116"/>
                  <a:pt x="5278038" y="3581382"/>
                </a:cubicBezTo>
                <a:cubicBezTo>
                  <a:pt x="5281859" y="3585649"/>
                  <a:pt x="5286844" y="3587782"/>
                  <a:pt x="5292995" y="3587782"/>
                </a:cubicBezTo>
                <a:cubicBezTo>
                  <a:pt x="5299346" y="3587782"/>
                  <a:pt x="5304455" y="3585649"/>
                  <a:pt x="5308325" y="3581382"/>
                </a:cubicBezTo>
                <a:cubicBezTo>
                  <a:pt x="5312194" y="3577116"/>
                  <a:pt x="5314129" y="3570716"/>
                  <a:pt x="5314129" y="3562183"/>
                </a:cubicBezTo>
                <a:lnTo>
                  <a:pt x="5314129" y="3508159"/>
                </a:lnTo>
                <a:cubicBezTo>
                  <a:pt x="5314129" y="3490795"/>
                  <a:pt x="5315617" y="3478691"/>
                  <a:pt x="5318594" y="3471845"/>
                </a:cubicBezTo>
                <a:cubicBezTo>
                  <a:pt x="5321273" y="3466487"/>
                  <a:pt x="5325018" y="3462220"/>
                  <a:pt x="5329830" y="3459045"/>
                </a:cubicBezTo>
                <a:cubicBezTo>
                  <a:pt x="5334642" y="3455870"/>
                  <a:pt x="5339728" y="3454283"/>
                  <a:pt x="5345085" y="3454283"/>
                </a:cubicBezTo>
                <a:cubicBezTo>
                  <a:pt x="5351733" y="3454283"/>
                  <a:pt x="5356694" y="3456069"/>
                  <a:pt x="5359969" y="3459641"/>
                </a:cubicBezTo>
                <a:cubicBezTo>
                  <a:pt x="5363243" y="3463213"/>
                  <a:pt x="5365252" y="3467628"/>
                  <a:pt x="5365996" y="3472887"/>
                </a:cubicBezTo>
                <a:cubicBezTo>
                  <a:pt x="5366740" y="3478145"/>
                  <a:pt x="5367112" y="3485140"/>
                  <a:pt x="5367112" y="3493871"/>
                </a:cubicBezTo>
                <a:lnTo>
                  <a:pt x="5367112" y="3562183"/>
                </a:lnTo>
                <a:cubicBezTo>
                  <a:pt x="5367112" y="3570617"/>
                  <a:pt x="5369071" y="3576992"/>
                  <a:pt x="5372990" y="3581308"/>
                </a:cubicBezTo>
                <a:cubicBezTo>
                  <a:pt x="5376910" y="3585624"/>
                  <a:pt x="5381945" y="3587782"/>
                  <a:pt x="5388096" y="3587782"/>
                </a:cubicBezTo>
                <a:cubicBezTo>
                  <a:pt x="5394447" y="3587782"/>
                  <a:pt x="5399556" y="3585649"/>
                  <a:pt x="5403426" y="3581382"/>
                </a:cubicBezTo>
                <a:cubicBezTo>
                  <a:pt x="5407295" y="3577116"/>
                  <a:pt x="5409230" y="3570716"/>
                  <a:pt x="5409230" y="3562183"/>
                </a:cubicBezTo>
                <a:lnTo>
                  <a:pt x="5409230" y="3482858"/>
                </a:lnTo>
                <a:cubicBezTo>
                  <a:pt x="5409230" y="3467082"/>
                  <a:pt x="5407494" y="3455523"/>
                  <a:pt x="5404021" y="3448181"/>
                </a:cubicBezTo>
                <a:cubicBezTo>
                  <a:pt x="5400052" y="3440045"/>
                  <a:pt x="5394050" y="3433794"/>
                  <a:pt x="5386014" y="3429429"/>
                </a:cubicBezTo>
                <a:cubicBezTo>
                  <a:pt x="5377977" y="3425063"/>
                  <a:pt x="5368402" y="3422880"/>
                  <a:pt x="5357289" y="3422880"/>
                </a:cubicBezTo>
                <a:cubicBezTo>
                  <a:pt x="5347765" y="3422880"/>
                  <a:pt x="5339083" y="3424889"/>
                  <a:pt x="5331244" y="3428908"/>
                </a:cubicBezTo>
                <a:cubicBezTo>
                  <a:pt x="5323406" y="3432926"/>
                  <a:pt x="5316064" y="3439103"/>
                  <a:pt x="5309218" y="3447437"/>
                </a:cubicBezTo>
                <a:cubicBezTo>
                  <a:pt x="5304455" y="3439202"/>
                  <a:pt x="5298403" y="3433050"/>
                  <a:pt x="5291061" y="3428982"/>
                </a:cubicBezTo>
                <a:cubicBezTo>
                  <a:pt x="5283718" y="3424914"/>
                  <a:pt x="5274938" y="3422880"/>
                  <a:pt x="5264718" y="3422880"/>
                </a:cubicBezTo>
                <a:cubicBezTo>
                  <a:pt x="5254895" y="3422880"/>
                  <a:pt x="5245966" y="3424865"/>
                  <a:pt x="5237929" y="3428833"/>
                </a:cubicBezTo>
                <a:cubicBezTo>
                  <a:pt x="5229893" y="3432802"/>
                  <a:pt x="5222352" y="3439003"/>
                  <a:pt x="5215308" y="3447437"/>
                </a:cubicBezTo>
                <a:lnTo>
                  <a:pt x="5215308" y="3443567"/>
                </a:lnTo>
                <a:cubicBezTo>
                  <a:pt x="5215308" y="3437019"/>
                  <a:pt x="5213447" y="3431884"/>
                  <a:pt x="5209726" y="3428164"/>
                </a:cubicBezTo>
                <a:cubicBezTo>
                  <a:pt x="5206006" y="3424443"/>
                  <a:pt x="5201367" y="3422583"/>
                  <a:pt x="5195811" y="3422583"/>
                </a:cubicBezTo>
                <a:close/>
                <a:moveTo>
                  <a:pt x="4745159" y="3422583"/>
                </a:moveTo>
                <a:cubicBezTo>
                  <a:pt x="4733054" y="3422583"/>
                  <a:pt x="4721991" y="3424542"/>
                  <a:pt x="4711970" y="3428461"/>
                </a:cubicBezTo>
                <a:cubicBezTo>
                  <a:pt x="4701949" y="3432380"/>
                  <a:pt x="4693416" y="3437961"/>
                  <a:pt x="4686372" y="3445204"/>
                </a:cubicBezTo>
                <a:cubicBezTo>
                  <a:pt x="4679327" y="3452447"/>
                  <a:pt x="4673920" y="3461179"/>
                  <a:pt x="4670150" y="3471398"/>
                </a:cubicBezTo>
                <a:cubicBezTo>
                  <a:pt x="4666379" y="3481618"/>
                  <a:pt x="4664494" y="3492879"/>
                  <a:pt x="4664494" y="3505182"/>
                </a:cubicBezTo>
                <a:cubicBezTo>
                  <a:pt x="4664494" y="3517386"/>
                  <a:pt x="4666355" y="3528523"/>
                  <a:pt x="4670075" y="3538594"/>
                </a:cubicBezTo>
                <a:cubicBezTo>
                  <a:pt x="4673796" y="3548665"/>
                  <a:pt x="4679253" y="3557396"/>
                  <a:pt x="4686447" y="3564788"/>
                </a:cubicBezTo>
                <a:cubicBezTo>
                  <a:pt x="4693640" y="3572180"/>
                  <a:pt x="4702148" y="3577860"/>
                  <a:pt x="4711970" y="3581829"/>
                </a:cubicBezTo>
                <a:cubicBezTo>
                  <a:pt x="4721794" y="3585797"/>
                  <a:pt x="4732856" y="3587782"/>
                  <a:pt x="4745159" y="3587782"/>
                </a:cubicBezTo>
                <a:cubicBezTo>
                  <a:pt x="4757561" y="3587782"/>
                  <a:pt x="4768724" y="3585822"/>
                  <a:pt x="4778645" y="3581903"/>
                </a:cubicBezTo>
                <a:cubicBezTo>
                  <a:pt x="4788567" y="3577984"/>
                  <a:pt x="4797100" y="3572353"/>
                  <a:pt x="4804244" y="3565011"/>
                </a:cubicBezTo>
                <a:cubicBezTo>
                  <a:pt x="4811388" y="3557669"/>
                  <a:pt x="4816844" y="3548888"/>
                  <a:pt x="4820615" y="3538669"/>
                </a:cubicBezTo>
                <a:cubicBezTo>
                  <a:pt x="4824385" y="3528449"/>
                  <a:pt x="4826270" y="3517287"/>
                  <a:pt x="4826270" y="3505182"/>
                </a:cubicBezTo>
                <a:cubicBezTo>
                  <a:pt x="4826270" y="3492978"/>
                  <a:pt x="4824410" y="3481816"/>
                  <a:pt x="4820690" y="3471696"/>
                </a:cubicBezTo>
                <a:cubicBezTo>
                  <a:pt x="4816969" y="3461576"/>
                  <a:pt x="4811536" y="3452844"/>
                  <a:pt x="4804393" y="3445502"/>
                </a:cubicBezTo>
                <a:cubicBezTo>
                  <a:pt x="4797249" y="3438160"/>
                  <a:pt x="4788666" y="3432504"/>
                  <a:pt x="4778645" y="3428536"/>
                </a:cubicBezTo>
                <a:cubicBezTo>
                  <a:pt x="4768624" y="3424567"/>
                  <a:pt x="4757462" y="3422583"/>
                  <a:pt x="4745159" y="3422583"/>
                </a:cubicBezTo>
                <a:close/>
                <a:moveTo>
                  <a:pt x="4341835" y="3422583"/>
                </a:moveTo>
                <a:cubicBezTo>
                  <a:pt x="4335882" y="3422583"/>
                  <a:pt x="4331046" y="3424617"/>
                  <a:pt x="4327325" y="3428685"/>
                </a:cubicBezTo>
                <a:cubicBezTo>
                  <a:pt x="4323604" y="3432752"/>
                  <a:pt x="4321744" y="3438805"/>
                  <a:pt x="4321744" y="3446842"/>
                </a:cubicBezTo>
                <a:lnTo>
                  <a:pt x="4321744" y="3563076"/>
                </a:lnTo>
                <a:cubicBezTo>
                  <a:pt x="4321744" y="3571014"/>
                  <a:pt x="4323604" y="3577116"/>
                  <a:pt x="4327325" y="3581382"/>
                </a:cubicBezTo>
                <a:cubicBezTo>
                  <a:pt x="4331046" y="3585649"/>
                  <a:pt x="4335882" y="3587782"/>
                  <a:pt x="4341835" y="3587782"/>
                </a:cubicBezTo>
                <a:cubicBezTo>
                  <a:pt x="4347789" y="3587782"/>
                  <a:pt x="4352700" y="3585698"/>
                  <a:pt x="4356569" y="3581531"/>
                </a:cubicBezTo>
                <a:cubicBezTo>
                  <a:pt x="4360439" y="3577364"/>
                  <a:pt x="4362374" y="3571212"/>
                  <a:pt x="4362374" y="3563076"/>
                </a:cubicBezTo>
                <a:lnTo>
                  <a:pt x="4362374" y="3445651"/>
                </a:lnTo>
                <a:cubicBezTo>
                  <a:pt x="4362374" y="3438408"/>
                  <a:pt x="4360439" y="3432752"/>
                  <a:pt x="4356569" y="3428685"/>
                </a:cubicBezTo>
                <a:cubicBezTo>
                  <a:pt x="4352700" y="3424617"/>
                  <a:pt x="4347789" y="3422583"/>
                  <a:pt x="4341835" y="3422583"/>
                </a:cubicBezTo>
                <a:close/>
                <a:moveTo>
                  <a:pt x="10546925" y="3422285"/>
                </a:moveTo>
                <a:cubicBezTo>
                  <a:pt x="10534721" y="3422285"/>
                  <a:pt x="10523609" y="3424244"/>
                  <a:pt x="10513588" y="3428164"/>
                </a:cubicBezTo>
                <a:cubicBezTo>
                  <a:pt x="10503567" y="3432083"/>
                  <a:pt x="10495133" y="3437713"/>
                  <a:pt x="10488287" y="3445056"/>
                </a:cubicBezTo>
                <a:cubicBezTo>
                  <a:pt x="10481441" y="3452398"/>
                  <a:pt x="10476232" y="3461204"/>
                  <a:pt x="10472660" y="3471473"/>
                </a:cubicBezTo>
                <a:cubicBezTo>
                  <a:pt x="10469088" y="3481742"/>
                  <a:pt x="10467303" y="3492879"/>
                  <a:pt x="10467303" y="3504885"/>
                </a:cubicBezTo>
                <a:cubicBezTo>
                  <a:pt x="10467303" y="3530384"/>
                  <a:pt x="10474545" y="3550575"/>
                  <a:pt x="10489031" y="3565458"/>
                </a:cubicBezTo>
                <a:cubicBezTo>
                  <a:pt x="10503517" y="3580340"/>
                  <a:pt x="10523807" y="3587782"/>
                  <a:pt x="10549902" y="3587782"/>
                </a:cubicBezTo>
                <a:cubicBezTo>
                  <a:pt x="10561313" y="3587782"/>
                  <a:pt x="10571407" y="3586294"/>
                  <a:pt x="10580189" y="3583317"/>
                </a:cubicBezTo>
                <a:cubicBezTo>
                  <a:pt x="10588969" y="3580340"/>
                  <a:pt x="10596262" y="3576595"/>
                  <a:pt x="10602066" y="3572080"/>
                </a:cubicBezTo>
                <a:cubicBezTo>
                  <a:pt x="10607871" y="3567566"/>
                  <a:pt x="10612211" y="3562853"/>
                  <a:pt x="10615089" y="3557942"/>
                </a:cubicBezTo>
                <a:cubicBezTo>
                  <a:pt x="10617967" y="3553030"/>
                  <a:pt x="10619405" y="3548739"/>
                  <a:pt x="10619405" y="3545068"/>
                </a:cubicBezTo>
                <a:cubicBezTo>
                  <a:pt x="10619405" y="3540901"/>
                  <a:pt x="10618115" y="3537676"/>
                  <a:pt x="10615535" y="3535394"/>
                </a:cubicBezTo>
                <a:cubicBezTo>
                  <a:pt x="10612955" y="3533112"/>
                  <a:pt x="10609582" y="3531971"/>
                  <a:pt x="10605415" y="3531971"/>
                </a:cubicBezTo>
                <a:cubicBezTo>
                  <a:pt x="10601545" y="3531971"/>
                  <a:pt x="10598569" y="3532864"/>
                  <a:pt x="10596485" y="3534650"/>
                </a:cubicBezTo>
                <a:cubicBezTo>
                  <a:pt x="10591425" y="3539413"/>
                  <a:pt x="10587308" y="3543183"/>
                  <a:pt x="10584133" y="3545961"/>
                </a:cubicBezTo>
                <a:cubicBezTo>
                  <a:pt x="10580957" y="3548739"/>
                  <a:pt x="10577485" y="3551344"/>
                  <a:pt x="10573715" y="3553775"/>
                </a:cubicBezTo>
                <a:cubicBezTo>
                  <a:pt x="10569945" y="3556205"/>
                  <a:pt x="10566050" y="3557991"/>
                  <a:pt x="10562031" y="3559132"/>
                </a:cubicBezTo>
                <a:cubicBezTo>
                  <a:pt x="10558013" y="3560273"/>
                  <a:pt x="10553573" y="3560844"/>
                  <a:pt x="10548711" y="3560844"/>
                </a:cubicBezTo>
                <a:cubicBezTo>
                  <a:pt x="10541469" y="3560844"/>
                  <a:pt x="10534846" y="3559058"/>
                  <a:pt x="10528843" y="3555486"/>
                </a:cubicBezTo>
                <a:cubicBezTo>
                  <a:pt x="10522840" y="3551914"/>
                  <a:pt x="10518029" y="3546606"/>
                  <a:pt x="10514407" y="3539562"/>
                </a:cubicBezTo>
                <a:cubicBezTo>
                  <a:pt x="10510785" y="3532517"/>
                  <a:pt x="10508925" y="3524381"/>
                  <a:pt x="10508825" y="3515154"/>
                </a:cubicBezTo>
                <a:lnTo>
                  <a:pt x="10588299" y="3515154"/>
                </a:lnTo>
                <a:cubicBezTo>
                  <a:pt x="10598917" y="3515154"/>
                  <a:pt x="10607151" y="3513641"/>
                  <a:pt x="10613005" y="3510614"/>
                </a:cubicBezTo>
                <a:cubicBezTo>
                  <a:pt x="10618859" y="3507588"/>
                  <a:pt x="10621786" y="3500965"/>
                  <a:pt x="10621786" y="3490746"/>
                </a:cubicBezTo>
                <a:cubicBezTo>
                  <a:pt x="10621786" y="3479733"/>
                  <a:pt x="10618958" y="3468918"/>
                  <a:pt x="10613303" y="3458301"/>
                </a:cubicBezTo>
                <a:cubicBezTo>
                  <a:pt x="10607647" y="3447685"/>
                  <a:pt x="10599139" y="3439028"/>
                  <a:pt x="10587779" y="3432331"/>
                </a:cubicBezTo>
                <a:cubicBezTo>
                  <a:pt x="10576419" y="3425634"/>
                  <a:pt x="10562801" y="3422285"/>
                  <a:pt x="10546925" y="3422285"/>
                </a:cubicBezTo>
                <a:close/>
                <a:moveTo>
                  <a:pt x="9995963" y="3422285"/>
                </a:moveTo>
                <a:cubicBezTo>
                  <a:pt x="9978997" y="3422285"/>
                  <a:pt x="9964412" y="3425782"/>
                  <a:pt x="9952208" y="3432777"/>
                </a:cubicBezTo>
                <a:cubicBezTo>
                  <a:pt x="9940005" y="3439772"/>
                  <a:pt x="9930678" y="3449669"/>
                  <a:pt x="9924229" y="3462469"/>
                </a:cubicBezTo>
                <a:cubicBezTo>
                  <a:pt x="9917779" y="3475268"/>
                  <a:pt x="9914555" y="3490002"/>
                  <a:pt x="9914555" y="3506670"/>
                </a:cubicBezTo>
                <a:cubicBezTo>
                  <a:pt x="9914555" y="3531277"/>
                  <a:pt x="9921599" y="3550897"/>
                  <a:pt x="9935688" y="3565532"/>
                </a:cubicBezTo>
                <a:cubicBezTo>
                  <a:pt x="9949777" y="3580167"/>
                  <a:pt x="9969373" y="3587484"/>
                  <a:pt x="9994475" y="3587484"/>
                </a:cubicBezTo>
                <a:cubicBezTo>
                  <a:pt x="10006283" y="3587484"/>
                  <a:pt x="10016899" y="3585897"/>
                  <a:pt x="10026325" y="3582722"/>
                </a:cubicBezTo>
                <a:cubicBezTo>
                  <a:pt x="10035751" y="3579547"/>
                  <a:pt x="10043564" y="3575355"/>
                  <a:pt x="10049765" y="3570146"/>
                </a:cubicBezTo>
                <a:cubicBezTo>
                  <a:pt x="10055967" y="3564937"/>
                  <a:pt x="10060580" y="3559455"/>
                  <a:pt x="10063606" y="3553700"/>
                </a:cubicBezTo>
                <a:cubicBezTo>
                  <a:pt x="10066633" y="3547945"/>
                  <a:pt x="10068145" y="3542538"/>
                  <a:pt x="10068145" y="3537478"/>
                </a:cubicBezTo>
                <a:cubicBezTo>
                  <a:pt x="10068145" y="3533211"/>
                  <a:pt x="10066508" y="3529193"/>
                  <a:pt x="10063234" y="3525423"/>
                </a:cubicBezTo>
                <a:cubicBezTo>
                  <a:pt x="10059959" y="3521653"/>
                  <a:pt x="10055843" y="3519767"/>
                  <a:pt x="10050881" y="3519767"/>
                </a:cubicBezTo>
                <a:cubicBezTo>
                  <a:pt x="10046714" y="3519767"/>
                  <a:pt x="10043192" y="3521057"/>
                  <a:pt x="10040315" y="3523637"/>
                </a:cubicBezTo>
                <a:cubicBezTo>
                  <a:pt x="10037437" y="3526217"/>
                  <a:pt x="10034759" y="3529788"/>
                  <a:pt x="10032277" y="3534353"/>
                </a:cubicBezTo>
                <a:cubicBezTo>
                  <a:pt x="10027813" y="3542092"/>
                  <a:pt x="10022679" y="3547846"/>
                  <a:pt x="10016874" y="3551617"/>
                </a:cubicBezTo>
                <a:cubicBezTo>
                  <a:pt x="10011069" y="3555387"/>
                  <a:pt x="10004100" y="3557272"/>
                  <a:pt x="9995963" y="3557272"/>
                </a:cubicBezTo>
                <a:cubicBezTo>
                  <a:pt x="9989911" y="3557272"/>
                  <a:pt x="9984355" y="3556106"/>
                  <a:pt x="9979295" y="3553775"/>
                </a:cubicBezTo>
                <a:cubicBezTo>
                  <a:pt x="9974235" y="3551443"/>
                  <a:pt x="9969919" y="3548020"/>
                  <a:pt x="9966347" y="3543505"/>
                </a:cubicBezTo>
                <a:cubicBezTo>
                  <a:pt x="9962775" y="3538991"/>
                  <a:pt x="9960047" y="3533534"/>
                  <a:pt x="9958161" y="3527134"/>
                </a:cubicBezTo>
                <a:cubicBezTo>
                  <a:pt x="9956277" y="3520735"/>
                  <a:pt x="9955333" y="3513715"/>
                  <a:pt x="9955333" y="3506075"/>
                </a:cubicBezTo>
                <a:cubicBezTo>
                  <a:pt x="9955333" y="3489803"/>
                  <a:pt x="9959005" y="3476979"/>
                  <a:pt x="9966347" y="3467603"/>
                </a:cubicBezTo>
                <a:cubicBezTo>
                  <a:pt x="9973689" y="3458227"/>
                  <a:pt x="9983363" y="3453539"/>
                  <a:pt x="9995369" y="3453539"/>
                </a:cubicBezTo>
                <a:cubicBezTo>
                  <a:pt x="10003703" y="3453539"/>
                  <a:pt x="10010574" y="3455424"/>
                  <a:pt x="10015981" y="3459194"/>
                </a:cubicBezTo>
                <a:cubicBezTo>
                  <a:pt x="10021389" y="3462965"/>
                  <a:pt x="10026573" y="3468620"/>
                  <a:pt x="10031533" y="3476161"/>
                </a:cubicBezTo>
                <a:cubicBezTo>
                  <a:pt x="10034312" y="3480030"/>
                  <a:pt x="10036817" y="3482833"/>
                  <a:pt x="10039049" y="3484570"/>
                </a:cubicBezTo>
                <a:cubicBezTo>
                  <a:pt x="10041282" y="3486306"/>
                  <a:pt x="10044085" y="3487174"/>
                  <a:pt x="10047458" y="3487174"/>
                </a:cubicBezTo>
                <a:cubicBezTo>
                  <a:pt x="10052617" y="3487174"/>
                  <a:pt x="10057008" y="3485487"/>
                  <a:pt x="10060629" y="3482114"/>
                </a:cubicBezTo>
                <a:cubicBezTo>
                  <a:pt x="10064251" y="3478740"/>
                  <a:pt x="10066061" y="3474623"/>
                  <a:pt x="10066061" y="3469761"/>
                </a:cubicBezTo>
                <a:cubicBezTo>
                  <a:pt x="10066061" y="3464999"/>
                  <a:pt x="10064449" y="3459864"/>
                  <a:pt x="10061225" y="3454357"/>
                </a:cubicBezTo>
                <a:cubicBezTo>
                  <a:pt x="10058001" y="3448851"/>
                  <a:pt x="10053337" y="3443667"/>
                  <a:pt x="10047235" y="3438805"/>
                </a:cubicBezTo>
                <a:cubicBezTo>
                  <a:pt x="10041133" y="3433943"/>
                  <a:pt x="10033691" y="3429974"/>
                  <a:pt x="10024911" y="3426899"/>
                </a:cubicBezTo>
                <a:cubicBezTo>
                  <a:pt x="10016130" y="3423823"/>
                  <a:pt x="10006481" y="3422285"/>
                  <a:pt x="9995963" y="3422285"/>
                </a:cubicBezTo>
                <a:close/>
                <a:moveTo>
                  <a:pt x="8946725" y="3422285"/>
                </a:moveTo>
                <a:cubicBezTo>
                  <a:pt x="8934521" y="3422285"/>
                  <a:pt x="8923409" y="3424244"/>
                  <a:pt x="8913388" y="3428164"/>
                </a:cubicBezTo>
                <a:cubicBezTo>
                  <a:pt x="8903367" y="3432083"/>
                  <a:pt x="8894933" y="3437713"/>
                  <a:pt x="8888087" y="3445056"/>
                </a:cubicBezTo>
                <a:cubicBezTo>
                  <a:pt x="8881241" y="3452398"/>
                  <a:pt x="8876032" y="3461204"/>
                  <a:pt x="8872460" y="3471473"/>
                </a:cubicBezTo>
                <a:cubicBezTo>
                  <a:pt x="8868888" y="3481742"/>
                  <a:pt x="8867103" y="3492879"/>
                  <a:pt x="8867103" y="3504885"/>
                </a:cubicBezTo>
                <a:cubicBezTo>
                  <a:pt x="8867103" y="3530384"/>
                  <a:pt x="8874345" y="3550575"/>
                  <a:pt x="8888831" y="3565458"/>
                </a:cubicBezTo>
                <a:cubicBezTo>
                  <a:pt x="8903317" y="3580340"/>
                  <a:pt x="8923607" y="3587782"/>
                  <a:pt x="8949702" y="3587782"/>
                </a:cubicBezTo>
                <a:cubicBezTo>
                  <a:pt x="8961113" y="3587782"/>
                  <a:pt x="8971207" y="3586294"/>
                  <a:pt x="8979989" y="3583317"/>
                </a:cubicBezTo>
                <a:cubicBezTo>
                  <a:pt x="8988769" y="3580340"/>
                  <a:pt x="8996062" y="3576595"/>
                  <a:pt x="9001866" y="3572080"/>
                </a:cubicBezTo>
                <a:cubicBezTo>
                  <a:pt x="9007671" y="3567566"/>
                  <a:pt x="9012011" y="3562853"/>
                  <a:pt x="9014889" y="3557942"/>
                </a:cubicBezTo>
                <a:cubicBezTo>
                  <a:pt x="9017767" y="3553030"/>
                  <a:pt x="9019205" y="3548739"/>
                  <a:pt x="9019205" y="3545068"/>
                </a:cubicBezTo>
                <a:cubicBezTo>
                  <a:pt x="9019205" y="3540901"/>
                  <a:pt x="9017915" y="3537676"/>
                  <a:pt x="9015335" y="3535394"/>
                </a:cubicBezTo>
                <a:cubicBezTo>
                  <a:pt x="9012755" y="3533112"/>
                  <a:pt x="9009382" y="3531971"/>
                  <a:pt x="9005215" y="3531971"/>
                </a:cubicBezTo>
                <a:cubicBezTo>
                  <a:pt x="9001345" y="3531971"/>
                  <a:pt x="8998369" y="3532864"/>
                  <a:pt x="8996285" y="3534650"/>
                </a:cubicBezTo>
                <a:cubicBezTo>
                  <a:pt x="8991225" y="3539413"/>
                  <a:pt x="8987108" y="3543183"/>
                  <a:pt x="8983933" y="3545961"/>
                </a:cubicBezTo>
                <a:cubicBezTo>
                  <a:pt x="8980757" y="3548739"/>
                  <a:pt x="8977285" y="3551344"/>
                  <a:pt x="8973515" y="3553775"/>
                </a:cubicBezTo>
                <a:cubicBezTo>
                  <a:pt x="8969745" y="3556205"/>
                  <a:pt x="8965850" y="3557991"/>
                  <a:pt x="8961831" y="3559132"/>
                </a:cubicBezTo>
                <a:cubicBezTo>
                  <a:pt x="8957813" y="3560273"/>
                  <a:pt x="8953373" y="3560844"/>
                  <a:pt x="8948511" y="3560844"/>
                </a:cubicBezTo>
                <a:cubicBezTo>
                  <a:pt x="8941269" y="3560844"/>
                  <a:pt x="8934646" y="3559058"/>
                  <a:pt x="8928643" y="3555486"/>
                </a:cubicBezTo>
                <a:cubicBezTo>
                  <a:pt x="8922640" y="3551914"/>
                  <a:pt x="8917829" y="3546606"/>
                  <a:pt x="8914207" y="3539562"/>
                </a:cubicBezTo>
                <a:cubicBezTo>
                  <a:pt x="8910585" y="3532517"/>
                  <a:pt x="8908725" y="3524381"/>
                  <a:pt x="8908625" y="3515154"/>
                </a:cubicBezTo>
                <a:lnTo>
                  <a:pt x="8988099" y="3515154"/>
                </a:lnTo>
                <a:cubicBezTo>
                  <a:pt x="8998717" y="3515154"/>
                  <a:pt x="9006951" y="3513641"/>
                  <a:pt x="9012805" y="3510614"/>
                </a:cubicBezTo>
                <a:cubicBezTo>
                  <a:pt x="9018659" y="3507588"/>
                  <a:pt x="9021586" y="3500965"/>
                  <a:pt x="9021586" y="3490746"/>
                </a:cubicBezTo>
                <a:cubicBezTo>
                  <a:pt x="9021586" y="3479733"/>
                  <a:pt x="9018758" y="3468918"/>
                  <a:pt x="9013103" y="3458301"/>
                </a:cubicBezTo>
                <a:cubicBezTo>
                  <a:pt x="9007447" y="3447685"/>
                  <a:pt x="8998939" y="3439028"/>
                  <a:pt x="8987579" y="3432331"/>
                </a:cubicBezTo>
                <a:cubicBezTo>
                  <a:pt x="8976219" y="3425634"/>
                  <a:pt x="8962601" y="3422285"/>
                  <a:pt x="8946725" y="3422285"/>
                </a:cubicBezTo>
                <a:close/>
                <a:moveTo>
                  <a:pt x="8125343" y="3422285"/>
                </a:moveTo>
                <a:cubicBezTo>
                  <a:pt x="8109369" y="3422285"/>
                  <a:pt x="8096024" y="3424468"/>
                  <a:pt x="8085309" y="3428833"/>
                </a:cubicBezTo>
                <a:cubicBezTo>
                  <a:pt x="8074593" y="3433199"/>
                  <a:pt x="8066705" y="3438755"/>
                  <a:pt x="8061645" y="3445502"/>
                </a:cubicBezTo>
                <a:cubicBezTo>
                  <a:pt x="8056585" y="3452249"/>
                  <a:pt x="8054055" y="3459194"/>
                  <a:pt x="8054055" y="3466338"/>
                </a:cubicBezTo>
                <a:cubicBezTo>
                  <a:pt x="8054055" y="3470902"/>
                  <a:pt x="8055717" y="3474648"/>
                  <a:pt x="8059041" y="3477575"/>
                </a:cubicBezTo>
                <a:cubicBezTo>
                  <a:pt x="8062364" y="3480502"/>
                  <a:pt x="8066308" y="3481965"/>
                  <a:pt x="8070872" y="3481965"/>
                </a:cubicBezTo>
                <a:cubicBezTo>
                  <a:pt x="8075933" y="3481965"/>
                  <a:pt x="8079231" y="3481047"/>
                  <a:pt x="8080769" y="3479212"/>
                </a:cubicBezTo>
                <a:cubicBezTo>
                  <a:pt x="8082307" y="3477376"/>
                  <a:pt x="8084937" y="3473581"/>
                  <a:pt x="8088657" y="3467826"/>
                </a:cubicBezTo>
                <a:cubicBezTo>
                  <a:pt x="8092378" y="3462072"/>
                  <a:pt x="8096843" y="3457756"/>
                  <a:pt x="8102052" y="3454878"/>
                </a:cubicBezTo>
                <a:cubicBezTo>
                  <a:pt x="8107261" y="3452001"/>
                  <a:pt x="8115025" y="3450562"/>
                  <a:pt x="8125343" y="3450562"/>
                </a:cubicBezTo>
                <a:cubicBezTo>
                  <a:pt x="8137349" y="3450562"/>
                  <a:pt x="8145262" y="3453068"/>
                  <a:pt x="8149081" y="3458078"/>
                </a:cubicBezTo>
                <a:cubicBezTo>
                  <a:pt x="8152901" y="3463089"/>
                  <a:pt x="8155059" y="3470952"/>
                  <a:pt x="8155555" y="3481667"/>
                </a:cubicBezTo>
                <a:cubicBezTo>
                  <a:pt x="8147023" y="3484148"/>
                  <a:pt x="8139110" y="3486256"/>
                  <a:pt x="8131817" y="3487993"/>
                </a:cubicBezTo>
                <a:cubicBezTo>
                  <a:pt x="8124525" y="3489729"/>
                  <a:pt x="8115769" y="3491639"/>
                  <a:pt x="8105549" y="3493722"/>
                </a:cubicBezTo>
                <a:cubicBezTo>
                  <a:pt x="8095330" y="3495806"/>
                  <a:pt x="8088930" y="3497145"/>
                  <a:pt x="8086350" y="3497741"/>
                </a:cubicBezTo>
                <a:cubicBezTo>
                  <a:pt x="8074047" y="3500420"/>
                  <a:pt x="8064373" y="3505678"/>
                  <a:pt x="8057329" y="3513517"/>
                </a:cubicBezTo>
                <a:cubicBezTo>
                  <a:pt x="8050284" y="3521355"/>
                  <a:pt x="8046762" y="3530830"/>
                  <a:pt x="8046762" y="3541943"/>
                </a:cubicBezTo>
                <a:cubicBezTo>
                  <a:pt x="8046762" y="3550178"/>
                  <a:pt x="8048895" y="3557818"/>
                  <a:pt x="8053162" y="3564862"/>
                </a:cubicBezTo>
                <a:cubicBezTo>
                  <a:pt x="8057428" y="3571907"/>
                  <a:pt x="8063505" y="3577488"/>
                  <a:pt x="8071393" y="3581605"/>
                </a:cubicBezTo>
                <a:cubicBezTo>
                  <a:pt x="8079281" y="3585723"/>
                  <a:pt x="8088434" y="3587782"/>
                  <a:pt x="8098852" y="3587782"/>
                </a:cubicBezTo>
                <a:cubicBezTo>
                  <a:pt x="8110262" y="3587782"/>
                  <a:pt x="8120556" y="3585872"/>
                  <a:pt x="8129734" y="3582052"/>
                </a:cubicBezTo>
                <a:cubicBezTo>
                  <a:pt x="8138912" y="3578232"/>
                  <a:pt x="8148412" y="3572502"/>
                  <a:pt x="8158234" y="3564862"/>
                </a:cubicBezTo>
                <a:cubicBezTo>
                  <a:pt x="8162798" y="3572304"/>
                  <a:pt x="8167114" y="3577984"/>
                  <a:pt x="8171182" y="3581903"/>
                </a:cubicBezTo>
                <a:cubicBezTo>
                  <a:pt x="8175251" y="3585822"/>
                  <a:pt x="8179368" y="3587782"/>
                  <a:pt x="8183535" y="3587782"/>
                </a:cubicBezTo>
                <a:cubicBezTo>
                  <a:pt x="8188496" y="3587782"/>
                  <a:pt x="8192936" y="3586070"/>
                  <a:pt x="8196855" y="3582647"/>
                </a:cubicBezTo>
                <a:cubicBezTo>
                  <a:pt x="8200775" y="3579224"/>
                  <a:pt x="8202734" y="3575429"/>
                  <a:pt x="8202734" y="3571262"/>
                </a:cubicBezTo>
                <a:cubicBezTo>
                  <a:pt x="8202734" y="3568881"/>
                  <a:pt x="8201469" y="3563548"/>
                  <a:pt x="8198939" y="3555263"/>
                </a:cubicBezTo>
                <a:cubicBezTo>
                  <a:pt x="8196409" y="3546978"/>
                  <a:pt x="8195144" y="3539016"/>
                  <a:pt x="8195144" y="3531376"/>
                </a:cubicBezTo>
                <a:cubicBezTo>
                  <a:pt x="8195243" y="3523240"/>
                  <a:pt x="8195317" y="3515848"/>
                  <a:pt x="8195367" y="3509201"/>
                </a:cubicBezTo>
                <a:cubicBezTo>
                  <a:pt x="8195417" y="3502553"/>
                  <a:pt x="8195441" y="3494467"/>
                  <a:pt x="8195441" y="3484942"/>
                </a:cubicBezTo>
                <a:cubicBezTo>
                  <a:pt x="8195441" y="3469860"/>
                  <a:pt x="8193333" y="3457756"/>
                  <a:pt x="8189116" y="3448628"/>
                </a:cubicBezTo>
                <a:cubicBezTo>
                  <a:pt x="8184899" y="3439499"/>
                  <a:pt x="8177681" y="3432827"/>
                  <a:pt x="8167462" y="3428610"/>
                </a:cubicBezTo>
                <a:cubicBezTo>
                  <a:pt x="8157242" y="3424393"/>
                  <a:pt x="8143203" y="3422285"/>
                  <a:pt x="8125343" y="3422285"/>
                </a:cubicBezTo>
                <a:close/>
                <a:moveTo>
                  <a:pt x="7782443" y="3422285"/>
                </a:moveTo>
                <a:cubicBezTo>
                  <a:pt x="7766469" y="3422285"/>
                  <a:pt x="7753124" y="3424468"/>
                  <a:pt x="7742409" y="3428833"/>
                </a:cubicBezTo>
                <a:cubicBezTo>
                  <a:pt x="7731693" y="3433199"/>
                  <a:pt x="7723805" y="3438755"/>
                  <a:pt x="7718745" y="3445502"/>
                </a:cubicBezTo>
                <a:cubicBezTo>
                  <a:pt x="7713685" y="3452249"/>
                  <a:pt x="7711155" y="3459194"/>
                  <a:pt x="7711155" y="3466338"/>
                </a:cubicBezTo>
                <a:cubicBezTo>
                  <a:pt x="7711155" y="3470902"/>
                  <a:pt x="7712817" y="3474648"/>
                  <a:pt x="7716141" y="3477575"/>
                </a:cubicBezTo>
                <a:cubicBezTo>
                  <a:pt x="7719464" y="3480502"/>
                  <a:pt x="7723408" y="3481965"/>
                  <a:pt x="7727972" y="3481965"/>
                </a:cubicBezTo>
                <a:cubicBezTo>
                  <a:pt x="7733033" y="3481965"/>
                  <a:pt x="7736331" y="3481047"/>
                  <a:pt x="7737869" y="3479212"/>
                </a:cubicBezTo>
                <a:cubicBezTo>
                  <a:pt x="7739407" y="3477376"/>
                  <a:pt x="7742037" y="3473581"/>
                  <a:pt x="7745757" y="3467826"/>
                </a:cubicBezTo>
                <a:cubicBezTo>
                  <a:pt x="7749478" y="3462072"/>
                  <a:pt x="7753943" y="3457756"/>
                  <a:pt x="7759152" y="3454878"/>
                </a:cubicBezTo>
                <a:cubicBezTo>
                  <a:pt x="7764361" y="3452001"/>
                  <a:pt x="7772125" y="3450562"/>
                  <a:pt x="7782443" y="3450562"/>
                </a:cubicBezTo>
                <a:cubicBezTo>
                  <a:pt x="7794449" y="3450562"/>
                  <a:pt x="7802361" y="3453068"/>
                  <a:pt x="7806182" y="3458078"/>
                </a:cubicBezTo>
                <a:cubicBezTo>
                  <a:pt x="7810001" y="3463089"/>
                  <a:pt x="7812159" y="3470952"/>
                  <a:pt x="7812656" y="3481667"/>
                </a:cubicBezTo>
                <a:cubicBezTo>
                  <a:pt x="7804123" y="3484148"/>
                  <a:pt x="7796210" y="3486256"/>
                  <a:pt x="7788917" y="3487993"/>
                </a:cubicBezTo>
                <a:cubicBezTo>
                  <a:pt x="7781625" y="3489729"/>
                  <a:pt x="7772869" y="3491639"/>
                  <a:pt x="7762649" y="3493722"/>
                </a:cubicBezTo>
                <a:cubicBezTo>
                  <a:pt x="7752430" y="3495806"/>
                  <a:pt x="7746030" y="3497145"/>
                  <a:pt x="7743450" y="3497741"/>
                </a:cubicBezTo>
                <a:cubicBezTo>
                  <a:pt x="7731147" y="3500420"/>
                  <a:pt x="7721474" y="3505678"/>
                  <a:pt x="7714429" y="3513517"/>
                </a:cubicBezTo>
                <a:cubicBezTo>
                  <a:pt x="7707384" y="3521355"/>
                  <a:pt x="7703862" y="3530830"/>
                  <a:pt x="7703862" y="3541943"/>
                </a:cubicBezTo>
                <a:cubicBezTo>
                  <a:pt x="7703862" y="3550178"/>
                  <a:pt x="7705996" y="3557818"/>
                  <a:pt x="7710262" y="3564862"/>
                </a:cubicBezTo>
                <a:cubicBezTo>
                  <a:pt x="7714528" y="3571907"/>
                  <a:pt x="7720605" y="3577488"/>
                  <a:pt x="7728493" y="3581605"/>
                </a:cubicBezTo>
                <a:cubicBezTo>
                  <a:pt x="7736381" y="3585723"/>
                  <a:pt x="7745534" y="3587782"/>
                  <a:pt x="7755952" y="3587782"/>
                </a:cubicBezTo>
                <a:cubicBezTo>
                  <a:pt x="7767362" y="3587782"/>
                  <a:pt x="7777656" y="3585872"/>
                  <a:pt x="7786834" y="3582052"/>
                </a:cubicBezTo>
                <a:cubicBezTo>
                  <a:pt x="7796012" y="3578232"/>
                  <a:pt x="7805512" y="3572502"/>
                  <a:pt x="7815334" y="3564862"/>
                </a:cubicBezTo>
                <a:cubicBezTo>
                  <a:pt x="7819898" y="3572304"/>
                  <a:pt x="7824214" y="3577984"/>
                  <a:pt x="7828283" y="3581903"/>
                </a:cubicBezTo>
                <a:cubicBezTo>
                  <a:pt x="7832350" y="3585822"/>
                  <a:pt x="7836468" y="3587782"/>
                  <a:pt x="7840635" y="3587782"/>
                </a:cubicBezTo>
                <a:cubicBezTo>
                  <a:pt x="7845596" y="3587782"/>
                  <a:pt x="7850036" y="3586070"/>
                  <a:pt x="7853955" y="3582647"/>
                </a:cubicBezTo>
                <a:cubicBezTo>
                  <a:pt x="7857875" y="3579224"/>
                  <a:pt x="7859834" y="3575429"/>
                  <a:pt x="7859834" y="3571262"/>
                </a:cubicBezTo>
                <a:cubicBezTo>
                  <a:pt x="7859834" y="3568881"/>
                  <a:pt x="7858569" y="3563548"/>
                  <a:pt x="7856039" y="3555263"/>
                </a:cubicBezTo>
                <a:cubicBezTo>
                  <a:pt x="7853509" y="3546978"/>
                  <a:pt x="7852244" y="3539016"/>
                  <a:pt x="7852244" y="3531376"/>
                </a:cubicBezTo>
                <a:cubicBezTo>
                  <a:pt x="7852343" y="3523240"/>
                  <a:pt x="7852417" y="3515848"/>
                  <a:pt x="7852467" y="3509201"/>
                </a:cubicBezTo>
                <a:cubicBezTo>
                  <a:pt x="7852517" y="3502553"/>
                  <a:pt x="7852542" y="3494467"/>
                  <a:pt x="7852542" y="3484942"/>
                </a:cubicBezTo>
                <a:cubicBezTo>
                  <a:pt x="7852542" y="3469860"/>
                  <a:pt x="7850433" y="3457756"/>
                  <a:pt x="7846216" y="3448628"/>
                </a:cubicBezTo>
                <a:cubicBezTo>
                  <a:pt x="7841999" y="3439499"/>
                  <a:pt x="7834781" y="3432827"/>
                  <a:pt x="7824562" y="3428610"/>
                </a:cubicBezTo>
                <a:cubicBezTo>
                  <a:pt x="7814342" y="3424393"/>
                  <a:pt x="7800303" y="3422285"/>
                  <a:pt x="7782443" y="3422285"/>
                </a:cubicBezTo>
                <a:close/>
                <a:moveTo>
                  <a:pt x="7605189" y="3422285"/>
                </a:moveTo>
                <a:cubicBezTo>
                  <a:pt x="7588223" y="3422285"/>
                  <a:pt x="7573638" y="3425782"/>
                  <a:pt x="7561434" y="3432777"/>
                </a:cubicBezTo>
                <a:cubicBezTo>
                  <a:pt x="7549230" y="3439772"/>
                  <a:pt x="7539903" y="3449669"/>
                  <a:pt x="7533454" y="3462469"/>
                </a:cubicBezTo>
                <a:cubicBezTo>
                  <a:pt x="7527005" y="3475268"/>
                  <a:pt x="7523780" y="3490002"/>
                  <a:pt x="7523780" y="3506670"/>
                </a:cubicBezTo>
                <a:cubicBezTo>
                  <a:pt x="7523780" y="3531277"/>
                  <a:pt x="7530825" y="3550897"/>
                  <a:pt x="7544914" y="3565532"/>
                </a:cubicBezTo>
                <a:cubicBezTo>
                  <a:pt x="7559003" y="3580167"/>
                  <a:pt x="7578599" y="3587484"/>
                  <a:pt x="7603701" y="3587484"/>
                </a:cubicBezTo>
                <a:cubicBezTo>
                  <a:pt x="7615508" y="3587484"/>
                  <a:pt x="7626124" y="3585897"/>
                  <a:pt x="7635550" y="3582722"/>
                </a:cubicBezTo>
                <a:cubicBezTo>
                  <a:pt x="7644976" y="3579547"/>
                  <a:pt x="7652789" y="3575355"/>
                  <a:pt x="7658991" y="3570146"/>
                </a:cubicBezTo>
                <a:cubicBezTo>
                  <a:pt x="7665192" y="3564937"/>
                  <a:pt x="7669805" y="3559455"/>
                  <a:pt x="7672832" y="3553700"/>
                </a:cubicBezTo>
                <a:cubicBezTo>
                  <a:pt x="7675858" y="3547945"/>
                  <a:pt x="7677371" y="3542538"/>
                  <a:pt x="7677371" y="3537478"/>
                </a:cubicBezTo>
                <a:cubicBezTo>
                  <a:pt x="7677371" y="3533211"/>
                  <a:pt x="7675734" y="3529193"/>
                  <a:pt x="7672459" y="3525423"/>
                </a:cubicBezTo>
                <a:cubicBezTo>
                  <a:pt x="7669185" y="3521653"/>
                  <a:pt x="7665067" y="3519767"/>
                  <a:pt x="7660107" y="3519767"/>
                </a:cubicBezTo>
                <a:cubicBezTo>
                  <a:pt x="7655940" y="3519767"/>
                  <a:pt x="7652417" y="3521057"/>
                  <a:pt x="7649540" y="3523637"/>
                </a:cubicBezTo>
                <a:cubicBezTo>
                  <a:pt x="7646663" y="3526217"/>
                  <a:pt x="7643984" y="3529788"/>
                  <a:pt x="7641503" y="3534353"/>
                </a:cubicBezTo>
                <a:cubicBezTo>
                  <a:pt x="7637038" y="3542092"/>
                  <a:pt x="7631904" y="3547846"/>
                  <a:pt x="7626100" y="3551617"/>
                </a:cubicBezTo>
                <a:cubicBezTo>
                  <a:pt x="7620295" y="3555387"/>
                  <a:pt x="7613325" y="3557272"/>
                  <a:pt x="7605189" y="3557272"/>
                </a:cubicBezTo>
                <a:cubicBezTo>
                  <a:pt x="7599137" y="3557272"/>
                  <a:pt x="7593581" y="3556106"/>
                  <a:pt x="7588520" y="3553775"/>
                </a:cubicBezTo>
                <a:cubicBezTo>
                  <a:pt x="7583460" y="3551443"/>
                  <a:pt x="7579144" y="3548020"/>
                  <a:pt x="7575572" y="3543505"/>
                </a:cubicBezTo>
                <a:cubicBezTo>
                  <a:pt x="7572000" y="3538991"/>
                  <a:pt x="7569272" y="3533534"/>
                  <a:pt x="7567387" y="3527134"/>
                </a:cubicBezTo>
                <a:cubicBezTo>
                  <a:pt x="7565502" y="3520735"/>
                  <a:pt x="7564559" y="3513715"/>
                  <a:pt x="7564559" y="3506075"/>
                </a:cubicBezTo>
                <a:cubicBezTo>
                  <a:pt x="7564559" y="3489803"/>
                  <a:pt x="7568230" y="3476979"/>
                  <a:pt x="7575572" y="3467603"/>
                </a:cubicBezTo>
                <a:cubicBezTo>
                  <a:pt x="7582915" y="3458227"/>
                  <a:pt x="7592588" y="3453539"/>
                  <a:pt x="7604594" y="3453539"/>
                </a:cubicBezTo>
                <a:cubicBezTo>
                  <a:pt x="7612928" y="3453539"/>
                  <a:pt x="7619799" y="3455424"/>
                  <a:pt x="7625207" y="3459194"/>
                </a:cubicBezTo>
                <a:cubicBezTo>
                  <a:pt x="7630614" y="3462965"/>
                  <a:pt x="7635798" y="3468620"/>
                  <a:pt x="7640759" y="3476161"/>
                </a:cubicBezTo>
                <a:cubicBezTo>
                  <a:pt x="7643537" y="3480030"/>
                  <a:pt x="7646042" y="3482833"/>
                  <a:pt x="7648275" y="3484570"/>
                </a:cubicBezTo>
                <a:cubicBezTo>
                  <a:pt x="7650507" y="3486306"/>
                  <a:pt x="7653310" y="3487174"/>
                  <a:pt x="7656684" y="3487174"/>
                </a:cubicBezTo>
                <a:cubicBezTo>
                  <a:pt x="7661843" y="3487174"/>
                  <a:pt x="7666233" y="3485487"/>
                  <a:pt x="7669855" y="3482114"/>
                </a:cubicBezTo>
                <a:cubicBezTo>
                  <a:pt x="7673476" y="3478740"/>
                  <a:pt x="7675287" y="3474623"/>
                  <a:pt x="7675287" y="3469761"/>
                </a:cubicBezTo>
                <a:cubicBezTo>
                  <a:pt x="7675287" y="3464999"/>
                  <a:pt x="7673675" y="3459864"/>
                  <a:pt x="7670450" y="3454357"/>
                </a:cubicBezTo>
                <a:cubicBezTo>
                  <a:pt x="7667226" y="3448851"/>
                  <a:pt x="7662562" y="3443667"/>
                  <a:pt x="7656460" y="3438805"/>
                </a:cubicBezTo>
                <a:cubicBezTo>
                  <a:pt x="7650359" y="3433943"/>
                  <a:pt x="7642917" y="3429974"/>
                  <a:pt x="7634136" y="3426899"/>
                </a:cubicBezTo>
                <a:cubicBezTo>
                  <a:pt x="7625355" y="3423823"/>
                  <a:pt x="7615706" y="3422285"/>
                  <a:pt x="7605189" y="3422285"/>
                </a:cubicBezTo>
                <a:close/>
                <a:moveTo>
                  <a:pt x="7096643" y="3422285"/>
                </a:moveTo>
                <a:cubicBezTo>
                  <a:pt x="7080669" y="3422285"/>
                  <a:pt x="7067324" y="3424468"/>
                  <a:pt x="7056609" y="3428833"/>
                </a:cubicBezTo>
                <a:cubicBezTo>
                  <a:pt x="7045893" y="3433199"/>
                  <a:pt x="7038005" y="3438755"/>
                  <a:pt x="7032945" y="3445502"/>
                </a:cubicBezTo>
                <a:cubicBezTo>
                  <a:pt x="7027885" y="3452249"/>
                  <a:pt x="7025355" y="3459194"/>
                  <a:pt x="7025355" y="3466338"/>
                </a:cubicBezTo>
                <a:cubicBezTo>
                  <a:pt x="7025355" y="3470902"/>
                  <a:pt x="7027016" y="3474648"/>
                  <a:pt x="7030340" y="3477575"/>
                </a:cubicBezTo>
                <a:cubicBezTo>
                  <a:pt x="7033664" y="3480502"/>
                  <a:pt x="7037608" y="3481965"/>
                  <a:pt x="7042172" y="3481965"/>
                </a:cubicBezTo>
                <a:cubicBezTo>
                  <a:pt x="7047232" y="3481965"/>
                  <a:pt x="7050531" y="3481047"/>
                  <a:pt x="7052069" y="3479212"/>
                </a:cubicBezTo>
                <a:cubicBezTo>
                  <a:pt x="7053607" y="3477376"/>
                  <a:pt x="7056237" y="3473581"/>
                  <a:pt x="7059957" y="3467826"/>
                </a:cubicBezTo>
                <a:cubicBezTo>
                  <a:pt x="7063678" y="3462072"/>
                  <a:pt x="7068143" y="3457756"/>
                  <a:pt x="7073352" y="3454878"/>
                </a:cubicBezTo>
                <a:cubicBezTo>
                  <a:pt x="7078561" y="3452001"/>
                  <a:pt x="7086324" y="3450562"/>
                  <a:pt x="7096643" y="3450562"/>
                </a:cubicBezTo>
                <a:cubicBezTo>
                  <a:pt x="7108649" y="3450562"/>
                  <a:pt x="7116561" y="3453068"/>
                  <a:pt x="7120381" y="3458078"/>
                </a:cubicBezTo>
                <a:cubicBezTo>
                  <a:pt x="7124201" y="3463089"/>
                  <a:pt x="7126359" y="3470952"/>
                  <a:pt x="7126855" y="3481667"/>
                </a:cubicBezTo>
                <a:cubicBezTo>
                  <a:pt x="7118323" y="3484148"/>
                  <a:pt x="7110410" y="3486256"/>
                  <a:pt x="7103117" y="3487993"/>
                </a:cubicBezTo>
                <a:cubicBezTo>
                  <a:pt x="7095825" y="3489729"/>
                  <a:pt x="7087069" y="3491639"/>
                  <a:pt x="7076849" y="3493722"/>
                </a:cubicBezTo>
                <a:cubicBezTo>
                  <a:pt x="7066629" y="3495806"/>
                  <a:pt x="7060230" y="3497145"/>
                  <a:pt x="7057650" y="3497741"/>
                </a:cubicBezTo>
                <a:cubicBezTo>
                  <a:pt x="7045347" y="3500420"/>
                  <a:pt x="7035673" y="3505678"/>
                  <a:pt x="7028629" y="3513517"/>
                </a:cubicBezTo>
                <a:cubicBezTo>
                  <a:pt x="7021584" y="3521355"/>
                  <a:pt x="7018062" y="3530830"/>
                  <a:pt x="7018062" y="3541943"/>
                </a:cubicBezTo>
                <a:cubicBezTo>
                  <a:pt x="7018062" y="3550178"/>
                  <a:pt x="7020195" y="3557818"/>
                  <a:pt x="7024462" y="3564862"/>
                </a:cubicBezTo>
                <a:cubicBezTo>
                  <a:pt x="7028728" y="3571907"/>
                  <a:pt x="7034805" y="3577488"/>
                  <a:pt x="7042693" y="3581605"/>
                </a:cubicBezTo>
                <a:cubicBezTo>
                  <a:pt x="7050581" y="3585723"/>
                  <a:pt x="7059734" y="3587782"/>
                  <a:pt x="7070152" y="3587782"/>
                </a:cubicBezTo>
                <a:cubicBezTo>
                  <a:pt x="7081562" y="3587782"/>
                  <a:pt x="7091856" y="3585872"/>
                  <a:pt x="7101034" y="3582052"/>
                </a:cubicBezTo>
                <a:cubicBezTo>
                  <a:pt x="7110211" y="3578232"/>
                  <a:pt x="7119712" y="3572502"/>
                  <a:pt x="7129534" y="3564862"/>
                </a:cubicBezTo>
                <a:cubicBezTo>
                  <a:pt x="7134098" y="3572304"/>
                  <a:pt x="7138414" y="3577984"/>
                  <a:pt x="7142482" y="3581903"/>
                </a:cubicBezTo>
                <a:cubicBezTo>
                  <a:pt x="7146550" y="3585822"/>
                  <a:pt x="7150668" y="3587782"/>
                  <a:pt x="7154835" y="3587782"/>
                </a:cubicBezTo>
                <a:cubicBezTo>
                  <a:pt x="7159796" y="3587782"/>
                  <a:pt x="7164236" y="3586070"/>
                  <a:pt x="7168155" y="3582647"/>
                </a:cubicBezTo>
                <a:cubicBezTo>
                  <a:pt x="7172074" y="3579224"/>
                  <a:pt x="7174034" y="3575429"/>
                  <a:pt x="7174034" y="3571262"/>
                </a:cubicBezTo>
                <a:cubicBezTo>
                  <a:pt x="7174034" y="3568881"/>
                  <a:pt x="7172769" y="3563548"/>
                  <a:pt x="7170239" y="3555263"/>
                </a:cubicBezTo>
                <a:cubicBezTo>
                  <a:pt x="7167709" y="3546978"/>
                  <a:pt x="7166444" y="3539016"/>
                  <a:pt x="7166444" y="3531376"/>
                </a:cubicBezTo>
                <a:cubicBezTo>
                  <a:pt x="7166543" y="3523240"/>
                  <a:pt x="7166617" y="3515848"/>
                  <a:pt x="7166667" y="3509201"/>
                </a:cubicBezTo>
                <a:cubicBezTo>
                  <a:pt x="7166717" y="3502553"/>
                  <a:pt x="7166741" y="3494467"/>
                  <a:pt x="7166741" y="3484942"/>
                </a:cubicBezTo>
                <a:cubicBezTo>
                  <a:pt x="7166741" y="3469860"/>
                  <a:pt x="7164633" y="3457756"/>
                  <a:pt x="7160416" y="3448628"/>
                </a:cubicBezTo>
                <a:cubicBezTo>
                  <a:pt x="7156199" y="3439499"/>
                  <a:pt x="7148981" y="3432827"/>
                  <a:pt x="7138762" y="3428610"/>
                </a:cubicBezTo>
                <a:cubicBezTo>
                  <a:pt x="7128542" y="3424393"/>
                  <a:pt x="7114503" y="3422285"/>
                  <a:pt x="7096643" y="3422285"/>
                </a:cubicBezTo>
                <a:close/>
                <a:moveTo>
                  <a:pt x="6791843" y="3422285"/>
                </a:moveTo>
                <a:cubicBezTo>
                  <a:pt x="6775869" y="3422285"/>
                  <a:pt x="6762524" y="3424468"/>
                  <a:pt x="6751809" y="3428833"/>
                </a:cubicBezTo>
                <a:cubicBezTo>
                  <a:pt x="6741093" y="3433199"/>
                  <a:pt x="6733205" y="3438755"/>
                  <a:pt x="6728145" y="3445502"/>
                </a:cubicBezTo>
                <a:cubicBezTo>
                  <a:pt x="6723085" y="3452249"/>
                  <a:pt x="6720555" y="3459194"/>
                  <a:pt x="6720555" y="3466338"/>
                </a:cubicBezTo>
                <a:cubicBezTo>
                  <a:pt x="6720555" y="3470902"/>
                  <a:pt x="6722216" y="3474648"/>
                  <a:pt x="6725540" y="3477575"/>
                </a:cubicBezTo>
                <a:cubicBezTo>
                  <a:pt x="6728864" y="3480502"/>
                  <a:pt x="6732808" y="3481965"/>
                  <a:pt x="6737372" y="3481965"/>
                </a:cubicBezTo>
                <a:cubicBezTo>
                  <a:pt x="6742432" y="3481965"/>
                  <a:pt x="6745731" y="3481047"/>
                  <a:pt x="6747269" y="3479212"/>
                </a:cubicBezTo>
                <a:cubicBezTo>
                  <a:pt x="6748807" y="3477376"/>
                  <a:pt x="6751437" y="3473581"/>
                  <a:pt x="6755157" y="3467826"/>
                </a:cubicBezTo>
                <a:cubicBezTo>
                  <a:pt x="6758878" y="3462072"/>
                  <a:pt x="6763343" y="3457756"/>
                  <a:pt x="6768552" y="3454878"/>
                </a:cubicBezTo>
                <a:cubicBezTo>
                  <a:pt x="6773761" y="3452001"/>
                  <a:pt x="6781524" y="3450562"/>
                  <a:pt x="6791843" y="3450562"/>
                </a:cubicBezTo>
                <a:cubicBezTo>
                  <a:pt x="6803849" y="3450562"/>
                  <a:pt x="6811761" y="3453068"/>
                  <a:pt x="6815581" y="3458078"/>
                </a:cubicBezTo>
                <a:cubicBezTo>
                  <a:pt x="6819401" y="3463089"/>
                  <a:pt x="6821559" y="3470952"/>
                  <a:pt x="6822055" y="3481667"/>
                </a:cubicBezTo>
                <a:cubicBezTo>
                  <a:pt x="6813523" y="3484148"/>
                  <a:pt x="6805610" y="3486256"/>
                  <a:pt x="6798317" y="3487993"/>
                </a:cubicBezTo>
                <a:cubicBezTo>
                  <a:pt x="6791025" y="3489729"/>
                  <a:pt x="6782269" y="3491639"/>
                  <a:pt x="6772049" y="3493722"/>
                </a:cubicBezTo>
                <a:cubicBezTo>
                  <a:pt x="6761829" y="3495806"/>
                  <a:pt x="6755430" y="3497145"/>
                  <a:pt x="6752850" y="3497741"/>
                </a:cubicBezTo>
                <a:cubicBezTo>
                  <a:pt x="6740547" y="3500420"/>
                  <a:pt x="6730874" y="3505678"/>
                  <a:pt x="6723829" y="3513517"/>
                </a:cubicBezTo>
                <a:cubicBezTo>
                  <a:pt x="6716784" y="3521355"/>
                  <a:pt x="6713262" y="3530830"/>
                  <a:pt x="6713262" y="3541943"/>
                </a:cubicBezTo>
                <a:cubicBezTo>
                  <a:pt x="6713262" y="3550178"/>
                  <a:pt x="6715395" y="3557818"/>
                  <a:pt x="6719662" y="3564862"/>
                </a:cubicBezTo>
                <a:cubicBezTo>
                  <a:pt x="6723928" y="3571907"/>
                  <a:pt x="6730005" y="3577488"/>
                  <a:pt x="6737893" y="3581605"/>
                </a:cubicBezTo>
                <a:cubicBezTo>
                  <a:pt x="6745781" y="3585723"/>
                  <a:pt x="6754934" y="3587782"/>
                  <a:pt x="6765352" y="3587782"/>
                </a:cubicBezTo>
                <a:cubicBezTo>
                  <a:pt x="6776762" y="3587782"/>
                  <a:pt x="6787056" y="3585872"/>
                  <a:pt x="6796234" y="3582052"/>
                </a:cubicBezTo>
                <a:cubicBezTo>
                  <a:pt x="6805411" y="3578232"/>
                  <a:pt x="6814912" y="3572502"/>
                  <a:pt x="6824734" y="3564862"/>
                </a:cubicBezTo>
                <a:cubicBezTo>
                  <a:pt x="6829298" y="3572304"/>
                  <a:pt x="6833614" y="3577984"/>
                  <a:pt x="6837682" y="3581903"/>
                </a:cubicBezTo>
                <a:cubicBezTo>
                  <a:pt x="6841750" y="3585822"/>
                  <a:pt x="6845868" y="3587782"/>
                  <a:pt x="6850035" y="3587782"/>
                </a:cubicBezTo>
                <a:cubicBezTo>
                  <a:pt x="6854996" y="3587782"/>
                  <a:pt x="6859436" y="3586070"/>
                  <a:pt x="6863355" y="3582647"/>
                </a:cubicBezTo>
                <a:cubicBezTo>
                  <a:pt x="6867274" y="3579224"/>
                  <a:pt x="6869234" y="3575429"/>
                  <a:pt x="6869234" y="3571262"/>
                </a:cubicBezTo>
                <a:cubicBezTo>
                  <a:pt x="6869234" y="3568881"/>
                  <a:pt x="6867969" y="3563548"/>
                  <a:pt x="6865439" y="3555263"/>
                </a:cubicBezTo>
                <a:cubicBezTo>
                  <a:pt x="6862909" y="3546978"/>
                  <a:pt x="6861644" y="3539016"/>
                  <a:pt x="6861644" y="3531376"/>
                </a:cubicBezTo>
                <a:cubicBezTo>
                  <a:pt x="6861743" y="3523240"/>
                  <a:pt x="6861817" y="3515848"/>
                  <a:pt x="6861867" y="3509201"/>
                </a:cubicBezTo>
                <a:cubicBezTo>
                  <a:pt x="6861917" y="3502553"/>
                  <a:pt x="6861941" y="3494467"/>
                  <a:pt x="6861941" y="3484942"/>
                </a:cubicBezTo>
                <a:cubicBezTo>
                  <a:pt x="6861941" y="3469860"/>
                  <a:pt x="6859833" y="3457756"/>
                  <a:pt x="6855616" y="3448628"/>
                </a:cubicBezTo>
                <a:cubicBezTo>
                  <a:pt x="6851399" y="3439499"/>
                  <a:pt x="6844181" y="3432827"/>
                  <a:pt x="6833962" y="3428610"/>
                </a:cubicBezTo>
                <a:cubicBezTo>
                  <a:pt x="6823742" y="3424393"/>
                  <a:pt x="6809703" y="3422285"/>
                  <a:pt x="6791843" y="3422285"/>
                </a:cubicBezTo>
                <a:close/>
                <a:moveTo>
                  <a:pt x="5515493" y="3422285"/>
                </a:moveTo>
                <a:cubicBezTo>
                  <a:pt x="5499519" y="3422285"/>
                  <a:pt x="5486174" y="3424468"/>
                  <a:pt x="5475459" y="3428833"/>
                </a:cubicBezTo>
                <a:cubicBezTo>
                  <a:pt x="5464743" y="3433199"/>
                  <a:pt x="5456855" y="3438755"/>
                  <a:pt x="5451795" y="3445502"/>
                </a:cubicBezTo>
                <a:cubicBezTo>
                  <a:pt x="5446735" y="3452249"/>
                  <a:pt x="5444205" y="3459194"/>
                  <a:pt x="5444205" y="3466338"/>
                </a:cubicBezTo>
                <a:cubicBezTo>
                  <a:pt x="5444205" y="3470902"/>
                  <a:pt x="5445866" y="3474648"/>
                  <a:pt x="5449190" y="3477575"/>
                </a:cubicBezTo>
                <a:cubicBezTo>
                  <a:pt x="5452514" y="3480502"/>
                  <a:pt x="5456459" y="3481965"/>
                  <a:pt x="5461022" y="3481965"/>
                </a:cubicBezTo>
                <a:cubicBezTo>
                  <a:pt x="5466082" y="3481965"/>
                  <a:pt x="5469381" y="3481047"/>
                  <a:pt x="5470920" y="3479212"/>
                </a:cubicBezTo>
                <a:cubicBezTo>
                  <a:pt x="5472457" y="3477376"/>
                  <a:pt x="5475087" y="3473581"/>
                  <a:pt x="5478807" y="3467826"/>
                </a:cubicBezTo>
                <a:cubicBezTo>
                  <a:pt x="5482528" y="3462072"/>
                  <a:pt x="5486993" y="3457756"/>
                  <a:pt x="5492202" y="3454878"/>
                </a:cubicBezTo>
                <a:cubicBezTo>
                  <a:pt x="5497411" y="3452001"/>
                  <a:pt x="5505175" y="3450562"/>
                  <a:pt x="5515493" y="3450562"/>
                </a:cubicBezTo>
                <a:cubicBezTo>
                  <a:pt x="5527499" y="3450562"/>
                  <a:pt x="5535411" y="3453068"/>
                  <a:pt x="5539232" y="3458078"/>
                </a:cubicBezTo>
                <a:cubicBezTo>
                  <a:pt x="5543051" y="3463089"/>
                  <a:pt x="5545209" y="3470952"/>
                  <a:pt x="5545705" y="3481667"/>
                </a:cubicBezTo>
                <a:cubicBezTo>
                  <a:pt x="5537173" y="3484148"/>
                  <a:pt x="5529260" y="3486256"/>
                  <a:pt x="5521967" y="3487993"/>
                </a:cubicBezTo>
                <a:cubicBezTo>
                  <a:pt x="5514675" y="3489729"/>
                  <a:pt x="5505919" y="3491639"/>
                  <a:pt x="5495700" y="3493722"/>
                </a:cubicBezTo>
                <a:cubicBezTo>
                  <a:pt x="5485480" y="3495806"/>
                  <a:pt x="5479080" y="3497145"/>
                  <a:pt x="5476500" y="3497741"/>
                </a:cubicBezTo>
                <a:cubicBezTo>
                  <a:pt x="5464197" y="3500420"/>
                  <a:pt x="5454523" y="3505678"/>
                  <a:pt x="5447479" y="3513517"/>
                </a:cubicBezTo>
                <a:cubicBezTo>
                  <a:pt x="5440434" y="3521355"/>
                  <a:pt x="5436912" y="3530830"/>
                  <a:pt x="5436912" y="3541943"/>
                </a:cubicBezTo>
                <a:cubicBezTo>
                  <a:pt x="5436912" y="3550178"/>
                  <a:pt x="5439045" y="3557818"/>
                  <a:pt x="5443312" y="3564862"/>
                </a:cubicBezTo>
                <a:cubicBezTo>
                  <a:pt x="5447578" y="3571907"/>
                  <a:pt x="5453655" y="3577488"/>
                  <a:pt x="5461543" y="3581605"/>
                </a:cubicBezTo>
                <a:cubicBezTo>
                  <a:pt x="5469432" y="3585723"/>
                  <a:pt x="5478584" y="3587782"/>
                  <a:pt x="5489002" y="3587782"/>
                </a:cubicBezTo>
                <a:cubicBezTo>
                  <a:pt x="5500412" y="3587782"/>
                  <a:pt x="5510706" y="3585872"/>
                  <a:pt x="5519884" y="3582052"/>
                </a:cubicBezTo>
                <a:cubicBezTo>
                  <a:pt x="5529062" y="3578232"/>
                  <a:pt x="5538562" y="3572502"/>
                  <a:pt x="5548384" y="3564862"/>
                </a:cubicBezTo>
                <a:cubicBezTo>
                  <a:pt x="5552949" y="3572304"/>
                  <a:pt x="5557264" y="3577984"/>
                  <a:pt x="5561332" y="3581903"/>
                </a:cubicBezTo>
                <a:cubicBezTo>
                  <a:pt x="5565401" y="3585822"/>
                  <a:pt x="5569518" y="3587782"/>
                  <a:pt x="5573685" y="3587782"/>
                </a:cubicBezTo>
                <a:cubicBezTo>
                  <a:pt x="5578646" y="3587782"/>
                  <a:pt x="5583086" y="3586070"/>
                  <a:pt x="5587005" y="3582647"/>
                </a:cubicBezTo>
                <a:cubicBezTo>
                  <a:pt x="5590925" y="3579224"/>
                  <a:pt x="5592884" y="3575429"/>
                  <a:pt x="5592884" y="3571262"/>
                </a:cubicBezTo>
                <a:cubicBezTo>
                  <a:pt x="5592884" y="3568881"/>
                  <a:pt x="5591619" y="3563548"/>
                  <a:pt x="5589089" y="3555263"/>
                </a:cubicBezTo>
                <a:cubicBezTo>
                  <a:pt x="5586559" y="3546978"/>
                  <a:pt x="5585294" y="3539016"/>
                  <a:pt x="5585294" y="3531376"/>
                </a:cubicBezTo>
                <a:cubicBezTo>
                  <a:pt x="5585393" y="3523240"/>
                  <a:pt x="5585467" y="3515848"/>
                  <a:pt x="5585517" y="3509201"/>
                </a:cubicBezTo>
                <a:cubicBezTo>
                  <a:pt x="5585567" y="3502553"/>
                  <a:pt x="5585591" y="3494467"/>
                  <a:pt x="5585591" y="3484942"/>
                </a:cubicBezTo>
                <a:cubicBezTo>
                  <a:pt x="5585591" y="3469860"/>
                  <a:pt x="5583483" y="3457756"/>
                  <a:pt x="5579266" y="3448628"/>
                </a:cubicBezTo>
                <a:cubicBezTo>
                  <a:pt x="5575049" y="3439499"/>
                  <a:pt x="5567831" y="3432827"/>
                  <a:pt x="5557612" y="3428610"/>
                </a:cubicBezTo>
                <a:cubicBezTo>
                  <a:pt x="5547392" y="3424393"/>
                  <a:pt x="5533353" y="3422285"/>
                  <a:pt x="5515493" y="3422285"/>
                </a:cubicBezTo>
                <a:close/>
                <a:moveTo>
                  <a:pt x="4479502" y="3422285"/>
                </a:moveTo>
                <a:cubicBezTo>
                  <a:pt x="4467297" y="3422285"/>
                  <a:pt x="4456185" y="3424244"/>
                  <a:pt x="4446164" y="3428164"/>
                </a:cubicBezTo>
                <a:cubicBezTo>
                  <a:pt x="4436143" y="3432083"/>
                  <a:pt x="4427709" y="3437713"/>
                  <a:pt x="4420863" y="3445056"/>
                </a:cubicBezTo>
                <a:cubicBezTo>
                  <a:pt x="4414017" y="3452398"/>
                  <a:pt x="4408808" y="3461204"/>
                  <a:pt x="4405237" y="3471473"/>
                </a:cubicBezTo>
                <a:cubicBezTo>
                  <a:pt x="4401664" y="3481742"/>
                  <a:pt x="4399879" y="3492879"/>
                  <a:pt x="4399879" y="3504885"/>
                </a:cubicBezTo>
                <a:cubicBezTo>
                  <a:pt x="4399879" y="3530384"/>
                  <a:pt x="4407121" y="3550575"/>
                  <a:pt x="4421608" y="3565458"/>
                </a:cubicBezTo>
                <a:cubicBezTo>
                  <a:pt x="4436094" y="3580340"/>
                  <a:pt x="4456384" y="3587782"/>
                  <a:pt x="4482478" y="3587782"/>
                </a:cubicBezTo>
                <a:cubicBezTo>
                  <a:pt x="4493888" y="3587782"/>
                  <a:pt x="4503984" y="3586294"/>
                  <a:pt x="4512764" y="3583317"/>
                </a:cubicBezTo>
                <a:cubicBezTo>
                  <a:pt x="4521545" y="3580340"/>
                  <a:pt x="4528838" y="3576595"/>
                  <a:pt x="4534642" y="3572080"/>
                </a:cubicBezTo>
                <a:cubicBezTo>
                  <a:pt x="4540446" y="3567566"/>
                  <a:pt x="4544788" y="3562853"/>
                  <a:pt x="4547665" y="3557942"/>
                </a:cubicBezTo>
                <a:cubicBezTo>
                  <a:pt x="4550543" y="3553030"/>
                  <a:pt x="4551981" y="3548739"/>
                  <a:pt x="4551981" y="3545068"/>
                </a:cubicBezTo>
                <a:cubicBezTo>
                  <a:pt x="4551981" y="3540901"/>
                  <a:pt x="4550691" y="3537676"/>
                  <a:pt x="4548111" y="3535394"/>
                </a:cubicBezTo>
                <a:cubicBezTo>
                  <a:pt x="4545532" y="3533112"/>
                  <a:pt x="4542158" y="3531971"/>
                  <a:pt x="4537991" y="3531971"/>
                </a:cubicBezTo>
                <a:cubicBezTo>
                  <a:pt x="4534121" y="3531971"/>
                  <a:pt x="4531145" y="3532864"/>
                  <a:pt x="4529061" y="3534650"/>
                </a:cubicBezTo>
                <a:cubicBezTo>
                  <a:pt x="4524002" y="3539413"/>
                  <a:pt x="4519883" y="3543183"/>
                  <a:pt x="4516708" y="3545961"/>
                </a:cubicBezTo>
                <a:cubicBezTo>
                  <a:pt x="4513533" y="3548739"/>
                  <a:pt x="4510061" y="3551344"/>
                  <a:pt x="4506291" y="3553775"/>
                </a:cubicBezTo>
                <a:cubicBezTo>
                  <a:pt x="4502520" y="3556205"/>
                  <a:pt x="4498626" y="3557991"/>
                  <a:pt x="4494608" y="3559132"/>
                </a:cubicBezTo>
                <a:cubicBezTo>
                  <a:pt x="4490589" y="3560273"/>
                  <a:pt x="4486149" y="3560844"/>
                  <a:pt x="4481288" y="3560844"/>
                </a:cubicBezTo>
                <a:cubicBezTo>
                  <a:pt x="4474044" y="3560844"/>
                  <a:pt x="4467422" y="3559058"/>
                  <a:pt x="4461419" y="3555486"/>
                </a:cubicBezTo>
                <a:cubicBezTo>
                  <a:pt x="4455416" y="3551914"/>
                  <a:pt x="4450604" y="3546606"/>
                  <a:pt x="4446983" y="3539562"/>
                </a:cubicBezTo>
                <a:cubicBezTo>
                  <a:pt x="4443361" y="3532517"/>
                  <a:pt x="4441501" y="3524381"/>
                  <a:pt x="4441402" y="3515154"/>
                </a:cubicBezTo>
                <a:lnTo>
                  <a:pt x="4520876" y="3515154"/>
                </a:lnTo>
                <a:cubicBezTo>
                  <a:pt x="4531493" y="3515154"/>
                  <a:pt x="4539728" y="3513641"/>
                  <a:pt x="4545582" y="3510614"/>
                </a:cubicBezTo>
                <a:cubicBezTo>
                  <a:pt x="4551435" y="3507588"/>
                  <a:pt x="4554362" y="3500965"/>
                  <a:pt x="4554362" y="3490746"/>
                </a:cubicBezTo>
                <a:cubicBezTo>
                  <a:pt x="4554362" y="3479733"/>
                  <a:pt x="4551534" y="3468918"/>
                  <a:pt x="4545879" y="3458301"/>
                </a:cubicBezTo>
                <a:cubicBezTo>
                  <a:pt x="4540223" y="3447685"/>
                  <a:pt x="4531715" y="3439028"/>
                  <a:pt x="4520355" y="3432331"/>
                </a:cubicBezTo>
                <a:cubicBezTo>
                  <a:pt x="4508995" y="3425634"/>
                  <a:pt x="4495376" y="3422285"/>
                  <a:pt x="4479502" y="3422285"/>
                </a:cubicBezTo>
                <a:close/>
                <a:moveTo>
                  <a:pt x="3622252" y="3422285"/>
                </a:moveTo>
                <a:cubicBezTo>
                  <a:pt x="3610049" y="3422285"/>
                  <a:pt x="3598935" y="3424244"/>
                  <a:pt x="3588914" y="3428164"/>
                </a:cubicBezTo>
                <a:cubicBezTo>
                  <a:pt x="3578893" y="3432083"/>
                  <a:pt x="3570460" y="3437713"/>
                  <a:pt x="3563614" y="3445056"/>
                </a:cubicBezTo>
                <a:cubicBezTo>
                  <a:pt x="3556769" y="3452398"/>
                  <a:pt x="3551559" y="3461204"/>
                  <a:pt x="3547987" y="3471473"/>
                </a:cubicBezTo>
                <a:cubicBezTo>
                  <a:pt x="3544416" y="3481742"/>
                  <a:pt x="3542628" y="3492879"/>
                  <a:pt x="3542628" y="3504885"/>
                </a:cubicBezTo>
                <a:cubicBezTo>
                  <a:pt x="3542628" y="3530384"/>
                  <a:pt x="3549871" y="3550575"/>
                  <a:pt x="3564358" y="3565458"/>
                </a:cubicBezTo>
                <a:cubicBezTo>
                  <a:pt x="3578844" y="3580340"/>
                  <a:pt x="3599133" y="3587782"/>
                  <a:pt x="3625228" y="3587782"/>
                </a:cubicBezTo>
                <a:cubicBezTo>
                  <a:pt x="3636639" y="3587782"/>
                  <a:pt x="3646734" y="3586294"/>
                  <a:pt x="3655515" y="3583317"/>
                </a:cubicBezTo>
                <a:cubicBezTo>
                  <a:pt x="3664295" y="3580340"/>
                  <a:pt x="3671587" y="3576595"/>
                  <a:pt x="3677392" y="3572080"/>
                </a:cubicBezTo>
                <a:cubicBezTo>
                  <a:pt x="3683197" y="3567566"/>
                  <a:pt x="3687538" y="3562853"/>
                  <a:pt x="3690415" y="3557942"/>
                </a:cubicBezTo>
                <a:cubicBezTo>
                  <a:pt x="3693292" y="3553030"/>
                  <a:pt x="3694731" y="3548739"/>
                  <a:pt x="3694731" y="3545068"/>
                </a:cubicBezTo>
                <a:cubicBezTo>
                  <a:pt x="3694731" y="3540901"/>
                  <a:pt x="3693441" y="3537676"/>
                  <a:pt x="3690861" y="3535394"/>
                </a:cubicBezTo>
                <a:cubicBezTo>
                  <a:pt x="3688283" y="3533112"/>
                  <a:pt x="3684909" y="3531971"/>
                  <a:pt x="3680741" y="3531971"/>
                </a:cubicBezTo>
                <a:cubicBezTo>
                  <a:pt x="3676872" y="3531971"/>
                  <a:pt x="3673895" y="3532864"/>
                  <a:pt x="3671813" y="3534650"/>
                </a:cubicBezTo>
                <a:cubicBezTo>
                  <a:pt x="3666752" y="3539413"/>
                  <a:pt x="3662634" y="3543183"/>
                  <a:pt x="3659459" y="3545961"/>
                </a:cubicBezTo>
                <a:cubicBezTo>
                  <a:pt x="3656284" y="3548739"/>
                  <a:pt x="3652811" y="3551344"/>
                  <a:pt x="3649042" y="3553775"/>
                </a:cubicBezTo>
                <a:cubicBezTo>
                  <a:pt x="3645270" y="3556205"/>
                  <a:pt x="3641376" y="3557991"/>
                  <a:pt x="3637358" y="3559132"/>
                </a:cubicBezTo>
                <a:cubicBezTo>
                  <a:pt x="3633340" y="3560273"/>
                  <a:pt x="3628901" y="3560844"/>
                  <a:pt x="3624038" y="3560844"/>
                </a:cubicBezTo>
                <a:cubicBezTo>
                  <a:pt x="3616796" y="3560844"/>
                  <a:pt x="3610172" y="3559058"/>
                  <a:pt x="3604169" y="3555486"/>
                </a:cubicBezTo>
                <a:cubicBezTo>
                  <a:pt x="3598166" y="3551914"/>
                  <a:pt x="3593355" y="3546606"/>
                  <a:pt x="3589733" y="3539562"/>
                </a:cubicBezTo>
                <a:cubicBezTo>
                  <a:pt x="3586112" y="3532517"/>
                  <a:pt x="3584252" y="3524381"/>
                  <a:pt x="3584152" y="3515154"/>
                </a:cubicBezTo>
                <a:lnTo>
                  <a:pt x="3663626" y="3515154"/>
                </a:lnTo>
                <a:cubicBezTo>
                  <a:pt x="3674242" y="3515154"/>
                  <a:pt x="3682478" y="3513641"/>
                  <a:pt x="3688332" y="3510614"/>
                </a:cubicBezTo>
                <a:cubicBezTo>
                  <a:pt x="3694185" y="3507588"/>
                  <a:pt x="3697112" y="3500965"/>
                  <a:pt x="3697112" y="3490746"/>
                </a:cubicBezTo>
                <a:cubicBezTo>
                  <a:pt x="3697112" y="3479733"/>
                  <a:pt x="3694286" y="3468918"/>
                  <a:pt x="3688630" y="3458301"/>
                </a:cubicBezTo>
                <a:cubicBezTo>
                  <a:pt x="3682974" y="3447685"/>
                  <a:pt x="3674465" y="3439028"/>
                  <a:pt x="3663106" y="3432331"/>
                </a:cubicBezTo>
                <a:cubicBezTo>
                  <a:pt x="3651744" y="3425634"/>
                  <a:pt x="3638126" y="3422285"/>
                  <a:pt x="3622252" y="3422285"/>
                </a:cubicBezTo>
                <a:close/>
                <a:moveTo>
                  <a:pt x="10123956" y="3363944"/>
                </a:moveTo>
                <a:cubicBezTo>
                  <a:pt x="10118499" y="3363944"/>
                  <a:pt x="10113711" y="3365805"/>
                  <a:pt x="10109594" y="3369525"/>
                </a:cubicBezTo>
                <a:cubicBezTo>
                  <a:pt x="10105477" y="3373246"/>
                  <a:pt x="10103417" y="3377984"/>
                  <a:pt x="10103417" y="3383738"/>
                </a:cubicBezTo>
                <a:cubicBezTo>
                  <a:pt x="10103417" y="3390088"/>
                  <a:pt x="10105427" y="3395000"/>
                  <a:pt x="10109445" y="3398472"/>
                </a:cubicBezTo>
                <a:cubicBezTo>
                  <a:pt x="10113463" y="3401945"/>
                  <a:pt x="10118301" y="3403681"/>
                  <a:pt x="10123956" y="3403681"/>
                </a:cubicBezTo>
                <a:cubicBezTo>
                  <a:pt x="10129413" y="3403681"/>
                  <a:pt x="10134126" y="3401920"/>
                  <a:pt x="10138095" y="3398398"/>
                </a:cubicBezTo>
                <a:cubicBezTo>
                  <a:pt x="10142063" y="3394876"/>
                  <a:pt x="10144047" y="3389989"/>
                  <a:pt x="10144047" y="3383738"/>
                </a:cubicBezTo>
                <a:cubicBezTo>
                  <a:pt x="10144047" y="3377289"/>
                  <a:pt x="10142014" y="3372378"/>
                  <a:pt x="10137945" y="3369004"/>
                </a:cubicBezTo>
                <a:cubicBezTo>
                  <a:pt x="10133878" y="3365631"/>
                  <a:pt x="10129215" y="3363944"/>
                  <a:pt x="10123956" y="3363944"/>
                </a:cubicBezTo>
                <a:close/>
                <a:moveTo>
                  <a:pt x="5780556" y="3363944"/>
                </a:moveTo>
                <a:cubicBezTo>
                  <a:pt x="5775100" y="3363944"/>
                  <a:pt x="5770312" y="3365805"/>
                  <a:pt x="5766194" y="3369525"/>
                </a:cubicBezTo>
                <a:cubicBezTo>
                  <a:pt x="5762077" y="3373246"/>
                  <a:pt x="5760019" y="3377984"/>
                  <a:pt x="5760019" y="3383738"/>
                </a:cubicBezTo>
                <a:cubicBezTo>
                  <a:pt x="5760019" y="3390088"/>
                  <a:pt x="5762028" y="3395000"/>
                  <a:pt x="5766046" y="3398472"/>
                </a:cubicBezTo>
                <a:cubicBezTo>
                  <a:pt x="5770064" y="3401945"/>
                  <a:pt x="5774901" y="3403681"/>
                  <a:pt x="5780556" y="3403681"/>
                </a:cubicBezTo>
                <a:cubicBezTo>
                  <a:pt x="5786013" y="3403681"/>
                  <a:pt x="5790726" y="3401920"/>
                  <a:pt x="5794695" y="3398398"/>
                </a:cubicBezTo>
                <a:cubicBezTo>
                  <a:pt x="5798664" y="3394876"/>
                  <a:pt x="5800649" y="3389989"/>
                  <a:pt x="5800649" y="3383738"/>
                </a:cubicBezTo>
                <a:cubicBezTo>
                  <a:pt x="5800649" y="3377289"/>
                  <a:pt x="5798614" y="3372378"/>
                  <a:pt x="5794546" y="3369004"/>
                </a:cubicBezTo>
                <a:cubicBezTo>
                  <a:pt x="5790478" y="3365631"/>
                  <a:pt x="5785816" y="3363944"/>
                  <a:pt x="5780556" y="3363944"/>
                </a:cubicBezTo>
                <a:close/>
                <a:moveTo>
                  <a:pt x="4342282" y="3363944"/>
                </a:moveTo>
                <a:cubicBezTo>
                  <a:pt x="4336825" y="3363944"/>
                  <a:pt x="4332038" y="3365805"/>
                  <a:pt x="4327920" y="3369525"/>
                </a:cubicBezTo>
                <a:cubicBezTo>
                  <a:pt x="4323803" y="3373246"/>
                  <a:pt x="4321744" y="3377984"/>
                  <a:pt x="4321744" y="3383738"/>
                </a:cubicBezTo>
                <a:cubicBezTo>
                  <a:pt x="4321744" y="3390088"/>
                  <a:pt x="4323753" y="3395000"/>
                  <a:pt x="4327771" y="3398472"/>
                </a:cubicBezTo>
                <a:cubicBezTo>
                  <a:pt x="4331790" y="3401945"/>
                  <a:pt x="4336626" y="3403681"/>
                  <a:pt x="4342282" y="3403681"/>
                </a:cubicBezTo>
                <a:cubicBezTo>
                  <a:pt x="4347739" y="3403681"/>
                  <a:pt x="4352452" y="3401920"/>
                  <a:pt x="4356420" y="3398398"/>
                </a:cubicBezTo>
                <a:cubicBezTo>
                  <a:pt x="4360390" y="3394876"/>
                  <a:pt x="4362374" y="3389989"/>
                  <a:pt x="4362374" y="3383738"/>
                </a:cubicBezTo>
                <a:cubicBezTo>
                  <a:pt x="4362374" y="3377289"/>
                  <a:pt x="4360340" y="3372378"/>
                  <a:pt x="4356272" y="3369004"/>
                </a:cubicBezTo>
                <a:cubicBezTo>
                  <a:pt x="4352204" y="3365631"/>
                  <a:pt x="4347541" y="3363944"/>
                  <a:pt x="4342282" y="3363944"/>
                </a:cubicBezTo>
                <a:close/>
                <a:moveTo>
                  <a:pt x="9681490" y="3362158"/>
                </a:moveTo>
                <a:cubicBezTo>
                  <a:pt x="9675339" y="3362158"/>
                  <a:pt x="9670601" y="3364292"/>
                  <a:pt x="9667277" y="3368558"/>
                </a:cubicBezTo>
                <a:cubicBezTo>
                  <a:pt x="9663953" y="3372824"/>
                  <a:pt x="9662291" y="3379125"/>
                  <a:pt x="9662291" y="3387459"/>
                </a:cubicBezTo>
                <a:lnTo>
                  <a:pt x="9662291" y="3447437"/>
                </a:lnTo>
                <a:cubicBezTo>
                  <a:pt x="9654651" y="3439103"/>
                  <a:pt x="9646813" y="3432926"/>
                  <a:pt x="9638776" y="3428908"/>
                </a:cubicBezTo>
                <a:cubicBezTo>
                  <a:pt x="9630739" y="3424889"/>
                  <a:pt x="9620867" y="3422880"/>
                  <a:pt x="9609159" y="3422880"/>
                </a:cubicBezTo>
                <a:cubicBezTo>
                  <a:pt x="9588919" y="3422880"/>
                  <a:pt x="9572597" y="3429974"/>
                  <a:pt x="9560195" y="3444163"/>
                </a:cubicBezTo>
                <a:cubicBezTo>
                  <a:pt x="9547793" y="3458351"/>
                  <a:pt x="9541591" y="3478145"/>
                  <a:pt x="9541591" y="3503545"/>
                </a:cubicBezTo>
                <a:cubicBezTo>
                  <a:pt x="9541591" y="3515551"/>
                  <a:pt x="9543154" y="3526713"/>
                  <a:pt x="9546279" y="3537031"/>
                </a:cubicBezTo>
                <a:cubicBezTo>
                  <a:pt x="9549405" y="3547350"/>
                  <a:pt x="9553994" y="3556329"/>
                  <a:pt x="9560046" y="3563969"/>
                </a:cubicBezTo>
                <a:cubicBezTo>
                  <a:pt x="9566099" y="3571609"/>
                  <a:pt x="9573267" y="3577488"/>
                  <a:pt x="9581553" y="3581605"/>
                </a:cubicBezTo>
                <a:cubicBezTo>
                  <a:pt x="9589837" y="3585723"/>
                  <a:pt x="9598841" y="3587782"/>
                  <a:pt x="9608564" y="3587782"/>
                </a:cubicBezTo>
                <a:cubicBezTo>
                  <a:pt x="9615907" y="3587782"/>
                  <a:pt x="9622679" y="3586765"/>
                  <a:pt x="9628879" y="3584731"/>
                </a:cubicBezTo>
                <a:cubicBezTo>
                  <a:pt x="9635081" y="3582697"/>
                  <a:pt x="9640835" y="3579720"/>
                  <a:pt x="9646143" y="3575801"/>
                </a:cubicBezTo>
                <a:cubicBezTo>
                  <a:pt x="9651451" y="3571882"/>
                  <a:pt x="9656835" y="3566797"/>
                  <a:pt x="9662291" y="3560546"/>
                </a:cubicBezTo>
                <a:lnTo>
                  <a:pt x="9662291" y="3564565"/>
                </a:lnTo>
                <a:cubicBezTo>
                  <a:pt x="9662291" y="3572006"/>
                  <a:pt x="9664102" y="3577736"/>
                  <a:pt x="9667723" y="3581754"/>
                </a:cubicBezTo>
                <a:cubicBezTo>
                  <a:pt x="9671345" y="3585773"/>
                  <a:pt x="9675933" y="3587782"/>
                  <a:pt x="9681490" y="3587782"/>
                </a:cubicBezTo>
                <a:cubicBezTo>
                  <a:pt x="9687145" y="3587782"/>
                  <a:pt x="9691759" y="3585847"/>
                  <a:pt x="9695331" y="3581977"/>
                </a:cubicBezTo>
                <a:cubicBezTo>
                  <a:pt x="9698903" y="3578108"/>
                  <a:pt x="9700689" y="3572304"/>
                  <a:pt x="9700689" y="3564565"/>
                </a:cubicBezTo>
                <a:lnTo>
                  <a:pt x="9700689" y="3385376"/>
                </a:lnTo>
                <a:cubicBezTo>
                  <a:pt x="9700689" y="3377736"/>
                  <a:pt x="9699027" y="3371956"/>
                  <a:pt x="9695703" y="3368037"/>
                </a:cubicBezTo>
                <a:cubicBezTo>
                  <a:pt x="9692379" y="3364118"/>
                  <a:pt x="9687641" y="3362158"/>
                  <a:pt x="9681490" y="3362158"/>
                </a:cubicBezTo>
                <a:close/>
                <a:moveTo>
                  <a:pt x="4608535" y="3362158"/>
                </a:moveTo>
                <a:cubicBezTo>
                  <a:pt x="4602384" y="3362158"/>
                  <a:pt x="4597498" y="3364242"/>
                  <a:pt x="4593877" y="3368409"/>
                </a:cubicBezTo>
                <a:cubicBezTo>
                  <a:pt x="4590254" y="3372576"/>
                  <a:pt x="4588444" y="3378728"/>
                  <a:pt x="4588444" y="3386864"/>
                </a:cubicBezTo>
                <a:lnTo>
                  <a:pt x="4588444" y="3563076"/>
                </a:lnTo>
                <a:cubicBezTo>
                  <a:pt x="4588444" y="3571014"/>
                  <a:pt x="4590304" y="3577116"/>
                  <a:pt x="4594025" y="3581382"/>
                </a:cubicBezTo>
                <a:cubicBezTo>
                  <a:pt x="4597745" y="3585649"/>
                  <a:pt x="4602582" y="3587782"/>
                  <a:pt x="4608535" y="3587782"/>
                </a:cubicBezTo>
                <a:cubicBezTo>
                  <a:pt x="4614588" y="3587782"/>
                  <a:pt x="4619524" y="3585723"/>
                  <a:pt x="4623344" y="3581605"/>
                </a:cubicBezTo>
                <a:cubicBezTo>
                  <a:pt x="4627164" y="3577488"/>
                  <a:pt x="4629074" y="3571311"/>
                  <a:pt x="4629074" y="3563076"/>
                </a:cubicBezTo>
                <a:lnTo>
                  <a:pt x="4629074" y="3386864"/>
                </a:lnTo>
                <a:cubicBezTo>
                  <a:pt x="4629074" y="3378629"/>
                  <a:pt x="4627189" y="3372452"/>
                  <a:pt x="4623418" y="3368335"/>
                </a:cubicBezTo>
                <a:cubicBezTo>
                  <a:pt x="4619648" y="3364217"/>
                  <a:pt x="4614687" y="3362158"/>
                  <a:pt x="4608535" y="3362158"/>
                </a:cubicBezTo>
                <a:close/>
                <a:moveTo>
                  <a:pt x="4159967" y="3362158"/>
                </a:moveTo>
                <a:cubicBezTo>
                  <a:pt x="4153617" y="3362158"/>
                  <a:pt x="4148682" y="3364217"/>
                  <a:pt x="4145159" y="3368335"/>
                </a:cubicBezTo>
                <a:cubicBezTo>
                  <a:pt x="4141637" y="3372452"/>
                  <a:pt x="4139875" y="3378629"/>
                  <a:pt x="4139875" y="3386864"/>
                </a:cubicBezTo>
                <a:lnTo>
                  <a:pt x="4139875" y="3563076"/>
                </a:lnTo>
                <a:cubicBezTo>
                  <a:pt x="4139875" y="3579547"/>
                  <a:pt x="4146572" y="3587782"/>
                  <a:pt x="4159967" y="3587782"/>
                </a:cubicBezTo>
                <a:cubicBezTo>
                  <a:pt x="4166416" y="3587782"/>
                  <a:pt x="4171452" y="3585673"/>
                  <a:pt x="4175073" y="3581457"/>
                </a:cubicBezTo>
                <a:cubicBezTo>
                  <a:pt x="4178694" y="3577240"/>
                  <a:pt x="4180507" y="3571113"/>
                  <a:pt x="4180507" y="3563076"/>
                </a:cubicBezTo>
                <a:lnTo>
                  <a:pt x="4180507" y="3509349"/>
                </a:lnTo>
                <a:cubicBezTo>
                  <a:pt x="4180507" y="3493871"/>
                  <a:pt x="4181598" y="3483106"/>
                  <a:pt x="4183780" y="3477054"/>
                </a:cubicBezTo>
                <a:cubicBezTo>
                  <a:pt x="4186658" y="3469910"/>
                  <a:pt x="4190998" y="3464279"/>
                  <a:pt x="4196803" y="3460162"/>
                </a:cubicBezTo>
                <a:cubicBezTo>
                  <a:pt x="4202606" y="3456044"/>
                  <a:pt x="4209131" y="3453985"/>
                  <a:pt x="4216374" y="3453985"/>
                </a:cubicBezTo>
                <a:cubicBezTo>
                  <a:pt x="4227188" y="3453985"/>
                  <a:pt x="4234530" y="3457483"/>
                  <a:pt x="4238399" y="3464478"/>
                </a:cubicBezTo>
                <a:cubicBezTo>
                  <a:pt x="4242269" y="3471473"/>
                  <a:pt x="4244204" y="3481469"/>
                  <a:pt x="4244204" y="3494467"/>
                </a:cubicBezTo>
                <a:lnTo>
                  <a:pt x="4244204" y="3563076"/>
                </a:lnTo>
                <a:cubicBezTo>
                  <a:pt x="4244204" y="3579547"/>
                  <a:pt x="4250901" y="3587782"/>
                  <a:pt x="4264296" y="3587782"/>
                </a:cubicBezTo>
                <a:cubicBezTo>
                  <a:pt x="4270447" y="3587782"/>
                  <a:pt x="4275384" y="3585698"/>
                  <a:pt x="4279105" y="3581531"/>
                </a:cubicBezTo>
                <a:cubicBezTo>
                  <a:pt x="4282825" y="3577364"/>
                  <a:pt x="4284686" y="3571212"/>
                  <a:pt x="4284686" y="3563076"/>
                </a:cubicBezTo>
                <a:lnTo>
                  <a:pt x="4284686" y="3485239"/>
                </a:lnTo>
                <a:cubicBezTo>
                  <a:pt x="4284686" y="3477401"/>
                  <a:pt x="4284190" y="3470480"/>
                  <a:pt x="4283197" y="3464478"/>
                </a:cubicBezTo>
                <a:cubicBezTo>
                  <a:pt x="4282205" y="3458475"/>
                  <a:pt x="4280270" y="3453043"/>
                  <a:pt x="4277393" y="3448181"/>
                </a:cubicBezTo>
                <a:cubicBezTo>
                  <a:pt x="4272829" y="3439847"/>
                  <a:pt x="4266553" y="3433497"/>
                  <a:pt x="4258567" y="3429131"/>
                </a:cubicBezTo>
                <a:cubicBezTo>
                  <a:pt x="4250579" y="3424765"/>
                  <a:pt x="4241425" y="3422583"/>
                  <a:pt x="4231107" y="3422583"/>
                </a:cubicBezTo>
                <a:cubicBezTo>
                  <a:pt x="4224261" y="3422583"/>
                  <a:pt x="4217861" y="3423451"/>
                  <a:pt x="4211908" y="3425187"/>
                </a:cubicBezTo>
                <a:cubicBezTo>
                  <a:pt x="4205956" y="3426923"/>
                  <a:pt x="4200523" y="3429528"/>
                  <a:pt x="4195612" y="3433001"/>
                </a:cubicBezTo>
                <a:cubicBezTo>
                  <a:pt x="4190700" y="3436473"/>
                  <a:pt x="4185665" y="3441186"/>
                  <a:pt x="4180507" y="3447139"/>
                </a:cubicBezTo>
                <a:lnTo>
                  <a:pt x="4180507" y="3386864"/>
                </a:lnTo>
                <a:cubicBezTo>
                  <a:pt x="4180507" y="3378728"/>
                  <a:pt x="4178694" y="3372576"/>
                  <a:pt x="4175073" y="3368409"/>
                </a:cubicBezTo>
                <a:cubicBezTo>
                  <a:pt x="4171452" y="3364242"/>
                  <a:pt x="4166416" y="3362158"/>
                  <a:pt x="4159967" y="3362158"/>
                </a:cubicBezTo>
                <a:close/>
                <a:moveTo>
                  <a:pt x="3751286" y="3362158"/>
                </a:moveTo>
                <a:cubicBezTo>
                  <a:pt x="3745135" y="3362158"/>
                  <a:pt x="3740247" y="3364242"/>
                  <a:pt x="3736625" y="3368409"/>
                </a:cubicBezTo>
                <a:cubicBezTo>
                  <a:pt x="3733004" y="3372576"/>
                  <a:pt x="3731194" y="3378728"/>
                  <a:pt x="3731194" y="3386864"/>
                </a:cubicBezTo>
                <a:lnTo>
                  <a:pt x="3731194" y="3563076"/>
                </a:lnTo>
                <a:cubicBezTo>
                  <a:pt x="3731194" y="3571014"/>
                  <a:pt x="3733054" y="3577116"/>
                  <a:pt x="3736774" y="3581382"/>
                </a:cubicBezTo>
                <a:cubicBezTo>
                  <a:pt x="3740497" y="3585649"/>
                  <a:pt x="3745333" y="3587782"/>
                  <a:pt x="3751286" y="3587782"/>
                </a:cubicBezTo>
                <a:cubicBezTo>
                  <a:pt x="3757339" y="3587782"/>
                  <a:pt x="3762273" y="3585723"/>
                  <a:pt x="3766094" y="3581605"/>
                </a:cubicBezTo>
                <a:cubicBezTo>
                  <a:pt x="3769915" y="3577488"/>
                  <a:pt x="3771824" y="3571311"/>
                  <a:pt x="3771824" y="3563076"/>
                </a:cubicBezTo>
                <a:lnTo>
                  <a:pt x="3771824" y="3386864"/>
                </a:lnTo>
                <a:cubicBezTo>
                  <a:pt x="3771824" y="3378629"/>
                  <a:pt x="3769940" y="3372452"/>
                  <a:pt x="3766168" y="3368335"/>
                </a:cubicBezTo>
                <a:cubicBezTo>
                  <a:pt x="3762398" y="3364217"/>
                  <a:pt x="3757438" y="3362158"/>
                  <a:pt x="3751286" y="3362158"/>
                </a:cubicBezTo>
                <a:close/>
                <a:moveTo>
                  <a:pt x="3490241" y="3362158"/>
                </a:moveTo>
                <a:cubicBezTo>
                  <a:pt x="3484090" y="3362158"/>
                  <a:pt x="3479353" y="3364292"/>
                  <a:pt x="3476029" y="3368558"/>
                </a:cubicBezTo>
                <a:cubicBezTo>
                  <a:pt x="3472705" y="3372824"/>
                  <a:pt x="3471043" y="3379125"/>
                  <a:pt x="3471043" y="3387459"/>
                </a:cubicBezTo>
                <a:lnTo>
                  <a:pt x="3471043" y="3447437"/>
                </a:lnTo>
                <a:cubicBezTo>
                  <a:pt x="3463403" y="3439103"/>
                  <a:pt x="3455566" y="3432926"/>
                  <a:pt x="3447528" y="3428908"/>
                </a:cubicBezTo>
                <a:cubicBezTo>
                  <a:pt x="3439492" y="3424889"/>
                  <a:pt x="3429619" y="3422880"/>
                  <a:pt x="3417911" y="3422880"/>
                </a:cubicBezTo>
                <a:cubicBezTo>
                  <a:pt x="3397670" y="3422880"/>
                  <a:pt x="3381349" y="3429974"/>
                  <a:pt x="3368946" y="3444163"/>
                </a:cubicBezTo>
                <a:cubicBezTo>
                  <a:pt x="3356545" y="3458351"/>
                  <a:pt x="3350343" y="3478145"/>
                  <a:pt x="3350343" y="3503545"/>
                </a:cubicBezTo>
                <a:cubicBezTo>
                  <a:pt x="3350343" y="3515551"/>
                  <a:pt x="3351906" y="3526713"/>
                  <a:pt x="3355032" y="3537031"/>
                </a:cubicBezTo>
                <a:cubicBezTo>
                  <a:pt x="3358157" y="3547350"/>
                  <a:pt x="3362745" y="3556329"/>
                  <a:pt x="3368797" y="3563969"/>
                </a:cubicBezTo>
                <a:cubicBezTo>
                  <a:pt x="3374851" y="3571609"/>
                  <a:pt x="3382018" y="3577488"/>
                  <a:pt x="3390303" y="3581605"/>
                </a:cubicBezTo>
                <a:cubicBezTo>
                  <a:pt x="3398588" y="3585723"/>
                  <a:pt x="3407593" y="3587782"/>
                  <a:pt x="3417316" y="3587782"/>
                </a:cubicBezTo>
                <a:cubicBezTo>
                  <a:pt x="3424658" y="3587782"/>
                  <a:pt x="3431429" y="3586765"/>
                  <a:pt x="3437630" y="3584731"/>
                </a:cubicBezTo>
                <a:cubicBezTo>
                  <a:pt x="3443832" y="3582697"/>
                  <a:pt x="3449588" y="3579720"/>
                  <a:pt x="3454895" y="3575801"/>
                </a:cubicBezTo>
                <a:cubicBezTo>
                  <a:pt x="3460203" y="3571882"/>
                  <a:pt x="3465586" y="3566797"/>
                  <a:pt x="3471043" y="3560546"/>
                </a:cubicBezTo>
                <a:lnTo>
                  <a:pt x="3471043" y="3564565"/>
                </a:lnTo>
                <a:cubicBezTo>
                  <a:pt x="3471043" y="3572006"/>
                  <a:pt x="3472853" y="3577736"/>
                  <a:pt x="3476475" y="3581754"/>
                </a:cubicBezTo>
                <a:cubicBezTo>
                  <a:pt x="3480097" y="3585773"/>
                  <a:pt x="3484686" y="3587782"/>
                  <a:pt x="3490241" y="3587782"/>
                </a:cubicBezTo>
                <a:cubicBezTo>
                  <a:pt x="3495897" y="3587782"/>
                  <a:pt x="3500511" y="3585847"/>
                  <a:pt x="3504083" y="3581977"/>
                </a:cubicBezTo>
                <a:cubicBezTo>
                  <a:pt x="3507655" y="3578108"/>
                  <a:pt x="3509440" y="3572304"/>
                  <a:pt x="3509440" y="3564565"/>
                </a:cubicBezTo>
                <a:lnTo>
                  <a:pt x="3509440" y="3385376"/>
                </a:lnTo>
                <a:cubicBezTo>
                  <a:pt x="3509440" y="3377736"/>
                  <a:pt x="3507779" y="3371956"/>
                  <a:pt x="3504455" y="3368037"/>
                </a:cubicBezTo>
                <a:cubicBezTo>
                  <a:pt x="3501132" y="3364118"/>
                  <a:pt x="3496393" y="3362158"/>
                  <a:pt x="3490241" y="3362158"/>
                </a:cubicBezTo>
                <a:close/>
                <a:moveTo>
                  <a:pt x="8168206" y="3181035"/>
                </a:moveTo>
                <a:cubicBezTo>
                  <a:pt x="8161856" y="3181035"/>
                  <a:pt x="8156349" y="3183168"/>
                  <a:pt x="8151686" y="3187434"/>
                </a:cubicBezTo>
                <a:cubicBezTo>
                  <a:pt x="8147023" y="3191701"/>
                  <a:pt x="8144691" y="3196959"/>
                  <a:pt x="8144691" y="3203210"/>
                </a:cubicBezTo>
                <a:cubicBezTo>
                  <a:pt x="8144691" y="3210453"/>
                  <a:pt x="8147072" y="3216084"/>
                  <a:pt x="8151835" y="3220102"/>
                </a:cubicBezTo>
                <a:cubicBezTo>
                  <a:pt x="8156597" y="3224120"/>
                  <a:pt x="8162253" y="3226129"/>
                  <a:pt x="8168801" y="3226129"/>
                </a:cubicBezTo>
                <a:cubicBezTo>
                  <a:pt x="8168801" y="3235853"/>
                  <a:pt x="8162997" y="3243939"/>
                  <a:pt x="8151388" y="3250388"/>
                </a:cubicBezTo>
                <a:cubicBezTo>
                  <a:pt x="8147320" y="3252869"/>
                  <a:pt x="8145286" y="3256143"/>
                  <a:pt x="8145286" y="3260211"/>
                </a:cubicBezTo>
                <a:cubicBezTo>
                  <a:pt x="8145286" y="3262890"/>
                  <a:pt x="8146254" y="3265246"/>
                  <a:pt x="8148188" y="3267280"/>
                </a:cubicBezTo>
                <a:cubicBezTo>
                  <a:pt x="8150123" y="3269314"/>
                  <a:pt x="8152629" y="3270331"/>
                  <a:pt x="8155704" y="3270331"/>
                </a:cubicBezTo>
                <a:cubicBezTo>
                  <a:pt x="8160566" y="3270331"/>
                  <a:pt x="8165998" y="3267826"/>
                  <a:pt x="8172001" y="3262816"/>
                </a:cubicBezTo>
                <a:cubicBezTo>
                  <a:pt x="8178004" y="3257805"/>
                  <a:pt x="8183088" y="3251009"/>
                  <a:pt x="8187256" y="3242426"/>
                </a:cubicBezTo>
                <a:cubicBezTo>
                  <a:pt x="8191423" y="3233844"/>
                  <a:pt x="8193506" y="3224641"/>
                  <a:pt x="8193506" y="3214819"/>
                </a:cubicBezTo>
                <a:cubicBezTo>
                  <a:pt x="8193506" y="3207476"/>
                  <a:pt x="8192415" y="3201300"/>
                  <a:pt x="8190232" y="3196289"/>
                </a:cubicBezTo>
                <a:cubicBezTo>
                  <a:pt x="8188050" y="3191279"/>
                  <a:pt x="8185023" y="3187484"/>
                  <a:pt x="8181154" y="3184904"/>
                </a:cubicBezTo>
                <a:cubicBezTo>
                  <a:pt x="8177284" y="3182324"/>
                  <a:pt x="8172968" y="3181035"/>
                  <a:pt x="8168206" y="3181035"/>
                </a:cubicBezTo>
                <a:close/>
                <a:moveTo>
                  <a:pt x="7603106" y="3144125"/>
                </a:moveTo>
                <a:lnTo>
                  <a:pt x="7603106" y="3149929"/>
                </a:lnTo>
                <a:cubicBezTo>
                  <a:pt x="7603106" y="3164019"/>
                  <a:pt x="7601270" y="3174139"/>
                  <a:pt x="7597599" y="3180290"/>
                </a:cubicBezTo>
                <a:cubicBezTo>
                  <a:pt x="7594424" y="3185847"/>
                  <a:pt x="7589438" y="3190386"/>
                  <a:pt x="7582642" y="3193908"/>
                </a:cubicBezTo>
                <a:cubicBezTo>
                  <a:pt x="7575845" y="3197430"/>
                  <a:pt x="7568429" y="3199192"/>
                  <a:pt x="7560392" y="3199192"/>
                </a:cubicBezTo>
                <a:cubicBezTo>
                  <a:pt x="7552851" y="3199192"/>
                  <a:pt x="7546749" y="3197034"/>
                  <a:pt x="7542086" y="3192718"/>
                </a:cubicBezTo>
                <a:cubicBezTo>
                  <a:pt x="7537423" y="3188402"/>
                  <a:pt x="7535091" y="3183168"/>
                  <a:pt x="7535091" y="3177016"/>
                </a:cubicBezTo>
                <a:cubicBezTo>
                  <a:pt x="7535091" y="3171063"/>
                  <a:pt x="7537076" y="3166425"/>
                  <a:pt x="7541044" y="3163101"/>
                </a:cubicBezTo>
                <a:cubicBezTo>
                  <a:pt x="7545013" y="3159777"/>
                  <a:pt x="7549180" y="3157544"/>
                  <a:pt x="7553546" y="3156404"/>
                </a:cubicBezTo>
                <a:cubicBezTo>
                  <a:pt x="7557911" y="3155262"/>
                  <a:pt x="7565774" y="3153477"/>
                  <a:pt x="7577135" y="3151046"/>
                </a:cubicBezTo>
                <a:cubicBezTo>
                  <a:pt x="7588495" y="3148615"/>
                  <a:pt x="7597152" y="3146308"/>
                  <a:pt x="7603106" y="3144125"/>
                </a:cubicBezTo>
                <a:close/>
                <a:moveTo>
                  <a:pt x="4431282" y="3144125"/>
                </a:moveTo>
                <a:lnTo>
                  <a:pt x="4431282" y="3149929"/>
                </a:lnTo>
                <a:cubicBezTo>
                  <a:pt x="4431282" y="3164019"/>
                  <a:pt x="4429446" y="3174139"/>
                  <a:pt x="4425775" y="3180290"/>
                </a:cubicBezTo>
                <a:cubicBezTo>
                  <a:pt x="4422600" y="3185847"/>
                  <a:pt x="4417615" y="3190386"/>
                  <a:pt x="4410818" y="3193908"/>
                </a:cubicBezTo>
                <a:cubicBezTo>
                  <a:pt x="4404021" y="3197430"/>
                  <a:pt x="4396605" y="3199192"/>
                  <a:pt x="4388569" y="3199192"/>
                </a:cubicBezTo>
                <a:cubicBezTo>
                  <a:pt x="4381028" y="3199192"/>
                  <a:pt x="4374925" y="3197034"/>
                  <a:pt x="4370262" y="3192718"/>
                </a:cubicBezTo>
                <a:cubicBezTo>
                  <a:pt x="4365598" y="3188402"/>
                  <a:pt x="4363267" y="3183168"/>
                  <a:pt x="4363267" y="3177016"/>
                </a:cubicBezTo>
                <a:cubicBezTo>
                  <a:pt x="4363267" y="3171063"/>
                  <a:pt x="4365252" y="3166425"/>
                  <a:pt x="4369220" y="3163101"/>
                </a:cubicBezTo>
                <a:cubicBezTo>
                  <a:pt x="4373189" y="3159777"/>
                  <a:pt x="4377357" y="3157544"/>
                  <a:pt x="4381722" y="3156404"/>
                </a:cubicBezTo>
                <a:cubicBezTo>
                  <a:pt x="4386088" y="3155262"/>
                  <a:pt x="4393950" y="3153477"/>
                  <a:pt x="4405312" y="3151046"/>
                </a:cubicBezTo>
                <a:cubicBezTo>
                  <a:pt x="4416673" y="3148615"/>
                  <a:pt x="4425329" y="3146308"/>
                  <a:pt x="4431282" y="3144125"/>
                </a:cubicBezTo>
                <a:close/>
                <a:moveTo>
                  <a:pt x="3983607" y="3144125"/>
                </a:moveTo>
                <a:lnTo>
                  <a:pt x="3983607" y="3149929"/>
                </a:lnTo>
                <a:cubicBezTo>
                  <a:pt x="3983607" y="3164019"/>
                  <a:pt x="3981770" y="3174139"/>
                  <a:pt x="3978099" y="3180290"/>
                </a:cubicBezTo>
                <a:cubicBezTo>
                  <a:pt x="3974924" y="3185847"/>
                  <a:pt x="3969938" y="3190386"/>
                  <a:pt x="3963142" y="3193908"/>
                </a:cubicBezTo>
                <a:cubicBezTo>
                  <a:pt x="3956346" y="3197430"/>
                  <a:pt x="3948929" y="3199192"/>
                  <a:pt x="3940893" y="3199192"/>
                </a:cubicBezTo>
                <a:cubicBezTo>
                  <a:pt x="3933351" y="3199192"/>
                  <a:pt x="3927249" y="3197034"/>
                  <a:pt x="3922587" y="3192718"/>
                </a:cubicBezTo>
                <a:cubicBezTo>
                  <a:pt x="3917924" y="3188402"/>
                  <a:pt x="3915592" y="3183168"/>
                  <a:pt x="3915592" y="3177016"/>
                </a:cubicBezTo>
                <a:cubicBezTo>
                  <a:pt x="3915592" y="3171063"/>
                  <a:pt x="3917577" y="3166425"/>
                  <a:pt x="3921545" y="3163101"/>
                </a:cubicBezTo>
                <a:cubicBezTo>
                  <a:pt x="3925513" y="3159777"/>
                  <a:pt x="3929681" y="3157544"/>
                  <a:pt x="3934046" y="3156404"/>
                </a:cubicBezTo>
                <a:cubicBezTo>
                  <a:pt x="3938412" y="3155262"/>
                  <a:pt x="3946275" y="3153477"/>
                  <a:pt x="3957636" y="3151046"/>
                </a:cubicBezTo>
                <a:cubicBezTo>
                  <a:pt x="3968996" y="3148615"/>
                  <a:pt x="3977653" y="3146308"/>
                  <a:pt x="3983607" y="3144125"/>
                </a:cubicBezTo>
                <a:close/>
                <a:moveTo>
                  <a:pt x="10658993" y="3090994"/>
                </a:moveTo>
                <a:cubicBezTo>
                  <a:pt x="10666137" y="3090994"/>
                  <a:pt x="10672710" y="3093052"/>
                  <a:pt x="10678713" y="3097170"/>
                </a:cubicBezTo>
                <a:cubicBezTo>
                  <a:pt x="10684716" y="3101287"/>
                  <a:pt x="10689479" y="3107241"/>
                  <a:pt x="10693000" y="3115029"/>
                </a:cubicBezTo>
                <a:cubicBezTo>
                  <a:pt x="10696523" y="3122818"/>
                  <a:pt x="10698283" y="3132120"/>
                  <a:pt x="10698283" y="3142935"/>
                </a:cubicBezTo>
                <a:cubicBezTo>
                  <a:pt x="10698283" y="3154444"/>
                  <a:pt x="10696523" y="3164043"/>
                  <a:pt x="10693000" y="3171733"/>
                </a:cubicBezTo>
                <a:cubicBezTo>
                  <a:pt x="10689479" y="3179422"/>
                  <a:pt x="10684765" y="3185127"/>
                  <a:pt x="10678861" y="3188848"/>
                </a:cubicBezTo>
                <a:cubicBezTo>
                  <a:pt x="10672959" y="3192569"/>
                  <a:pt x="10666435" y="3194429"/>
                  <a:pt x="10659291" y="3194429"/>
                </a:cubicBezTo>
                <a:cubicBezTo>
                  <a:pt x="10652246" y="3194429"/>
                  <a:pt x="10645747" y="3192469"/>
                  <a:pt x="10639794" y="3188550"/>
                </a:cubicBezTo>
                <a:cubicBezTo>
                  <a:pt x="10633841" y="3184631"/>
                  <a:pt x="10629153" y="3178802"/>
                  <a:pt x="10625730" y="3171063"/>
                </a:cubicBezTo>
                <a:cubicBezTo>
                  <a:pt x="10622307" y="3163324"/>
                  <a:pt x="10620595" y="3153948"/>
                  <a:pt x="10620595" y="3142935"/>
                </a:cubicBezTo>
                <a:cubicBezTo>
                  <a:pt x="10620595" y="3132517"/>
                  <a:pt x="10622208" y="3123364"/>
                  <a:pt x="10625432" y="3115476"/>
                </a:cubicBezTo>
                <a:cubicBezTo>
                  <a:pt x="10628657" y="3107588"/>
                  <a:pt x="10633196" y="3101536"/>
                  <a:pt x="10639050" y="3097319"/>
                </a:cubicBezTo>
                <a:cubicBezTo>
                  <a:pt x="10644904" y="3093102"/>
                  <a:pt x="10651551" y="3090994"/>
                  <a:pt x="10658993" y="3090994"/>
                </a:cubicBezTo>
                <a:close/>
                <a:moveTo>
                  <a:pt x="10116068" y="3090994"/>
                </a:moveTo>
                <a:cubicBezTo>
                  <a:pt x="10123113" y="3090994"/>
                  <a:pt x="10129537" y="3093052"/>
                  <a:pt x="10135341" y="3097170"/>
                </a:cubicBezTo>
                <a:cubicBezTo>
                  <a:pt x="10141145" y="3101287"/>
                  <a:pt x="10145685" y="3107191"/>
                  <a:pt x="10148959" y="3114880"/>
                </a:cubicBezTo>
                <a:cubicBezTo>
                  <a:pt x="10152233" y="3122570"/>
                  <a:pt x="10153871" y="3131772"/>
                  <a:pt x="10153871" y="3142488"/>
                </a:cubicBezTo>
                <a:cubicBezTo>
                  <a:pt x="10153871" y="3153601"/>
                  <a:pt x="10152135" y="3163076"/>
                  <a:pt x="10148661" y="3170914"/>
                </a:cubicBezTo>
                <a:cubicBezTo>
                  <a:pt x="10145189" y="3178753"/>
                  <a:pt x="10140575" y="3184631"/>
                  <a:pt x="10134821" y="3188550"/>
                </a:cubicBezTo>
                <a:cubicBezTo>
                  <a:pt x="10129066" y="3192469"/>
                  <a:pt x="10122815" y="3194429"/>
                  <a:pt x="10116068" y="3194429"/>
                </a:cubicBezTo>
                <a:cubicBezTo>
                  <a:pt x="10104757" y="3194429"/>
                  <a:pt x="10095282" y="3189939"/>
                  <a:pt x="10087642" y="3180960"/>
                </a:cubicBezTo>
                <a:cubicBezTo>
                  <a:pt x="10080002" y="3171981"/>
                  <a:pt x="10076182" y="3159405"/>
                  <a:pt x="10076182" y="3143232"/>
                </a:cubicBezTo>
                <a:cubicBezTo>
                  <a:pt x="10076182" y="3126067"/>
                  <a:pt x="10080027" y="3113070"/>
                  <a:pt x="10087716" y="3104239"/>
                </a:cubicBezTo>
                <a:cubicBezTo>
                  <a:pt x="10095406" y="3095409"/>
                  <a:pt x="10104857" y="3090994"/>
                  <a:pt x="10116068" y="3090994"/>
                </a:cubicBezTo>
                <a:close/>
                <a:moveTo>
                  <a:pt x="9735068" y="3090994"/>
                </a:moveTo>
                <a:cubicBezTo>
                  <a:pt x="9742211" y="3090994"/>
                  <a:pt x="9748785" y="3093052"/>
                  <a:pt x="9754787" y="3097170"/>
                </a:cubicBezTo>
                <a:cubicBezTo>
                  <a:pt x="9760791" y="3101287"/>
                  <a:pt x="9765553" y="3107241"/>
                  <a:pt x="9769075" y="3115029"/>
                </a:cubicBezTo>
                <a:cubicBezTo>
                  <a:pt x="9772597" y="3122818"/>
                  <a:pt x="9774359" y="3132120"/>
                  <a:pt x="9774359" y="3142935"/>
                </a:cubicBezTo>
                <a:cubicBezTo>
                  <a:pt x="9774359" y="3154444"/>
                  <a:pt x="9772597" y="3164043"/>
                  <a:pt x="9769075" y="3171733"/>
                </a:cubicBezTo>
                <a:cubicBezTo>
                  <a:pt x="9765553" y="3179422"/>
                  <a:pt x="9760840" y="3185127"/>
                  <a:pt x="9754937" y="3188848"/>
                </a:cubicBezTo>
                <a:cubicBezTo>
                  <a:pt x="9749033" y="3192569"/>
                  <a:pt x="9742509" y="3194429"/>
                  <a:pt x="9735365" y="3194429"/>
                </a:cubicBezTo>
                <a:cubicBezTo>
                  <a:pt x="9728321" y="3194429"/>
                  <a:pt x="9721822" y="3192469"/>
                  <a:pt x="9715869" y="3188550"/>
                </a:cubicBezTo>
                <a:cubicBezTo>
                  <a:pt x="9709916" y="3184631"/>
                  <a:pt x="9705228" y="3178802"/>
                  <a:pt x="9701805" y="3171063"/>
                </a:cubicBezTo>
                <a:cubicBezTo>
                  <a:pt x="9698382" y="3163324"/>
                  <a:pt x="9696671" y="3153948"/>
                  <a:pt x="9696671" y="3142935"/>
                </a:cubicBezTo>
                <a:cubicBezTo>
                  <a:pt x="9696671" y="3132517"/>
                  <a:pt x="9698283" y="3123364"/>
                  <a:pt x="9701507" y="3115476"/>
                </a:cubicBezTo>
                <a:cubicBezTo>
                  <a:pt x="9704732" y="3107588"/>
                  <a:pt x="9709271" y="3101536"/>
                  <a:pt x="9715125" y="3097319"/>
                </a:cubicBezTo>
                <a:cubicBezTo>
                  <a:pt x="9720979" y="3093102"/>
                  <a:pt x="9727627" y="3090994"/>
                  <a:pt x="9735068" y="3090994"/>
                </a:cubicBezTo>
                <a:close/>
                <a:moveTo>
                  <a:pt x="8439668" y="3090994"/>
                </a:moveTo>
                <a:cubicBezTo>
                  <a:pt x="8445026" y="3090994"/>
                  <a:pt x="8450086" y="3092060"/>
                  <a:pt x="8454849" y="3094193"/>
                </a:cubicBezTo>
                <a:cubicBezTo>
                  <a:pt x="8459611" y="3096327"/>
                  <a:pt x="8463828" y="3099551"/>
                  <a:pt x="8467499" y="3103867"/>
                </a:cubicBezTo>
                <a:cubicBezTo>
                  <a:pt x="8471170" y="3108183"/>
                  <a:pt x="8474072" y="3113615"/>
                  <a:pt x="8476205" y="3120164"/>
                </a:cubicBezTo>
                <a:cubicBezTo>
                  <a:pt x="8478339" y="3126712"/>
                  <a:pt x="8479405" y="3134054"/>
                  <a:pt x="8479405" y="3142190"/>
                </a:cubicBezTo>
                <a:cubicBezTo>
                  <a:pt x="8479405" y="3153700"/>
                  <a:pt x="8477570" y="3163374"/>
                  <a:pt x="8473899" y="3171212"/>
                </a:cubicBezTo>
                <a:cubicBezTo>
                  <a:pt x="8470228" y="3179050"/>
                  <a:pt x="8465366" y="3184879"/>
                  <a:pt x="8459313" y="3188699"/>
                </a:cubicBezTo>
                <a:cubicBezTo>
                  <a:pt x="8453262" y="3192519"/>
                  <a:pt x="8446614" y="3194429"/>
                  <a:pt x="8439371" y="3194429"/>
                </a:cubicBezTo>
                <a:cubicBezTo>
                  <a:pt x="8432723" y="3194429"/>
                  <a:pt x="8426522" y="3192519"/>
                  <a:pt x="8420767" y="3188699"/>
                </a:cubicBezTo>
                <a:cubicBezTo>
                  <a:pt x="8415013" y="3184879"/>
                  <a:pt x="8410374" y="3179025"/>
                  <a:pt x="8406852" y="3171137"/>
                </a:cubicBezTo>
                <a:cubicBezTo>
                  <a:pt x="8403330" y="3163250"/>
                  <a:pt x="8401568" y="3153849"/>
                  <a:pt x="8401568" y="3142935"/>
                </a:cubicBezTo>
                <a:cubicBezTo>
                  <a:pt x="8401568" y="3126365"/>
                  <a:pt x="8405190" y="3113566"/>
                  <a:pt x="8412433" y="3104537"/>
                </a:cubicBezTo>
                <a:cubicBezTo>
                  <a:pt x="8419676" y="3095508"/>
                  <a:pt x="8428754" y="3090994"/>
                  <a:pt x="8439668" y="3090994"/>
                </a:cubicBezTo>
                <a:close/>
                <a:moveTo>
                  <a:pt x="7125218" y="3090994"/>
                </a:moveTo>
                <a:cubicBezTo>
                  <a:pt x="7132263" y="3090994"/>
                  <a:pt x="7138687" y="3093052"/>
                  <a:pt x="7144492" y="3097170"/>
                </a:cubicBezTo>
                <a:cubicBezTo>
                  <a:pt x="7150296" y="3101287"/>
                  <a:pt x="7154835" y="3107191"/>
                  <a:pt x="7158109" y="3114880"/>
                </a:cubicBezTo>
                <a:cubicBezTo>
                  <a:pt x="7161384" y="3122570"/>
                  <a:pt x="7163021" y="3131772"/>
                  <a:pt x="7163021" y="3142488"/>
                </a:cubicBezTo>
                <a:cubicBezTo>
                  <a:pt x="7163021" y="3153601"/>
                  <a:pt x="7161284" y="3163076"/>
                  <a:pt x="7157812" y="3170914"/>
                </a:cubicBezTo>
                <a:cubicBezTo>
                  <a:pt x="7154339" y="3178753"/>
                  <a:pt x="7149725" y="3184631"/>
                  <a:pt x="7143971" y="3188550"/>
                </a:cubicBezTo>
                <a:cubicBezTo>
                  <a:pt x="7138216" y="3192469"/>
                  <a:pt x="7131965" y="3194429"/>
                  <a:pt x="7125218" y="3194429"/>
                </a:cubicBezTo>
                <a:cubicBezTo>
                  <a:pt x="7113907" y="3194429"/>
                  <a:pt x="7104432" y="3189939"/>
                  <a:pt x="7096792" y="3180960"/>
                </a:cubicBezTo>
                <a:cubicBezTo>
                  <a:pt x="7089152" y="3171981"/>
                  <a:pt x="7085332" y="3159405"/>
                  <a:pt x="7085332" y="3143232"/>
                </a:cubicBezTo>
                <a:cubicBezTo>
                  <a:pt x="7085332" y="3126067"/>
                  <a:pt x="7089177" y="3113070"/>
                  <a:pt x="7096867" y="3104239"/>
                </a:cubicBezTo>
                <a:cubicBezTo>
                  <a:pt x="7104556" y="3095409"/>
                  <a:pt x="7114007" y="3090994"/>
                  <a:pt x="7125218" y="3090994"/>
                </a:cubicBezTo>
                <a:close/>
                <a:moveTo>
                  <a:pt x="4582045" y="3090994"/>
                </a:moveTo>
                <a:cubicBezTo>
                  <a:pt x="4589188" y="3090994"/>
                  <a:pt x="4595762" y="3093052"/>
                  <a:pt x="4601765" y="3097170"/>
                </a:cubicBezTo>
                <a:cubicBezTo>
                  <a:pt x="4607768" y="3101287"/>
                  <a:pt x="4612530" y="3107241"/>
                  <a:pt x="4616052" y="3115029"/>
                </a:cubicBezTo>
                <a:cubicBezTo>
                  <a:pt x="4619574" y="3122818"/>
                  <a:pt x="4621335" y="3132120"/>
                  <a:pt x="4621335" y="3142935"/>
                </a:cubicBezTo>
                <a:cubicBezTo>
                  <a:pt x="4621335" y="3154444"/>
                  <a:pt x="4619574" y="3164043"/>
                  <a:pt x="4616052" y="3171733"/>
                </a:cubicBezTo>
                <a:cubicBezTo>
                  <a:pt x="4612530" y="3179422"/>
                  <a:pt x="4607818" y="3185127"/>
                  <a:pt x="4601914" y="3188848"/>
                </a:cubicBezTo>
                <a:cubicBezTo>
                  <a:pt x="4596010" y="3192569"/>
                  <a:pt x="4589486" y="3194429"/>
                  <a:pt x="4582343" y="3194429"/>
                </a:cubicBezTo>
                <a:cubicBezTo>
                  <a:pt x="4575298" y="3194429"/>
                  <a:pt x="4568799" y="3192469"/>
                  <a:pt x="4562846" y="3188550"/>
                </a:cubicBezTo>
                <a:cubicBezTo>
                  <a:pt x="4556893" y="3184631"/>
                  <a:pt x="4552205" y="3178802"/>
                  <a:pt x="4548782" y="3171063"/>
                </a:cubicBezTo>
                <a:cubicBezTo>
                  <a:pt x="4545359" y="3163324"/>
                  <a:pt x="4543647" y="3153948"/>
                  <a:pt x="4543647" y="3142935"/>
                </a:cubicBezTo>
                <a:cubicBezTo>
                  <a:pt x="4543647" y="3132517"/>
                  <a:pt x="4545259" y="3123364"/>
                  <a:pt x="4548485" y="3115476"/>
                </a:cubicBezTo>
                <a:cubicBezTo>
                  <a:pt x="4551709" y="3107588"/>
                  <a:pt x="4556248" y="3101535"/>
                  <a:pt x="4562102" y="3097319"/>
                </a:cubicBezTo>
                <a:cubicBezTo>
                  <a:pt x="4567956" y="3093102"/>
                  <a:pt x="4574604" y="3090994"/>
                  <a:pt x="4582045" y="3090994"/>
                </a:cubicBezTo>
                <a:close/>
                <a:moveTo>
                  <a:pt x="3429522" y="3090994"/>
                </a:moveTo>
                <a:cubicBezTo>
                  <a:pt x="3436665" y="3090994"/>
                  <a:pt x="3443239" y="3093052"/>
                  <a:pt x="3449242" y="3097170"/>
                </a:cubicBezTo>
                <a:cubicBezTo>
                  <a:pt x="3455245" y="3101287"/>
                  <a:pt x="3460007" y="3107241"/>
                  <a:pt x="3463528" y="3115029"/>
                </a:cubicBezTo>
                <a:cubicBezTo>
                  <a:pt x="3467050" y="3122818"/>
                  <a:pt x="3468812" y="3132120"/>
                  <a:pt x="3468812" y="3142935"/>
                </a:cubicBezTo>
                <a:cubicBezTo>
                  <a:pt x="3468812" y="3154444"/>
                  <a:pt x="3467050" y="3164043"/>
                  <a:pt x="3463528" y="3171733"/>
                </a:cubicBezTo>
                <a:cubicBezTo>
                  <a:pt x="3460007" y="3179422"/>
                  <a:pt x="3455295" y="3185127"/>
                  <a:pt x="3449390" y="3188848"/>
                </a:cubicBezTo>
                <a:cubicBezTo>
                  <a:pt x="3443487" y="3192569"/>
                  <a:pt x="3436963" y="3194429"/>
                  <a:pt x="3429819" y="3194429"/>
                </a:cubicBezTo>
                <a:cubicBezTo>
                  <a:pt x="3422776" y="3194429"/>
                  <a:pt x="3416276" y="3192469"/>
                  <a:pt x="3410323" y="3188550"/>
                </a:cubicBezTo>
                <a:cubicBezTo>
                  <a:pt x="3404369" y="3184631"/>
                  <a:pt x="3399682" y="3178802"/>
                  <a:pt x="3396259" y="3171063"/>
                </a:cubicBezTo>
                <a:cubicBezTo>
                  <a:pt x="3392836" y="3163324"/>
                  <a:pt x="3391124" y="3153948"/>
                  <a:pt x="3391124" y="3142935"/>
                </a:cubicBezTo>
                <a:cubicBezTo>
                  <a:pt x="3391124" y="3132517"/>
                  <a:pt x="3392737" y="3123364"/>
                  <a:pt x="3395961" y="3115476"/>
                </a:cubicBezTo>
                <a:cubicBezTo>
                  <a:pt x="3399186" y="3107588"/>
                  <a:pt x="3403724" y="3101535"/>
                  <a:pt x="3409579" y="3097319"/>
                </a:cubicBezTo>
                <a:cubicBezTo>
                  <a:pt x="3415431" y="3093102"/>
                  <a:pt x="3422080" y="3090994"/>
                  <a:pt x="3429522" y="3090994"/>
                </a:cubicBezTo>
                <a:close/>
                <a:moveTo>
                  <a:pt x="7307384" y="3090696"/>
                </a:moveTo>
                <a:cubicBezTo>
                  <a:pt x="7319687" y="3090696"/>
                  <a:pt x="7329485" y="3095310"/>
                  <a:pt x="7336778" y="3104537"/>
                </a:cubicBezTo>
                <a:cubicBezTo>
                  <a:pt x="7344070" y="3113764"/>
                  <a:pt x="7347716" y="3126663"/>
                  <a:pt x="7347716" y="3143232"/>
                </a:cubicBezTo>
                <a:cubicBezTo>
                  <a:pt x="7347716" y="3159603"/>
                  <a:pt x="7344070" y="3172427"/>
                  <a:pt x="7336778" y="3181704"/>
                </a:cubicBezTo>
                <a:cubicBezTo>
                  <a:pt x="7329485" y="3190981"/>
                  <a:pt x="7319687" y="3195620"/>
                  <a:pt x="7307384" y="3195620"/>
                </a:cubicBezTo>
                <a:cubicBezTo>
                  <a:pt x="7299248" y="3195620"/>
                  <a:pt x="7292178" y="3193511"/>
                  <a:pt x="7286176" y="3189295"/>
                </a:cubicBezTo>
                <a:cubicBezTo>
                  <a:pt x="7280173" y="3185078"/>
                  <a:pt x="7275559" y="3179001"/>
                  <a:pt x="7272335" y="3171063"/>
                </a:cubicBezTo>
                <a:cubicBezTo>
                  <a:pt x="7269110" y="3163126"/>
                  <a:pt x="7267498" y="3153849"/>
                  <a:pt x="7267498" y="3143232"/>
                </a:cubicBezTo>
                <a:cubicBezTo>
                  <a:pt x="7267498" y="3132517"/>
                  <a:pt x="7269135" y="3123140"/>
                  <a:pt x="7272409" y="3115104"/>
                </a:cubicBezTo>
                <a:cubicBezTo>
                  <a:pt x="7275684" y="3107067"/>
                  <a:pt x="7280347" y="3100990"/>
                  <a:pt x="7286399" y="3096872"/>
                </a:cubicBezTo>
                <a:cubicBezTo>
                  <a:pt x="7292451" y="3092755"/>
                  <a:pt x="7299446" y="3090696"/>
                  <a:pt x="7307384" y="3090696"/>
                </a:cubicBezTo>
                <a:close/>
                <a:moveTo>
                  <a:pt x="6631109" y="3090696"/>
                </a:moveTo>
                <a:cubicBezTo>
                  <a:pt x="6643412" y="3090696"/>
                  <a:pt x="6653210" y="3095310"/>
                  <a:pt x="6660503" y="3104537"/>
                </a:cubicBezTo>
                <a:cubicBezTo>
                  <a:pt x="6667795" y="3113764"/>
                  <a:pt x="6671441" y="3126663"/>
                  <a:pt x="6671441" y="3143232"/>
                </a:cubicBezTo>
                <a:cubicBezTo>
                  <a:pt x="6671441" y="3159603"/>
                  <a:pt x="6667795" y="3172427"/>
                  <a:pt x="6660503" y="3181704"/>
                </a:cubicBezTo>
                <a:cubicBezTo>
                  <a:pt x="6653210" y="3190981"/>
                  <a:pt x="6643412" y="3195620"/>
                  <a:pt x="6631109" y="3195620"/>
                </a:cubicBezTo>
                <a:cubicBezTo>
                  <a:pt x="6622973" y="3195620"/>
                  <a:pt x="6615903" y="3193511"/>
                  <a:pt x="6609901" y="3189295"/>
                </a:cubicBezTo>
                <a:cubicBezTo>
                  <a:pt x="6603898" y="3185078"/>
                  <a:pt x="6599284" y="3179001"/>
                  <a:pt x="6596060" y="3171063"/>
                </a:cubicBezTo>
                <a:cubicBezTo>
                  <a:pt x="6592835" y="3163126"/>
                  <a:pt x="6591223" y="3153849"/>
                  <a:pt x="6591223" y="3143232"/>
                </a:cubicBezTo>
                <a:cubicBezTo>
                  <a:pt x="6591223" y="3132517"/>
                  <a:pt x="6592860" y="3123140"/>
                  <a:pt x="6596134" y="3115104"/>
                </a:cubicBezTo>
                <a:cubicBezTo>
                  <a:pt x="6599409" y="3107067"/>
                  <a:pt x="6604072" y="3100990"/>
                  <a:pt x="6610124" y="3096872"/>
                </a:cubicBezTo>
                <a:cubicBezTo>
                  <a:pt x="6616176" y="3092755"/>
                  <a:pt x="6623171" y="3090696"/>
                  <a:pt x="6631109" y="3090696"/>
                </a:cubicBezTo>
                <a:close/>
                <a:moveTo>
                  <a:pt x="6288209" y="3090696"/>
                </a:moveTo>
                <a:cubicBezTo>
                  <a:pt x="6300512" y="3090696"/>
                  <a:pt x="6310310" y="3095310"/>
                  <a:pt x="6317603" y="3104537"/>
                </a:cubicBezTo>
                <a:cubicBezTo>
                  <a:pt x="6324895" y="3113764"/>
                  <a:pt x="6328541" y="3126663"/>
                  <a:pt x="6328541" y="3143232"/>
                </a:cubicBezTo>
                <a:cubicBezTo>
                  <a:pt x="6328541" y="3159603"/>
                  <a:pt x="6324895" y="3172427"/>
                  <a:pt x="6317603" y="3181704"/>
                </a:cubicBezTo>
                <a:cubicBezTo>
                  <a:pt x="6310310" y="3190981"/>
                  <a:pt x="6300512" y="3195620"/>
                  <a:pt x="6288209" y="3195620"/>
                </a:cubicBezTo>
                <a:cubicBezTo>
                  <a:pt x="6280074" y="3195620"/>
                  <a:pt x="6273004" y="3193511"/>
                  <a:pt x="6267001" y="3189295"/>
                </a:cubicBezTo>
                <a:cubicBezTo>
                  <a:pt x="6260998" y="3185078"/>
                  <a:pt x="6256384" y="3179001"/>
                  <a:pt x="6253160" y="3171063"/>
                </a:cubicBezTo>
                <a:cubicBezTo>
                  <a:pt x="6249935" y="3163126"/>
                  <a:pt x="6248323" y="3153849"/>
                  <a:pt x="6248323" y="3143232"/>
                </a:cubicBezTo>
                <a:cubicBezTo>
                  <a:pt x="6248323" y="3132517"/>
                  <a:pt x="6249960" y="3123140"/>
                  <a:pt x="6253234" y="3115104"/>
                </a:cubicBezTo>
                <a:cubicBezTo>
                  <a:pt x="6256509" y="3107067"/>
                  <a:pt x="6261172" y="3100990"/>
                  <a:pt x="6267225" y="3096872"/>
                </a:cubicBezTo>
                <a:cubicBezTo>
                  <a:pt x="6273276" y="3092755"/>
                  <a:pt x="6280271" y="3090696"/>
                  <a:pt x="6288209" y="3090696"/>
                </a:cubicBezTo>
                <a:close/>
                <a:moveTo>
                  <a:pt x="5802434" y="3090696"/>
                </a:moveTo>
                <a:cubicBezTo>
                  <a:pt x="5814738" y="3090696"/>
                  <a:pt x="5824535" y="3095310"/>
                  <a:pt x="5831828" y="3104537"/>
                </a:cubicBezTo>
                <a:cubicBezTo>
                  <a:pt x="5839120" y="3113764"/>
                  <a:pt x="5842766" y="3126663"/>
                  <a:pt x="5842766" y="3143232"/>
                </a:cubicBezTo>
                <a:cubicBezTo>
                  <a:pt x="5842766" y="3159603"/>
                  <a:pt x="5839120" y="3172427"/>
                  <a:pt x="5831828" y="3181704"/>
                </a:cubicBezTo>
                <a:cubicBezTo>
                  <a:pt x="5824535" y="3190981"/>
                  <a:pt x="5814738" y="3195620"/>
                  <a:pt x="5802434" y="3195620"/>
                </a:cubicBezTo>
                <a:cubicBezTo>
                  <a:pt x="5794298" y="3195620"/>
                  <a:pt x="5787228" y="3193511"/>
                  <a:pt x="5781226" y="3189295"/>
                </a:cubicBezTo>
                <a:cubicBezTo>
                  <a:pt x="5775224" y="3185078"/>
                  <a:pt x="5770609" y="3179001"/>
                  <a:pt x="5767385" y="3171063"/>
                </a:cubicBezTo>
                <a:cubicBezTo>
                  <a:pt x="5764161" y="3163126"/>
                  <a:pt x="5762548" y="3153849"/>
                  <a:pt x="5762548" y="3143232"/>
                </a:cubicBezTo>
                <a:cubicBezTo>
                  <a:pt x="5762548" y="3132517"/>
                  <a:pt x="5764185" y="3123140"/>
                  <a:pt x="5767459" y="3115104"/>
                </a:cubicBezTo>
                <a:cubicBezTo>
                  <a:pt x="5770734" y="3107067"/>
                  <a:pt x="5775397" y="3100990"/>
                  <a:pt x="5781449" y="3096872"/>
                </a:cubicBezTo>
                <a:cubicBezTo>
                  <a:pt x="5787501" y="3092755"/>
                  <a:pt x="5794496" y="3090696"/>
                  <a:pt x="5802434" y="3090696"/>
                </a:cubicBezTo>
                <a:close/>
                <a:moveTo>
                  <a:pt x="4773734" y="3090696"/>
                </a:moveTo>
                <a:cubicBezTo>
                  <a:pt x="4786037" y="3090696"/>
                  <a:pt x="4795835" y="3095310"/>
                  <a:pt x="4803128" y="3104537"/>
                </a:cubicBezTo>
                <a:cubicBezTo>
                  <a:pt x="4810420" y="3113764"/>
                  <a:pt x="4814066" y="3126663"/>
                  <a:pt x="4814066" y="3143232"/>
                </a:cubicBezTo>
                <a:cubicBezTo>
                  <a:pt x="4814066" y="3159603"/>
                  <a:pt x="4810420" y="3172427"/>
                  <a:pt x="4803128" y="3181704"/>
                </a:cubicBezTo>
                <a:cubicBezTo>
                  <a:pt x="4795835" y="3190981"/>
                  <a:pt x="4786037" y="3195620"/>
                  <a:pt x="4773734" y="3195620"/>
                </a:cubicBezTo>
                <a:cubicBezTo>
                  <a:pt x="4765598" y="3195620"/>
                  <a:pt x="4758529" y="3193511"/>
                  <a:pt x="4752526" y="3189295"/>
                </a:cubicBezTo>
                <a:cubicBezTo>
                  <a:pt x="4746523" y="3185078"/>
                  <a:pt x="4741910" y="3179001"/>
                  <a:pt x="4738685" y="3171063"/>
                </a:cubicBezTo>
                <a:cubicBezTo>
                  <a:pt x="4735460" y="3163126"/>
                  <a:pt x="4733848" y="3153849"/>
                  <a:pt x="4733848" y="3143232"/>
                </a:cubicBezTo>
                <a:cubicBezTo>
                  <a:pt x="4733848" y="3132517"/>
                  <a:pt x="4735485" y="3123140"/>
                  <a:pt x="4738759" y="3115104"/>
                </a:cubicBezTo>
                <a:cubicBezTo>
                  <a:pt x="4742034" y="3107067"/>
                  <a:pt x="4746697" y="3100990"/>
                  <a:pt x="4752750" y="3096872"/>
                </a:cubicBezTo>
                <a:cubicBezTo>
                  <a:pt x="4758802" y="3092755"/>
                  <a:pt x="4765797" y="3090696"/>
                  <a:pt x="4773734" y="3090696"/>
                </a:cubicBezTo>
                <a:close/>
                <a:moveTo>
                  <a:pt x="10850386" y="3088612"/>
                </a:moveTo>
                <a:cubicBezTo>
                  <a:pt x="10861003" y="3088612"/>
                  <a:pt x="10869561" y="3092060"/>
                  <a:pt x="10876059" y="3098956"/>
                </a:cubicBezTo>
                <a:cubicBezTo>
                  <a:pt x="10882558" y="3105852"/>
                  <a:pt x="10886303" y="3116245"/>
                  <a:pt x="10887295" y="3130135"/>
                </a:cubicBezTo>
                <a:lnTo>
                  <a:pt x="10813625" y="3130135"/>
                </a:lnTo>
                <a:cubicBezTo>
                  <a:pt x="10815015" y="3116443"/>
                  <a:pt x="10818959" y="3106100"/>
                  <a:pt x="10825457" y="3099105"/>
                </a:cubicBezTo>
                <a:cubicBezTo>
                  <a:pt x="10831956" y="3092110"/>
                  <a:pt x="10840265" y="3088612"/>
                  <a:pt x="10850386" y="3088612"/>
                </a:cubicBezTo>
                <a:close/>
                <a:moveTo>
                  <a:pt x="10297936" y="3088612"/>
                </a:moveTo>
                <a:cubicBezTo>
                  <a:pt x="10308553" y="3088612"/>
                  <a:pt x="10317111" y="3092060"/>
                  <a:pt x="10323609" y="3098956"/>
                </a:cubicBezTo>
                <a:cubicBezTo>
                  <a:pt x="10330108" y="3105852"/>
                  <a:pt x="10333853" y="3116245"/>
                  <a:pt x="10334845" y="3130135"/>
                </a:cubicBezTo>
                <a:lnTo>
                  <a:pt x="10261175" y="3130135"/>
                </a:lnTo>
                <a:cubicBezTo>
                  <a:pt x="10262565" y="3116443"/>
                  <a:pt x="10266509" y="3106100"/>
                  <a:pt x="10273007" y="3099105"/>
                </a:cubicBezTo>
                <a:cubicBezTo>
                  <a:pt x="10279506" y="3092110"/>
                  <a:pt x="10287815" y="3088612"/>
                  <a:pt x="10297936" y="3088612"/>
                </a:cubicBezTo>
                <a:close/>
                <a:moveTo>
                  <a:pt x="9926461" y="3088612"/>
                </a:moveTo>
                <a:cubicBezTo>
                  <a:pt x="9937077" y="3088612"/>
                  <a:pt x="9945635" y="3092060"/>
                  <a:pt x="9952133" y="3098956"/>
                </a:cubicBezTo>
                <a:cubicBezTo>
                  <a:pt x="9958633" y="3105852"/>
                  <a:pt x="9962379" y="3116245"/>
                  <a:pt x="9963371" y="3130135"/>
                </a:cubicBezTo>
                <a:lnTo>
                  <a:pt x="9889701" y="3130135"/>
                </a:lnTo>
                <a:cubicBezTo>
                  <a:pt x="9891090" y="3116443"/>
                  <a:pt x="9895033" y="3106100"/>
                  <a:pt x="9901532" y="3099105"/>
                </a:cubicBezTo>
                <a:cubicBezTo>
                  <a:pt x="9908031" y="3092110"/>
                  <a:pt x="9916341" y="3088612"/>
                  <a:pt x="9926461" y="3088612"/>
                </a:cubicBezTo>
                <a:close/>
                <a:moveTo>
                  <a:pt x="9259711" y="3088612"/>
                </a:moveTo>
                <a:cubicBezTo>
                  <a:pt x="9270327" y="3088612"/>
                  <a:pt x="9278885" y="3092060"/>
                  <a:pt x="9285383" y="3098956"/>
                </a:cubicBezTo>
                <a:cubicBezTo>
                  <a:pt x="9291883" y="3105852"/>
                  <a:pt x="9295629" y="3116245"/>
                  <a:pt x="9296621" y="3130135"/>
                </a:cubicBezTo>
                <a:lnTo>
                  <a:pt x="9222951" y="3130135"/>
                </a:lnTo>
                <a:cubicBezTo>
                  <a:pt x="9224340" y="3116443"/>
                  <a:pt x="9228283" y="3106100"/>
                  <a:pt x="9234782" y="3099105"/>
                </a:cubicBezTo>
                <a:cubicBezTo>
                  <a:pt x="9241281" y="3092110"/>
                  <a:pt x="9249591" y="3088612"/>
                  <a:pt x="9259711" y="3088612"/>
                </a:cubicBezTo>
                <a:close/>
                <a:moveTo>
                  <a:pt x="8897761" y="3088612"/>
                </a:moveTo>
                <a:cubicBezTo>
                  <a:pt x="8908377" y="3088612"/>
                  <a:pt x="8916935" y="3092060"/>
                  <a:pt x="8923433" y="3098956"/>
                </a:cubicBezTo>
                <a:cubicBezTo>
                  <a:pt x="8929933" y="3105852"/>
                  <a:pt x="8933679" y="3116245"/>
                  <a:pt x="8934671" y="3130135"/>
                </a:cubicBezTo>
                <a:lnTo>
                  <a:pt x="8861001" y="3130135"/>
                </a:lnTo>
                <a:cubicBezTo>
                  <a:pt x="8862390" y="3116443"/>
                  <a:pt x="8866333" y="3106100"/>
                  <a:pt x="8872832" y="3099105"/>
                </a:cubicBezTo>
                <a:cubicBezTo>
                  <a:pt x="8879331" y="3092110"/>
                  <a:pt x="8887641" y="3088612"/>
                  <a:pt x="8897761" y="3088612"/>
                </a:cubicBezTo>
                <a:close/>
                <a:moveTo>
                  <a:pt x="7878586" y="3088612"/>
                </a:moveTo>
                <a:cubicBezTo>
                  <a:pt x="7889203" y="3088612"/>
                  <a:pt x="7897761" y="3092060"/>
                  <a:pt x="7904259" y="3098956"/>
                </a:cubicBezTo>
                <a:cubicBezTo>
                  <a:pt x="7910758" y="3105852"/>
                  <a:pt x="7914504" y="3116245"/>
                  <a:pt x="7915496" y="3130135"/>
                </a:cubicBezTo>
                <a:lnTo>
                  <a:pt x="7841826" y="3130135"/>
                </a:lnTo>
                <a:cubicBezTo>
                  <a:pt x="7843215" y="3116443"/>
                  <a:pt x="7847159" y="3106100"/>
                  <a:pt x="7853658" y="3099105"/>
                </a:cubicBezTo>
                <a:cubicBezTo>
                  <a:pt x="7860156" y="3092110"/>
                  <a:pt x="7868466" y="3088612"/>
                  <a:pt x="7878586" y="3088612"/>
                </a:cubicBezTo>
                <a:close/>
                <a:moveTo>
                  <a:pt x="5221111" y="3088612"/>
                </a:moveTo>
                <a:cubicBezTo>
                  <a:pt x="5231728" y="3088612"/>
                  <a:pt x="5240285" y="3092060"/>
                  <a:pt x="5246784" y="3098956"/>
                </a:cubicBezTo>
                <a:cubicBezTo>
                  <a:pt x="5253283" y="3105852"/>
                  <a:pt x="5257029" y="3116245"/>
                  <a:pt x="5258021" y="3130135"/>
                </a:cubicBezTo>
                <a:lnTo>
                  <a:pt x="5184351" y="3130135"/>
                </a:lnTo>
                <a:cubicBezTo>
                  <a:pt x="5185740" y="3116443"/>
                  <a:pt x="5189684" y="3106100"/>
                  <a:pt x="5196183" y="3099105"/>
                </a:cubicBezTo>
                <a:cubicBezTo>
                  <a:pt x="5202681" y="3092110"/>
                  <a:pt x="5210991" y="3088612"/>
                  <a:pt x="5221111" y="3088612"/>
                </a:cubicBezTo>
                <a:close/>
                <a:moveTo>
                  <a:pt x="3620914" y="3088612"/>
                </a:moveTo>
                <a:cubicBezTo>
                  <a:pt x="3631530" y="3088612"/>
                  <a:pt x="3640088" y="3092060"/>
                  <a:pt x="3646587" y="3098956"/>
                </a:cubicBezTo>
                <a:cubicBezTo>
                  <a:pt x="3653086" y="3105852"/>
                  <a:pt x="3656831" y="3116245"/>
                  <a:pt x="3657823" y="3130135"/>
                </a:cubicBezTo>
                <a:lnTo>
                  <a:pt x="3584154" y="3130135"/>
                </a:lnTo>
                <a:cubicBezTo>
                  <a:pt x="3585542" y="3116443"/>
                  <a:pt x="3589486" y="3106100"/>
                  <a:pt x="3595987" y="3099105"/>
                </a:cubicBezTo>
                <a:cubicBezTo>
                  <a:pt x="3602485" y="3092110"/>
                  <a:pt x="3610794" y="3088612"/>
                  <a:pt x="3620914" y="3088612"/>
                </a:cubicBezTo>
                <a:close/>
                <a:moveTo>
                  <a:pt x="10978378" y="3060633"/>
                </a:moveTo>
                <a:cubicBezTo>
                  <a:pt x="10972525" y="3060633"/>
                  <a:pt x="10967911" y="3062543"/>
                  <a:pt x="10964537" y="3066362"/>
                </a:cubicBezTo>
                <a:cubicBezTo>
                  <a:pt x="10961164" y="3070182"/>
                  <a:pt x="10959477" y="3075962"/>
                  <a:pt x="10959477" y="3083701"/>
                </a:cubicBezTo>
                <a:lnTo>
                  <a:pt x="10959477" y="3201126"/>
                </a:lnTo>
                <a:cubicBezTo>
                  <a:pt x="10959477" y="3209064"/>
                  <a:pt x="10961363" y="3215166"/>
                  <a:pt x="10965133" y="3219432"/>
                </a:cubicBezTo>
                <a:cubicBezTo>
                  <a:pt x="10968903" y="3223699"/>
                  <a:pt x="10973715" y="3225832"/>
                  <a:pt x="10979569" y="3225832"/>
                </a:cubicBezTo>
                <a:cubicBezTo>
                  <a:pt x="10985621" y="3225832"/>
                  <a:pt x="10990557" y="3223773"/>
                  <a:pt x="10994377" y="3219655"/>
                </a:cubicBezTo>
                <a:cubicBezTo>
                  <a:pt x="10998197" y="3215538"/>
                  <a:pt x="11000107" y="3209361"/>
                  <a:pt x="11000107" y="3201126"/>
                </a:cubicBezTo>
                <a:lnTo>
                  <a:pt x="11000107" y="3150227"/>
                </a:lnTo>
                <a:cubicBezTo>
                  <a:pt x="11000107" y="3133658"/>
                  <a:pt x="11001099" y="3122347"/>
                  <a:pt x="11003083" y="3116294"/>
                </a:cubicBezTo>
                <a:cubicBezTo>
                  <a:pt x="11005862" y="3108754"/>
                  <a:pt x="11010227" y="3102825"/>
                  <a:pt x="11016181" y="3098509"/>
                </a:cubicBezTo>
                <a:cubicBezTo>
                  <a:pt x="11022133" y="3094193"/>
                  <a:pt x="11028732" y="3092035"/>
                  <a:pt x="11035975" y="3092035"/>
                </a:cubicBezTo>
                <a:cubicBezTo>
                  <a:pt x="11047087" y="3092035"/>
                  <a:pt x="11054503" y="3095582"/>
                  <a:pt x="11058225" y="3102677"/>
                </a:cubicBezTo>
                <a:cubicBezTo>
                  <a:pt x="11061945" y="3109771"/>
                  <a:pt x="11063805" y="3120015"/>
                  <a:pt x="11063805" y="3133410"/>
                </a:cubicBezTo>
                <a:lnTo>
                  <a:pt x="11063805" y="3201126"/>
                </a:lnTo>
                <a:cubicBezTo>
                  <a:pt x="11063805" y="3209064"/>
                  <a:pt x="11065691" y="3215166"/>
                  <a:pt x="11069461" y="3219432"/>
                </a:cubicBezTo>
                <a:cubicBezTo>
                  <a:pt x="11073231" y="3223699"/>
                  <a:pt x="11078143" y="3225832"/>
                  <a:pt x="11084195" y="3225832"/>
                </a:cubicBezTo>
                <a:cubicBezTo>
                  <a:pt x="11090148" y="3225832"/>
                  <a:pt x="11094985" y="3223748"/>
                  <a:pt x="11098705" y="3219581"/>
                </a:cubicBezTo>
                <a:cubicBezTo>
                  <a:pt x="11102427" y="3215414"/>
                  <a:pt x="11104287" y="3209262"/>
                  <a:pt x="11104287" y="3201126"/>
                </a:cubicBezTo>
                <a:lnTo>
                  <a:pt x="11104287" y="3125522"/>
                </a:lnTo>
                <a:cubicBezTo>
                  <a:pt x="11104287" y="3116592"/>
                  <a:pt x="11103890" y="3109250"/>
                  <a:pt x="11103096" y="3103495"/>
                </a:cubicBezTo>
                <a:cubicBezTo>
                  <a:pt x="11102303" y="3097740"/>
                  <a:pt x="11100566" y="3092383"/>
                  <a:pt x="11097887" y="3087422"/>
                </a:cubicBezTo>
                <a:cubicBezTo>
                  <a:pt x="11093720" y="3078889"/>
                  <a:pt x="11087419" y="3072291"/>
                  <a:pt x="11078986" y="3067627"/>
                </a:cubicBezTo>
                <a:cubicBezTo>
                  <a:pt x="11070553" y="3062964"/>
                  <a:pt x="11060977" y="3060633"/>
                  <a:pt x="11050262" y="3060633"/>
                </a:cubicBezTo>
                <a:cubicBezTo>
                  <a:pt x="11039249" y="3060633"/>
                  <a:pt x="11029501" y="3062840"/>
                  <a:pt x="11021017" y="3067255"/>
                </a:cubicBezTo>
                <a:cubicBezTo>
                  <a:pt x="11012534" y="3071671"/>
                  <a:pt x="11004721" y="3078591"/>
                  <a:pt x="10997577" y="3088017"/>
                </a:cubicBezTo>
                <a:lnTo>
                  <a:pt x="10997577" y="3083106"/>
                </a:lnTo>
                <a:cubicBezTo>
                  <a:pt x="10997577" y="3078244"/>
                  <a:pt x="10996709" y="3074126"/>
                  <a:pt x="10994973" y="3070753"/>
                </a:cubicBezTo>
                <a:cubicBezTo>
                  <a:pt x="10993237" y="3067379"/>
                  <a:pt x="10990929" y="3064849"/>
                  <a:pt x="10988052" y="3063163"/>
                </a:cubicBezTo>
                <a:cubicBezTo>
                  <a:pt x="10985175" y="3061476"/>
                  <a:pt x="10981950" y="3060633"/>
                  <a:pt x="10978378" y="3060633"/>
                </a:cubicBezTo>
                <a:close/>
                <a:moveTo>
                  <a:pt x="10425928" y="3060633"/>
                </a:moveTo>
                <a:cubicBezTo>
                  <a:pt x="10420075" y="3060633"/>
                  <a:pt x="10415461" y="3062543"/>
                  <a:pt x="10412087" y="3066362"/>
                </a:cubicBezTo>
                <a:cubicBezTo>
                  <a:pt x="10408714" y="3070182"/>
                  <a:pt x="10407027" y="3075962"/>
                  <a:pt x="10407027" y="3083701"/>
                </a:cubicBezTo>
                <a:lnTo>
                  <a:pt x="10407027" y="3201126"/>
                </a:lnTo>
                <a:cubicBezTo>
                  <a:pt x="10407027" y="3209064"/>
                  <a:pt x="10408913" y="3215166"/>
                  <a:pt x="10412683" y="3219432"/>
                </a:cubicBezTo>
                <a:cubicBezTo>
                  <a:pt x="10416453" y="3223699"/>
                  <a:pt x="10421265" y="3225832"/>
                  <a:pt x="10427119" y="3225832"/>
                </a:cubicBezTo>
                <a:cubicBezTo>
                  <a:pt x="10433171" y="3225832"/>
                  <a:pt x="10438107" y="3223773"/>
                  <a:pt x="10441927" y="3219655"/>
                </a:cubicBezTo>
                <a:cubicBezTo>
                  <a:pt x="10445747" y="3215538"/>
                  <a:pt x="10447657" y="3209361"/>
                  <a:pt x="10447657" y="3201126"/>
                </a:cubicBezTo>
                <a:lnTo>
                  <a:pt x="10447657" y="3150227"/>
                </a:lnTo>
                <a:cubicBezTo>
                  <a:pt x="10447657" y="3133658"/>
                  <a:pt x="10448649" y="3122347"/>
                  <a:pt x="10450633" y="3116294"/>
                </a:cubicBezTo>
                <a:cubicBezTo>
                  <a:pt x="10453412" y="3108754"/>
                  <a:pt x="10457777" y="3102825"/>
                  <a:pt x="10463731" y="3098509"/>
                </a:cubicBezTo>
                <a:cubicBezTo>
                  <a:pt x="10469683" y="3094193"/>
                  <a:pt x="10476282" y="3092035"/>
                  <a:pt x="10483525" y="3092035"/>
                </a:cubicBezTo>
                <a:cubicBezTo>
                  <a:pt x="10494637" y="3092035"/>
                  <a:pt x="10502053" y="3095582"/>
                  <a:pt x="10505775" y="3102677"/>
                </a:cubicBezTo>
                <a:cubicBezTo>
                  <a:pt x="10509495" y="3109771"/>
                  <a:pt x="10511355" y="3120015"/>
                  <a:pt x="10511355" y="3133410"/>
                </a:cubicBezTo>
                <a:lnTo>
                  <a:pt x="10511355" y="3201126"/>
                </a:lnTo>
                <a:cubicBezTo>
                  <a:pt x="10511355" y="3209064"/>
                  <a:pt x="10513241" y="3215166"/>
                  <a:pt x="10517011" y="3219432"/>
                </a:cubicBezTo>
                <a:cubicBezTo>
                  <a:pt x="10520781" y="3223699"/>
                  <a:pt x="10525693" y="3225832"/>
                  <a:pt x="10531745" y="3225832"/>
                </a:cubicBezTo>
                <a:cubicBezTo>
                  <a:pt x="10537698" y="3225832"/>
                  <a:pt x="10542535" y="3223748"/>
                  <a:pt x="10546255" y="3219581"/>
                </a:cubicBezTo>
                <a:cubicBezTo>
                  <a:pt x="10549977" y="3215414"/>
                  <a:pt x="10551837" y="3209262"/>
                  <a:pt x="10551837" y="3201126"/>
                </a:cubicBezTo>
                <a:lnTo>
                  <a:pt x="10551837" y="3125522"/>
                </a:lnTo>
                <a:cubicBezTo>
                  <a:pt x="10551837" y="3116592"/>
                  <a:pt x="10551440" y="3109250"/>
                  <a:pt x="10550646" y="3103495"/>
                </a:cubicBezTo>
                <a:cubicBezTo>
                  <a:pt x="10549853" y="3097740"/>
                  <a:pt x="10548116" y="3092383"/>
                  <a:pt x="10545437" y="3087422"/>
                </a:cubicBezTo>
                <a:cubicBezTo>
                  <a:pt x="10541270" y="3078889"/>
                  <a:pt x="10534969" y="3072291"/>
                  <a:pt x="10526536" y="3067627"/>
                </a:cubicBezTo>
                <a:cubicBezTo>
                  <a:pt x="10518103" y="3062964"/>
                  <a:pt x="10508527" y="3060633"/>
                  <a:pt x="10497812" y="3060633"/>
                </a:cubicBezTo>
                <a:cubicBezTo>
                  <a:pt x="10486799" y="3060633"/>
                  <a:pt x="10477051" y="3062840"/>
                  <a:pt x="10468567" y="3067255"/>
                </a:cubicBezTo>
                <a:cubicBezTo>
                  <a:pt x="10460084" y="3071671"/>
                  <a:pt x="10452271" y="3078591"/>
                  <a:pt x="10445127" y="3088017"/>
                </a:cubicBezTo>
                <a:lnTo>
                  <a:pt x="10445127" y="3083106"/>
                </a:lnTo>
                <a:cubicBezTo>
                  <a:pt x="10445127" y="3078244"/>
                  <a:pt x="10444259" y="3074126"/>
                  <a:pt x="10442523" y="3070753"/>
                </a:cubicBezTo>
                <a:cubicBezTo>
                  <a:pt x="10440787" y="3067379"/>
                  <a:pt x="10438479" y="3064849"/>
                  <a:pt x="10435602" y="3063163"/>
                </a:cubicBezTo>
                <a:cubicBezTo>
                  <a:pt x="10432725" y="3061476"/>
                  <a:pt x="10429500" y="3060633"/>
                  <a:pt x="10425928" y="3060633"/>
                </a:cubicBezTo>
                <a:close/>
                <a:moveTo>
                  <a:pt x="10054751" y="3060633"/>
                </a:moveTo>
                <a:cubicBezTo>
                  <a:pt x="10048897" y="3060633"/>
                  <a:pt x="10044283" y="3062543"/>
                  <a:pt x="10040909" y="3066362"/>
                </a:cubicBezTo>
                <a:cubicBezTo>
                  <a:pt x="10037537" y="3070182"/>
                  <a:pt x="10035849" y="3075962"/>
                  <a:pt x="10035849" y="3083701"/>
                </a:cubicBezTo>
                <a:lnTo>
                  <a:pt x="10035849" y="3259020"/>
                </a:lnTo>
                <a:cubicBezTo>
                  <a:pt x="10035849" y="3267851"/>
                  <a:pt x="10037090" y="3274573"/>
                  <a:pt x="10039571" y="3279187"/>
                </a:cubicBezTo>
                <a:cubicBezTo>
                  <a:pt x="10042051" y="3283800"/>
                  <a:pt x="10047111" y="3286107"/>
                  <a:pt x="10054751" y="3286107"/>
                </a:cubicBezTo>
                <a:cubicBezTo>
                  <a:pt x="10067749" y="3286107"/>
                  <a:pt x="10074247" y="3277178"/>
                  <a:pt x="10074247" y="3259318"/>
                </a:cubicBezTo>
                <a:lnTo>
                  <a:pt x="10074247" y="3198299"/>
                </a:lnTo>
                <a:cubicBezTo>
                  <a:pt x="10081391" y="3207328"/>
                  <a:pt x="10088907" y="3214174"/>
                  <a:pt x="10096795" y="3218837"/>
                </a:cubicBezTo>
                <a:cubicBezTo>
                  <a:pt x="10104683" y="3223500"/>
                  <a:pt x="10114431" y="3225832"/>
                  <a:pt x="10126039" y="3225832"/>
                </a:cubicBezTo>
                <a:cubicBezTo>
                  <a:pt x="10135664" y="3225832"/>
                  <a:pt x="10144668" y="3223922"/>
                  <a:pt x="10153051" y="3220102"/>
                </a:cubicBezTo>
                <a:cubicBezTo>
                  <a:pt x="10161436" y="3216282"/>
                  <a:pt x="10168703" y="3210825"/>
                  <a:pt x="10174855" y="3203731"/>
                </a:cubicBezTo>
                <a:cubicBezTo>
                  <a:pt x="10181007" y="3196637"/>
                  <a:pt x="10185844" y="3187856"/>
                  <a:pt x="10189366" y="3177388"/>
                </a:cubicBezTo>
                <a:cubicBezTo>
                  <a:pt x="10192888" y="3166921"/>
                  <a:pt x="10194649" y="3155436"/>
                  <a:pt x="10194649" y="3142935"/>
                </a:cubicBezTo>
                <a:cubicBezTo>
                  <a:pt x="10194649" y="3125968"/>
                  <a:pt x="10191598" y="3111284"/>
                  <a:pt x="10185496" y="3098881"/>
                </a:cubicBezTo>
                <a:cubicBezTo>
                  <a:pt x="10179395" y="3086479"/>
                  <a:pt x="10171085" y="3077053"/>
                  <a:pt x="10160567" y="3070604"/>
                </a:cubicBezTo>
                <a:cubicBezTo>
                  <a:pt x="10150051" y="3064155"/>
                  <a:pt x="10138541" y="3060930"/>
                  <a:pt x="10126039" y="3060930"/>
                </a:cubicBezTo>
                <a:cubicBezTo>
                  <a:pt x="10115621" y="3060930"/>
                  <a:pt x="10106295" y="3063138"/>
                  <a:pt x="10098059" y="3067553"/>
                </a:cubicBezTo>
                <a:cubicBezTo>
                  <a:pt x="10089825" y="3071968"/>
                  <a:pt x="10081887" y="3078889"/>
                  <a:pt x="10074247" y="3088315"/>
                </a:cubicBezTo>
                <a:lnTo>
                  <a:pt x="10074247" y="3083403"/>
                </a:lnTo>
                <a:cubicBezTo>
                  <a:pt x="10074247" y="3076061"/>
                  <a:pt x="10072437" y="3070430"/>
                  <a:pt x="10068815" y="3066511"/>
                </a:cubicBezTo>
                <a:cubicBezTo>
                  <a:pt x="10065193" y="3062592"/>
                  <a:pt x="10060505" y="3060633"/>
                  <a:pt x="10054751" y="3060633"/>
                </a:cubicBezTo>
                <a:close/>
                <a:moveTo>
                  <a:pt x="9426399" y="3060633"/>
                </a:moveTo>
                <a:cubicBezTo>
                  <a:pt x="9413004" y="3060633"/>
                  <a:pt x="9401569" y="3062791"/>
                  <a:pt x="9392093" y="3067107"/>
                </a:cubicBezTo>
                <a:cubicBezTo>
                  <a:pt x="9382619" y="3071423"/>
                  <a:pt x="9375450" y="3077202"/>
                  <a:pt x="9370588" y="3084445"/>
                </a:cubicBezTo>
                <a:cubicBezTo>
                  <a:pt x="9365727" y="3091688"/>
                  <a:pt x="9363295" y="3099377"/>
                  <a:pt x="9363295" y="3107513"/>
                </a:cubicBezTo>
                <a:cubicBezTo>
                  <a:pt x="9363295" y="3116642"/>
                  <a:pt x="9365925" y="3124331"/>
                  <a:pt x="9371183" y="3130582"/>
                </a:cubicBezTo>
                <a:cubicBezTo>
                  <a:pt x="9376442" y="3136833"/>
                  <a:pt x="9383461" y="3141868"/>
                  <a:pt x="9392243" y="3145688"/>
                </a:cubicBezTo>
                <a:cubicBezTo>
                  <a:pt x="9401023" y="3149508"/>
                  <a:pt x="9412409" y="3153154"/>
                  <a:pt x="9426399" y="3156627"/>
                </a:cubicBezTo>
                <a:cubicBezTo>
                  <a:pt x="9438801" y="3159603"/>
                  <a:pt x="9447706" y="3162729"/>
                  <a:pt x="9453113" y="3166003"/>
                </a:cubicBezTo>
                <a:cubicBezTo>
                  <a:pt x="9458521" y="3169277"/>
                  <a:pt x="9461224" y="3174486"/>
                  <a:pt x="9461224" y="3181630"/>
                </a:cubicBezTo>
                <a:cubicBezTo>
                  <a:pt x="9461224" y="3186293"/>
                  <a:pt x="9458619" y="3190436"/>
                  <a:pt x="9453411" y="3194057"/>
                </a:cubicBezTo>
                <a:cubicBezTo>
                  <a:pt x="9448201" y="3197678"/>
                  <a:pt x="9441529" y="3199489"/>
                  <a:pt x="9433393" y="3199489"/>
                </a:cubicBezTo>
                <a:cubicBezTo>
                  <a:pt x="9423373" y="3199489"/>
                  <a:pt x="9415459" y="3197703"/>
                  <a:pt x="9409655" y="3194131"/>
                </a:cubicBezTo>
                <a:cubicBezTo>
                  <a:pt x="9403851" y="3190560"/>
                  <a:pt x="9398865" y="3185152"/>
                  <a:pt x="9394698" y="3177909"/>
                </a:cubicBezTo>
                <a:cubicBezTo>
                  <a:pt x="9392615" y="3174139"/>
                  <a:pt x="9390432" y="3171212"/>
                  <a:pt x="9388149" y="3169128"/>
                </a:cubicBezTo>
                <a:cubicBezTo>
                  <a:pt x="9385867" y="3167045"/>
                  <a:pt x="9382593" y="3166003"/>
                  <a:pt x="9378327" y="3166003"/>
                </a:cubicBezTo>
                <a:cubicBezTo>
                  <a:pt x="9373465" y="3166003"/>
                  <a:pt x="9369447" y="3167590"/>
                  <a:pt x="9366272" y="3170765"/>
                </a:cubicBezTo>
                <a:cubicBezTo>
                  <a:pt x="9363097" y="3173940"/>
                  <a:pt x="9361509" y="3177760"/>
                  <a:pt x="9361509" y="3182225"/>
                </a:cubicBezTo>
                <a:cubicBezTo>
                  <a:pt x="9361509" y="3188972"/>
                  <a:pt x="9363990" y="3195694"/>
                  <a:pt x="9368951" y="3202391"/>
                </a:cubicBezTo>
                <a:cubicBezTo>
                  <a:pt x="9373912" y="3209089"/>
                  <a:pt x="9381601" y="3214670"/>
                  <a:pt x="9392019" y="3219135"/>
                </a:cubicBezTo>
                <a:cubicBezTo>
                  <a:pt x="9402437" y="3223599"/>
                  <a:pt x="9414939" y="3225832"/>
                  <a:pt x="9429524" y="3225832"/>
                </a:cubicBezTo>
                <a:cubicBezTo>
                  <a:pt x="9444803" y="3225832"/>
                  <a:pt x="9457777" y="3223773"/>
                  <a:pt x="9468443" y="3219655"/>
                </a:cubicBezTo>
                <a:cubicBezTo>
                  <a:pt x="9479109" y="3215538"/>
                  <a:pt x="9487171" y="3209486"/>
                  <a:pt x="9492627" y="3201498"/>
                </a:cubicBezTo>
                <a:cubicBezTo>
                  <a:pt x="9498084" y="3193511"/>
                  <a:pt x="9500813" y="3183912"/>
                  <a:pt x="9500813" y="3172700"/>
                </a:cubicBezTo>
                <a:cubicBezTo>
                  <a:pt x="9500813" y="3165259"/>
                  <a:pt x="9498754" y="3158636"/>
                  <a:pt x="9494636" y="3152832"/>
                </a:cubicBezTo>
                <a:cubicBezTo>
                  <a:pt x="9490519" y="3147027"/>
                  <a:pt x="9484467" y="3141992"/>
                  <a:pt x="9476479" y="3137726"/>
                </a:cubicBezTo>
                <a:cubicBezTo>
                  <a:pt x="9468493" y="3133459"/>
                  <a:pt x="9458198" y="3129788"/>
                  <a:pt x="9445597" y="3126712"/>
                </a:cubicBezTo>
                <a:cubicBezTo>
                  <a:pt x="9434981" y="3124133"/>
                  <a:pt x="9426647" y="3121950"/>
                  <a:pt x="9420594" y="3120164"/>
                </a:cubicBezTo>
                <a:cubicBezTo>
                  <a:pt x="9414542" y="3118378"/>
                  <a:pt x="9409729" y="3116121"/>
                  <a:pt x="9406158" y="3113392"/>
                </a:cubicBezTo>
                <a:cubicBezTo>
                  <a:pt x="9402586" y="3110664"/>
                  <a:pt x="9400800" y="3107166"/>
                  <a:pt x="9400800" y="3102900"/>
                </a:cubicBezTo>
                <a:cubicBezTo>
                  <a:pt x="9400800" y="3098236"/>
                  <a:pt x="9403231" y="3094342"/>
                  <a:pt x="9408093" y="3091217"/>
                </a:cubicBezTo>
                <a:cubicBezTo>
                  <a:pt x="9412955" y="3088091"/>
                  <a:pt x="9419057" y="3086529"/>
                  <a:pt x="9426399" y="3086529"/>
                </a:cubicBezTo>
                <a:cubicBezTo>
                  <a:pt x="9433542" y="3086529"/>
                  <a:pt x="9439197" y="3087719"/>
                  <a:pt x="9443365" y="3090101"/>
                </a:cubicBezTo>
                <a:cubicBezTo>
                  <a:pt x="9447532" y="3092482"/>
                  <a:pt x="9451154" y="3095657"/>
                  <a:pt x="9454229" y="3099626"/>
                </a:cubicBezTo>
                <a:cubicBezTo>
                  <a:pt x="9458000" y="3104388"/>
                  <a:pt x="9461349" y="3107960"/>
                  <a:pt x="9464275" y="3110341"/>
                </a:cubicBezTo>
                <a:cubicBezTo>
                  <a:pt x="9467203" y="3112722"/>
                  <a:pt x="9470749" y="3113913"/>
                  <a:pt x="9474917" y="3113913"/>
                </a:cubicBezTo>
                <a:cubicBezTo>
                  <a:pt x="9480671" y="3113913"/>
                  <a:pt x="9485111" y="3112425"/>
                  <a:pt x="9488237" y="3109448"/>
                </a:cubicBezTo>
                <a:cubicBezTo>
                  <a:pt x="9491362" y="3106472"/>
                  <a:pt x="9492925" y="3102652"/>
                  <a:pt x="9492925" y="3097988"/>
                </a:cubicBezTo>
                <a:cubicBezTo>
                  <a:pt x="9492925" y="3093722"/>
                  <a:pt x="9491461" y="3089356"/>
                  <a:pt x="9488534" y="3084892"/>
                </a:cubicBezTo>
                <a:cubicBezTo>
                  <a:pt x="9485607" y="3080427"/>
                  <a:pt x="9481341" y="3076359"/>
                  <a:pt x="9475735" y="3072688"/>
                </a:cubicBezTo>
                <a:cubicBezTo>
                  <a:pt x="9470129" y="3069017"/>
                  <a:pt x="9463135" y="3066090"/>
                  <a:pt x="9454750" y="3063907"/>
                </a:cubicBezTo>
                <a:cubicBezTo>
                  <a:pt x="9446367" y="3061724"/>
                  <a:pt x="9436916" y="3060633"/>
                  <a:pt x="9426399" y="3060633"/>
                </a:cubicBezTo>
                <a:close/>
                <a:moveTo>
                  <a:pt x="9025753" y="3060633"/>
                </a:moveTo>
                <a:cubicBezTo>
                  <a:pt x="9019899" y="3060633"/>
                  <a:pt x="9015285" y="3062543"/>
                  <a:pt x="9011912" y="3066362"/>
                </a:cubicBezTo>
                <a:cubicBezTo>
                  <a:pt x="9008539" y="3070182"/>
                  <a:pt x="9006852" y="3075962"/>
                  <a:pt x="9006852" y="3083701"/>
                </a:cubicBezTo>
                <a:lnTo>
                  <a:pt x="9006852" y="3201126"/>
                </a:lnTo>
                <a:cubicBezTo>
                  <a:pt x="9006852" y="3209064"/>
                  <a:pt x="9008737" y="3215166"/>
                  <a:pt x="9012507" y="3219432"/>
                </a:cubicBezTo>
                <a:cubicBezTo>
                  <a:pt x="9016278" y="3223699"/>
                  <a:pt x="9021090" y="3225832"/>
                  <a:pt x="9026943" y="3225832"/>
                </a:cubicBezTo>
                <a:cubicBezTo>
                  <a:pt x="9032996" y="3225832"/>
                  <a:pt x="9037933" y="3223773"/>
                  <a:pt x="9041752" y="3219655"/>
                </a:cubicBezTo>
                <a:cubicBezTo>
                  <a:pt x="9045572" y="3215538"/>
                  <a:pt x="9047482" y="3209361"/>
                  <a:pt x="9047482" y="3201126"/>
                </a:cubicBezTo>
                <a:lnTo>
                  <a:pt x="9047482" y="3150227"/>
                </a:lnTo>
                <a:cubicBezTo>
                  <a:pt x="9047482" y="3133658"/>
                  <a:pt x="9048475" y="3122347"/>
                  <a:pt x="9050459" y="3116294"/>
                </a:cubicBezTo>
                <a:cubicBezTo>
                  <a:pt x="9053237" y="3108754"/>
                  <a:pt x="9057603" y="3102825"/>
                  <a:pt x="9063555" y="3098509"/>
                </a:cubicBezTo>
                <a:cubicBezTo>
                  <a:pt x="9069509" y="3094193"/>
                  <a:pt x="9076107" y="3092035"/>
                  <a:pt x="9083349" y="3092035"/>
                </a:cubicBezTo>
                <a:cubicBezTo>
                  <a:pt x="9094463" y="3092035"/>
                  <a:pt x="9101879" y="3095582"/>
                  <a:pt x="9105599" y="3102677"/>
                </a:cubicBezTo>
                <a:cubicBezTo>
                  <a:pt x="9109320" y="3109771"/>
                  <a:pt x="9111181" y="3120015"/>
                  <a:pt x="9111181" y="3133410"/>
                </a:cubicBezTo>
                <a:lnTo>
                  <a:pt x="9111181" y="3201126"/>
                </a:lnTo>
                <a:cubicBezTo>
                  <a:pt x="9111181" y="3209064"/>
                  <a:pt x="9113066" y="3215166"/>
                  <a:pt x="9116836" y="3219432"/>
                </a:cubicBezTo>
                <a:cubicBezTo>
                  <a:pt x="9120607" y="3223699"/>
                  <a:pt x="9125518" y="3225832"/>
                  <a:pt x="9131570" y="3225832"/>
                </a:cubicBezTo>
                <a:cubicBezTo>
                  <a:pt x="9137523" y="3225832"/>
                  <a:pt x="9142360" y="3223748"/>
                  <a:pt x="9146081" y="3219581"/>
                </a:cubicBezTo>
                <a:cubicBezTo>
                  <a:pt x="9149801" y="3215414"/>
                  <a:pt x="9151661" y="3209262"/>
                  <a:pt x="9151661" y="3201126"/>
                </a:cubicBezTo>
                <a:lnTo>
                  <a:pt x="9151661" y="3125522"/>
                </a:lnTo>
                <a:cubicBezTo>
                  <a:pt x="9151661" y="3116592"/>
                  <a:pt x="9151265" y="3109250"/>
                  <a:pt x="9150471" y="3103495"/>
                </a:cubicBezTo>
                <a:cubicBezTo>
                  <a:pt x="9149677" y="3097740"/>
                  <a:pt x="9147941" y="3092383"/>
                  <a:pt x="9145262" y="3087422"/>
                </a:cubicBezTo>
                <a:cubicBezTo>
                  <a:pt x="9141095" y="3078889"/>
                  <a:pt x="9134795" y="3072291"/>
                  <a:pt x="9126361" y="3067627"/>
                </a:cubicBezTo>
                <a:cubicBezTo>
                  <a:pt x="9117927" y="3062964"/>
                  <a:pt x="9108353" y="3060633"/>
                  <a:pt x="9097637" y="3060633"/>
                </a:cubicBezTo>
                <a:cubicBezTo>
                  <a:pt x="9086624" y="3060633"/>
                  <a:pt x="9076875" y="3062840"/>
                  <a:pt x="9068393" y="3067255"/>
                </a:cubicBezTo>
                <a:cubicBezTo>
                  <a:pt x="9059909" y="3071671"/>
                  <a:pt x="9052095" y="3078591"/>
                  <a:pt x="9044952" y="3088017"/>
                </a:cubicBezTo>
                <a:lnTo>
                  <a:pt x="9044952" y="3083106"/>
                </a:lnTo>
                <a:cubicBezTo>
                  <a:pt x="9044952" y="3078244"/>
                  <a:pt x="9044084" y="3074126"/>
                  <a:pt x="9042347" y="3070753"/>
                </a:cubicBezTo>
                <a:cubicBezTo>
                  <a:pt x="9040611" y="3067379"/>
                  <a:pt x="9038305" y="3064849"/>
                  <a:pt x="9035427" y="3063163"/>
                </a:cubicBezTo>
                <a:cubicBezTo>
                  <a:pt x="9032550" y="3061476"/>
                  <a:pt x="9029325" y="3060633"/>
                  <a:pt x="9025753" y="3060633"/>
                </a:cubicBezTo>
                <a:close/>
                <a:moveTo>
                  <a:pt x="8761435" y="3060633"/>
                </a:moveTo>
                <a:cubicBezTo>
                  <a:pt x="8755481" y="3060633"/>
                  <a:pt x="8750645" y="3062667"/>
                  <a:pt x="8746924" y="3066735"/>
                </a:cubicBezTo>
                <a:cubicBezTo>
                  <a:pt x="8743203" y="3070802"/>
                  <a:pt x="8741343" y="3076855"/>
                  <a:pt x="8741343" y="3084892"/>
                </a:cubicBezTo>
                <a:lnTo>
                  <a:pt x="8741343" y="3201126"/>
                </a:lnTo>
                <a:cubicBezTo>
                  <a:pt x="8741343" y="3209064"/>
                  <a:pt x="8743203" y="3215166"/>
                  <a:pt x="8746924" y="3219432"/>
                </a:cubicBezTo>
                <a:cubicBezTo>
                  <a:pt x="8750645" y="3223699"/>
                  <a:pt x="8755481" y="3225832"/>
                  <a:pt x="8761435" y="3225832"/>
                </a:cubicBezTo>
                <a:cubicBezTo>
                  <a:pt x="8767388" y="3225832"/>
                  <a:pt x="8772299" y="3223748"/>
                  <a:pt x="8776169" y="3219581"/>
                </a:cubicBezTo>
                <a:cubicBezTo>
                  <a:pt x="8780038" y="3215414"/>
                  <a:pt x="8781973" y="3209262"/>
                  <a:pt x="8781973" y="3201126"/>
                </a:cubicBezTo>
                <a:lnTo>
                  <a:pt x="8781973" y="3083701"/>
                </a:lnTo>
                <a:cubicBezTo>
                  <a:pt x="8781973" y="3076458"/>
                  <a:pt x="8780038" y="3070802"/>
                  <a:pt x="8776169" y="3066735"/>
                </a:cubicBezTo>
                <a:cubicBezTo>
                  <a:pt x="8772299" y="3062667"/>
                  <a:pt x="8767388" y="3060633"/>
                  <a:pt x="8761435" y="3060633"/>
                </a:cubicBezTo>
                <a:close/>
                <a:moveTo>
                  <a:pt x="8579269" y="3060633"/>
                </a:moveTo>
                <a:cubicBezTo>
                  <a:pt x="8573217" y="3060633"/>
                  <a:pt x="8568355" y="3062642"/>
                  <a:pt x="8564684" y="3066660"/>
                </a:cubicBezTo>
                <a:cubicBezTo>
                  <a:pt x="8561013" y="3070678"/>
                  <a:pt x="8559177" y="3076756"/>
                  <a:pt x="8559177" y="3084892"/>
                </a:cubicBezTo>
                <a:lnTo>
                  <a:pt x="8559177" y="3165408"/>
                </a:lnTo>
                <a:cubicBezTo>
                  <a:pt x="8559177" y="3181580"/>
                  <a:pt x="8561707" y="3193983"/>
                  <a:pt x="8566767" y="3202615"/>
                </a:cubicBezTo>
                <a:cubicBezTo>
                  <a:pt x="8571034" y="3209758"/>
                  <a:pt x="8577062" y="3215364"/>
                  <a:pt x="8584850" y="3219432"/>
                </a:cubicBezTo>
                <a:cubicBezTo>
                  <a:pt x="8592639" y="3223500"/>
                  <a:pt x="8601444" y="3225534"/>
                  <a:pt x="8611267" y="3225534"/>
                </a:cubicBezTo>
                <a:cubicBezTo>
                  <a:pt x="8619403" y="3225534"/>
                  <a:pt x="8626646" y="3224517"/>
                  <a:pt x="8632996" y="3222483"/>
                </a:cubicBezTo>
                <a:cubicBezTo>
                  <a:pt x="8639346" y="3220449"/>
                  <a:pt x="8645200" y="3217349"/>
                  <a:pt x="8650558" y="3213181"/>
                </a:cubicBezTo>
                <a:cubicBezTo>
                  <a:pt x="8655915" y="3209014"/>
                  <a:pt x="8661026" y="3203855"/>
                  <a:pt x="8665887" y="3197703"/>
                </a:cubicBezTo>
                <a:lnTo>
                  <a:pt x="8665887" y="3202912"/>
                </a:lnTo>
                <a:cubicBezTo>
                  <a:pt x="8665887" y="3210155"/>
                  <a:pt x="8667698" y="3215786"/>
                  <a:pt x="8671319" y="3219804"/>
                </a:cubicBezTo>
                <a:cubicBezTo>
                  <a:pt x="8674941" y="3223823"/>
                  <a:pt x="8679530" y="3225832"/>
                  <a:pt x="8685086" y="3225832"/>
                </a:cubicBezTo>
                <a:cubicBezTo>
                  <a:pt x="8690642" y="3225832"/>
                  <a:pt x="8695182" y="3223897"/>
                  <a:pt x="8698704" y="3220028"/>
                </a:cubicBezTo>
                <a:cubicBezTo>
                  <a:pt x="8702226" y="3216158"/>
                  <a:pt x="8703987" y="3210354"/>
                  <a:pt x="8703987" y="3202615"/>
                </a:cubicBezTo>
                <a:lnTo>
                  <a:pt x="8703987" y="3084892"/>
                </a:lnTo>
                <a:cubicBezTo>
                  <a:pt x="8703987" y="3076756"/>
                  <a:pt x="8702152" y="3070678"/>
                  <a:pt x="8698480" y="3066660"/>
                </a:cubicBezTo>
                <a:cubicBezTo>
                  <a:pt x="8694810" y="3062642"/>
                  <a:pt x="8689948" y="3060633"/>
                  <a:pt x="8683895" y="3060633"/>
                </a:cubicBezTo>
                <a:cubicBezTo>
                  <a:pt x="8677843" y="3060633"/>
                  <a:pt x="8672932" y="3062667"/>
                  <a:pt x="8669161" y="3066735"/>
                </a:cubicBezTo>
                <a:cubicBezTo>
                  <a:pt x="8665391" y="3070802"/>
                  <a:pt x="8663506" y="3076855"/>
                  <a:pt x="8663506" y="3084892"/>
                </a:cubicBezTo>
                <a:lnTo>
                  <a:pt x="8663506" y="3134303"/>
                </a:lnTo>
                <a:cubicBezTo>
                  <a:pt x="8663506" y="3153749"/>
                  <a:pt x="8662365" y="3166350"/>
                  <a:pt x="8660083" y="3172105"/>
                </a:cubicBezTo>
                <a:cubicBezTo>
                  <a:pt x="8657305" y="3178653"/>
                  <a:pt x="8652889" y="3183961"/>
                  <a:pt x="8646837" y="3188029"/>
                </a:cubicBezTo>
                <a:cubicBezTo>
                  <a:pt x="8640785" y="3192097"/>
                  <a:pt x="8634335" y="3194131"/>
                  <a:pt x="8627489" y="3194131"/>
                </a:cubicBezTo>
                <a:cubicBezTo>
                  <a:pt x="8620445" y="3194131"/>
                  <a:pt x="8614864" y="3192321"/>
                  <a:pt x="8610746" y="3188699"/>
                </a:cubicBezTo>
                <a:cubicBezTo>
                  <a:pt x="8606629" y="3185078"/>
                  <a:pt x="8603776" y="3180067"/>
                  <a:pt x="8602188" y="3173668"/>
                </a:cubicBezTo>
                <a:cubicBezTo>
                  <a:pt x="8600601" y="3167268"/>
                  <a:pt x="8599807" y="3159355"/>
                  <a:pt x="8599807" y="3149929"/>
                </a:cubicBezTo>
                <a:lnTo>
                  <a:pt x="8599807" y="3084892"/>
                </a:lnTo>
                <a:cubicBezTo>
                  <a:pt x="8599807" y="3076855"/>
                  <a:pt x="8597922" y="3070802"/>
                  <a:pt x="8594152" y="3066735"/>
                </a:cubicBezTo>
                <a:cubicBezTo>
                  <a:pt x="8590382" y="3062667"/>
                  <a:pt x="8585421" y="3060633"/>
                  <a:pt x="8579269" y="3060633"/>
                </a:cubicBezTo>
                <a:close/>
                <a:moveTo>
                  <a:pt x="8500390" y="3060633"/>
                </a:moveTo>
                <a:cubicBezTo>
                  <a:pt x="8494735" y="3060633"/>
                  <a:pt x="8490121" y="3062567"/>
                  <a:pt x="8486549" y="3066437"/>
                </a:cubicBezTo>
                <a:cubicBezTo>
                  <a:pt x="8482977" y="3070306"/>
                  <a:pt x="8481191" y="3075962"/>
                  <a:pt x="8481191" y="3083403"/>
                </a:cubicBezTo>
                <a:lnTo>
                  <a:pt x="8481191" y="3088315"/>
                </a:lnTo>
                <a:cubicBezTo>
                  <a:pt x="8475040" y="3079087"/>
                  <a:pt x="8467648" y="3072216"/>
                  <a:pt x="8459016" y="3067702"/>
                </a:cubicBezTo>
                <a:cubicBezTo>
                  <a:pt x="8450384" y="3063187"/>
                  <a:pt x="8440611" y="3060930"/>
                  <a:pt x="8429697" y="3060930"/>
                </a:cubicBezTo>
                <a:cubicBezTo>
                  <a:pt x="8416799" y="3060930"/>
                  <a:pt x="8405066" y="3064155"/>
                  <a:pt x="8394499" y="3070604"/>
                </a:cubicBezTo>
                <a:cubicBezTo>
                  <a:pt x="8383932" y="3077053"/>
                  <a:pt x="8375672" y="3086454"/>
                  <a:pt x="8369719" y="3098807"/>
                </a:cubicBezTo>
                <a:cubicBezTo>
                  <a:pt x="8363766" y="3111160"/>
                  <a:pt x="8360789" y="3125968"/>
                  <a:pt x="8360789" y="3143232"/>
                </a:cubicBezTo>
                <a:cubicBezTo>
                  <a:pt x="8360789" y="3160099"/>
                  <a:pt x="8363741" y="3174759"/>
                  <a:pt x="8369645" y="3187211"/>
                </a:cubicBezTo>
                <a:cubicBezTo>
                  <a:pt x="8375548" y="3199663"/>
                  <a:pt x="8383684" y="3209213"/>
                  <a:pt x="8394052" y="3215860"/>
                </a:cubicBezTo>
                <a:cubicBezTo>
                  <a:pt x="8404421" y="3222508"/>
                  <a:pt x="8415906" y="3225832"/>
                  <a:pt x="8428506" y="3225832"/>
                </a:cubicBezTo>
                <a:cubicBezTo>
                  <a:pt x="8438825" y="3225832"/>
                  <a:pt x="8448226" y="3223773"/>
                  <a:pt x="8456709" y="3219655"/>
                </a:cubicBezTo>
                <a:cubicBezTo>
                  <a:pt x="8465192" y="3215538"/>
                  <a:pt x="8473353" y="3209560"/>
                  <a:pt x="8481191" y="3201722"/>
                </a:cubicBezTo>
                <a:lnTo>
                  <a:pt x="8481191" y="3259020"/>
                </a:lnTo>
                <a:cubicBezTo>
                  <a:pt x="8481191" y="3267355"/>
                  <a:pt x="8482407" y="3273953"/>
                  <a:pt x="8484838" y="3278815"/>
                </a:cubicBezTo>
                <a:cubicBezTo>
                  <a:pt x="8487269" y="3283676"/>
                  <a:pt x="8492453" y="3286107"/>
                  <a:pt x="8500390" y="3286107"/>
                </a:cubicBezTo>
                <a:cubicBezTo>
                  <a:pt x="8513189" y="3286107"/>
                  <a:pt x="8519589" y="3277078"/>
                  <a:pt x="8519589" y="3259020"/>
                </a:cubicBezTo>
                <a:lnTo>
                  <a:pt x="8519589" y="3083403"/>
                </a:lnTo>
                <a:cubicBezTo>
                  <a:pt x="8519589" y="3075863"/>
                  <a:pt x="8517803" y="3070182"/>
                  <a:pt x="8514231" y="3066362"/>
                </a:cubicBezTo>
                <a:cubicBezTo>
                  <a:pt x="8510659" y="3062543"/>
                  <a:pt x="8506046" y="3060633"/>
                  <a:pt x="8500390" y="3060633"/>
                </a:cubicBezTo>
                <a:close/>
                <a:moveTo>
                  <a:pt x="8045274" y="3060633"/>
                </a:moveTo>
                <a:cubicBezTo>
                  <a:pt x="8031879" y="3060633"/>
                  <a:pt x="8020444" y="3062791"/>
                  <a:pt x="8010969" y="3067107"/>
                </a:cubicBezTo>
                <a:cubicBezTo>
                  <a:pt x="8001494" y="3071423"/>
                  <a:pt x="7994325" y="3077202"/>
                  <a:pt x="7989463" y="3084445"/>
                </a:cubicBezTo>
                <a:cubicBezTo>
                  <a:pt x="7984602" y="3091688"/>
                  <a:pt x="7982171" y="3099378"/>
                  <a:pt x="7982171" y="3107513"/>
                </a:cubicBezTo>
                <a:cubicBezTo>
                  <a:pt x="7982171" y="3116642"/>
                  <a:pt x="7984800" y="3124331"/>
                  <a:pt x="7990059" y="3130582"/>
                </a:cubicBezTo>
                <a:cubicBezTo>
                  <a:pt x="7995317" y="3136833"/>
                  <a:pt x="8002337" y="3141868"/>
                  <a:pt x="8011118" y="3145688"/>
                </a:cubicBezTo>
                <a:cubicBezTo>
                  <a:pt x="8019899" y="3149508"/>
                  <a:pt x="8031284" y="3153154"/>
                  <a:pt x="8045274" y="3156627"/>
                </a:cubicBezTo>
                <a:cubicBezTo>
                  <a:pt x="8057676" y="3159603"/>
                  <a:pt x="8066581" y="3162729"/>
                  <a:pt x="8071989" y="3166003"/>
                </a:cubicBezTo>
                <a:cubicBezTo>
                  <a:pt x="8077396" y="3169277"/>
                  <a:pt x="8080100" y="3174486"/>
                  <a:pt x="8080100" y="3181630"/>
                </a:cubicBezTo>
                <a:cubicBezTo>
                  <a:pt x="8080100" y="3186293"/>
                  <a:pt x="8077495" y="3190436"/>
                  <a:pt x="8072286" y="3194057"/>
                </a:cubicBezTo>
                <a:cubicBezTo>
                  <a:pt x="8067077" y="3197678"/>
                  <a:pt x="8060405" y="3199489"/>
                  <a:pt x="8052269" y="3199489"/>
                </a:cubicBezTo>
                <a:cubicBezTo>
                  <a:pt x="8042248" y="3199489"/>
                  <a:pt x="8034335" y="3197703"/>
                  <a:pt x="8028531" y="3194131"/>
                </a:cubicBezTo>
                <a:cubicBezTo>
                  <a:pt x="8022726" y="3190560"/>
                  <a:pt x="8017741" y="3185152"/>
                  <a:pt x="8013574" y="3177909"/>
                </a:cubicBezTo>
                <a:cubicBezTo>
                  <a:pt x="8011490" y="3174139"/>
                  <a:pt x="8009307" y="3171212"/>
                  <a:pt x="8007025" y="3169128"/>
                </a:cubicBezTo>
                <a:cubicBezTo>
                  <a:pt x="8004743" y="3167045"/>
                  <a:pt x="8001469" y="3166003"/>
                  <a:pt x="7997202" y="3166003"/>
                </a:cubicBezTo>
                <a:cubicBezTo>
                  <a:pt x="7992341" y="3166003"/>
                  <a:pt x="7988322" y="3167590"/>
                  <a:pt x="7985147" y="3170765"/>
                </a:cubicBezTo>
                <a:cubicBezTo>
                  <a:pt x="7981972" y="3173940"/>
                  <a:pt x="7980385" y="3177760"/>
                  <a:pt x="7980385" y="3182225"/>
                </a:cubicBezTo>
                <a:cubicBezTo>
                  <a:pt x="7980385" y="3188972"/>
                  <a:pt x="7982865" y="3195694"/>
                  <a:pt x="7987826" y="3202391"/>
                </a:cubicBezTo>
                <a:cubicBezTo>
                  <a:pt x="7992787" y="3209089"/>
                  <a:pt x="8000477" y="3214670"/>
                  <a:pt x="8010895" y="3219135"/>
                </a:cubicBezTo>
                <a:cubicBezTo>
                  <a:pt x="8021313" y="3223599"/>
                  <a:pt x="8033814" y="3225832"/>
                  <a:pt x="8048399" y="3225832"/>
                </a:cubicBezTo>
                <a:cubicBezTo>
                  <a:pt x="8063679" y="3225832"/>
                  <a:pt x="8076652" y="3223773"/>
                  <a:pt x="8087318" y="3219655"/>
                </a:cubicBezTo>
                <a:cubicBezTo>
                  <a:pt x="8097984" y="3215538"/>
                  <a:pt x="8106046" y="3209486"/>
                  <a:pt x="8111502" y="3201498"/>
                </a:cubicBezTo>
                <a:cubicBezTo>
                  <a:pt x="8116959" y="3193511"/>
                  <a:pt x="8119688" y="3183912"/>
                  <a:pt x="8119688" y="3172700"/>
                </a:cubicBezTo>
                <a:cubicBezTo>
                  <a:pt x="8119688" y="3165259"/>
                  <a:pt x="8117629" y="3158636"/>
                  <a:pt x="8113512" y="3152832"/>
                </a:cubicBezTo>
                <a:cubicBezTo>
                  <a:pt x="8109394" y="3147027"/>
                  <a:pt x="8103342" y="3141992"/>
                  <a:pt x="8095355" y="3137726"/>
                </a:cubicBezTo>
                <a:cubicBezTo>
                  <a:pt x="8087368" y="3133459"/>
                  <a:pt x="8077073" y="3129788"/>
                  <a:pt x="8064473" y="3126712"/>
                </a:cubicBezTo>
                <a:cubicBezTo>
                  <a:pt x="8053856" y="3124133"/>
                  <a:pt x="8045522" y="3121950"/>
                  <a:pt x="8039470" y="3120164"/>
                </a:cubicBezTo>
                <a:cubicBezTo>
                  <a:pt x="8033417" y="3118378"/>
                  <a:pt x="8028605" y="3116121"/>
                  <a:pt x="8025033" y="3113392"/>
                </a:cubicBezTo>
                <a:cubicBezTo>
                  <a:pt x="8021461" y="3110664"/>
                  <a:pt x="8019675" y="3107166"/>
                  <a:pt x="8019675" y="3102900"/>
                </a:cubicBezTo>
                <a:cubicBezTo>
                  <a:pt x="8019675" y="3098236"/>
                  <a:pt x="8022106" y="3094342"/>
                  <a:pt x="8026968" y="3091217"/>
                </a:cubicBezTo>
                <a:cubicBezTo>
                  <a:pt x="8031830" y="3088091"/>
                  <a:pt x="8037932" y="3086529"/>
                  <a:pt x="8045274" y="3086529"/>
                </a:cubicBezTo>
                <a:cubicBezTo>
                  <a:pt x="8052418" y="3086529"/>
                  <a:pt x="8058073" y="3087719"/>
                  <a:pt x="8062240" y="3090101"/>
                </a:cubicBezTo>
                <a:cubicBezTo>
                  <a:pt x="8066408" y="3092482"/>
                  <a:pt x="8070029" y="3095657"/>
                  <a:pt x="8073105" y="3099626"/>
                </a:cubicBezTo>
                <a:cubicBezTo>
                  <a:pt x="8076875" y="3104388"/>
                  <a:pt x="8080224" y="3107960"/>
                  <a:pt x="8083151" y="3110341"/>
                </a:cubicBezTo>
                <a:cubicBezTo>
                  <a:pt x="8086078" y="3112722"/>
                  <a:pt x="8089625" y="3113913"/>
                  <a:pt x="8093792" y="3113913"/>
                </a:cubicBezTo>
                <a:cubicBezTo>
                  <a:pt x="8099546" y="3113913"/>
                  <a:pt x="8103987" y="3112425"/>
                  <a:pt x="8107112" y="3109448"/>
                </a:cubicBezTo>
                <a:cubicBezTo>
                  <a:pt x="8110237" y="3106472"/>
                  <a:pt x="8111800" y="3102652"/>
                  <a:pt x="8111800" y="3097988"/>
                </a:cubicBezTo>
                <a:cubicBezTo>
                  <a:pt x="8111800" y="3093722"/>
                  <a:pt x="8110337" y="3089356"/>
                  <a:pt x="8107410" y="3084892"/>
                </a:cubicBezTo>
                <a:cubicBezTo>
                  <a:pt x="8104483" y="3080427"/>
                  <a:pt x="8100216" y="3076359"/>
                  <a:pt x="8094610" y="3072688"/>
                </a:cubicBezTo>
                <a:cubicBezTo>
                  <a:pt x="8089005" y="3069017"/>
                  <a:pt x="8082010" y="3066090"/>
                  <a:pt x="8073626" y="3063907"/>
                </a:cubicBezTo>
                <a:cubicBezTo>
                  <a:pt x="8065242" y="3061724"/>
                  <a:pt x="8055791" y="3060633"/>
                  <a:pt x="8045274" y="3060633"/>
                </a:cubicBezTo>
                <a:close/>
                <a:moveTo>
                  <a:pt x="7703565" y="3060633"/>
                </a:moveTo>
                <a:cubicBezTo>
                  <a:pt x="7690369" y="3060633"/>
                  <a:pt x="7683770" y="3069761"/>
                  <a:pt x="7683770" y="3088017"/>
                </a:cubicBezTo>
                <a:lnTo>
                  <a:pt x="7683770" y="3201126"/>
                </a:lnTo>
                <a:cubicBezTo>
                  <a:pt x="7683770" y="3209262"/>
                  <a:pt x="7685655" y="3215414"/>
                  <a:pt x="7689426" y="3219581"/>
                </a:cubicBezTo>
                <a:cubicBezTo>
                  <a:pt x="7693196" y="3223748"/>
                  <a:pt x="7698008" y="3225832"/>
                  <a:pt x="7703862" y="3225832"/>
                </a:cubicBezTo>
                <a:cubicBezTo>
                  <a:pt x="7709815" y="3225832"/>
                  <a:pt x="7714727" y="3223773"/>
                  <a:pt x="7718596" y="3219655"/>
                </a:cubicBezTo>
                <a:cubicBezTo>
                  <a:pt x="7722466" y="3215538"/>
                  <a:pt x="7724400" y="3209361"/>
                  <a:pt x="7724400" y="3201126"/>
                </a:cubicBezTo>
                <a:lnTo>
                  <a:pt x="7724400" y="3167194"/>
                </a:lnTo>
                <a:cubicBezTo>
                  <a:pt x="7724400" y="3154990"/>
                  <a:pt x="7724797" y="3144646"/>
                  <a:pt x="7725591" y="3136163"/>
                </a:cubicBezTo>
                <a:cubicBezTo>
                  <a:pt x="7726385" y="3127680"/>
                  <a:pt x="7727824" y="3120362"/>
                  <a:pt x="7729907" y="3114211"/>
                </a:cubicBezTo>
                <a:cubicBezTo>
                  <a:pt x="7731991" y="3108059"/>
                  <a:pt x="7734918" y="3103421"/>
                  <a:pt x="7738688" y="3100295"/>
                </a:cubicBezTo>
                <a:cubicBezTo>
                  <a:pt x="7742458" y="3097170"/>
                  <a:pt x="7747320" y="3095607"/>
                  <a:pt x="7753273" y="3095607"/>
                </a:cubicBezTo>
                <a:cubicBezTo>
                  <a:pt x="7757639" y="3095607"/>
                  <a:pt x="7762674" y="3096525"/>
                  <a:pt x="7768379" y="3098361"/>
                </a:cubicBezTo>
                <a:cubicBezTo>
                  <a:pt x="7774084" y="3100196"/>
                  <a:pt x="7777681" y="3101114"/>
                  <a:pt x="7779169" y="3101114"/>
                </a:cubicBezTo>
                <a:cubicBezTo>
                  <a:pt x="7783138" y="3101114"/>
                  <a:pt x="7786834" y="3099502"/>
                  <a:pt x="7790257" y="3096277"/>
                </a:cubicBezTo>
                <a:cubicBezTo>
                  <a:pt x="7793680" y="3093052"/>
                  <a:pt x="7795392" y="3088960"/>
                  <a:pt x="7795392" y="3083999"/>
                </a:cubicBezTo>
                <a:cubicBezTo>
                  <a:pt x="7795392" y="3076954"/>
                  <a:pt x="7791373" y="3071299"/>
                  <a:pt x="7783336" y="3067032"/>
                </a:cubicBezTo>
                <a:cubicBezTo>
                  <a:pt x="7775300" y="3062766"/>
                  <a:pt x="7767015" y="3060633"/>
                  <a:pt x="7758482" y="3060633"/>
                </a:cubicBezTo>
                <a:cubicBezTo>
                  <a:pt x="7749949" y="3060633"/>
                  <a:pt x="7743128" y="3062766"/>
                  <a:pt x="7738018" y="3067032"/>
                </a:cubicBezTo>
                <a:cubicBezTo>
                  <a:pt x="7732908" y="3071299"/>
                  <a:pt x="7727923" y="3077599"/>
                  <a:pt x="7723061" y="3085933"/>
                </a:cubicBezTo>
                <a:cubicBezTo>
                  <a:pt x="7722763" y="3077599"/>
                  <a:pt x="7721126" y="3071299"/>
                  <a:pt x="7718150" y="3067032"/>
                </a:cubicBezTo>
                <a:cubicBezTo>
                  <a:pt x="7715173" y="3062766"/>
                  <a:pt x="7710312" y="3060633"/>
                  <a:pt x="7703565" y="3060633"/>
                </a:cubicBezTo>
                <a:close/>
                <a:moveTo>
                  <a:pt x="7307384" y="3060633"/>
                </a:moveTo>
                <a:cubicBezTo>
                  <a:pt x="7295279" y="3060633"/>
                  <a:pt x="7284216" y="3062592"/>
                  <a:pt x="7274195" y="3066511"/>
                </a:cubicBezTo>
                <a:cubicBezTo>
                  <a:pt x="7264174" y="3070430"/>
                  <a:pt x="7255641" y="3076012"/>
                  <a:pt x="7248597" y="3083254"/>
                </a:cubicBezTo>
                <a:cubicBezTo>
                  <a:pt x="7241552" y="3090497"/>
                  <a:pt x="7236145" y="3099229"/>
                  <a:pt x="7232375" y="3109448"/>
                </a:cubicBezTo>
                <a:cubicBezTo>
                  <a:pt x="7228604" y="3119668"/>
                  <a:pt x="7226719" y="3130929"/>
                  <a:pt x="7226719" y="3143232"/>
                </a:cubicBezTo>
                <a:cubicBezTo>
                  <a:pt x="7226719" y="3155436"/>
                  <a:pt x="7228579" y="3166573"/>
                  <a:pt x="7232300" y="3176644"/>
                </a:cubicBezTo>
                <a:cubicBezTo>
                  <a:pt x="7236021" y="3186715"/>
                  <a:pt x="7241478" y="3195446"/>
                  <a:pt x="7248671" y="3202838"/>
                </a:cubicBezTo>
                <a:cubicBezTo>
                  <a:pt x="7255865" y="3210230"/>
                  <a:pt x="7264373" y="3215910"/>
                  <a:pt x="7274195" y="3219879"/>
                </a:cubicBezTo>
                <a:cubicBezTo>
                  <a:pt x="7284018" y="3223847"/>
                  <a:pt x="7295081" y="3225832"/>
                  <a:pt x="7307384" y="3225832"/>
                </a:cubicBezTo>
                <a:cubicBezTo>
                  <a:pt x="7319786" y="3225832"/>
                  <a:pt x="7330948" y="3223872"/>
                  <a:pt x="7340870" y="3219953"/>
                </a:cubicBezTo>
                <a:cubicBezTo>
                  <a:pt x="7350792" y="3216034"/>
                  <a:pt x="7359325" y="3210403"/>
                  <a:pt x="7366469" y="3203061"/>
                </a:cubicBezTo>
                <a:cubicBezTo>
                  <a:pt x="7373612" y="3195719"/>
                  <a:pt x="7379069" y="3186938"/>
                  <a:pt x="7382840" y="3176719"/>
                </a:cubicBezTo>
                <a:cubicBezTo>
                  <a:pt x="7386610" y="3166499"/>
                  <a:pt x="7388495" y="3155337"/>
                  <a:pt x="7388495" y="3143232"/>
                </a:cubicBezTo>
                <a:cubicBezTo>
                  <a:pt x="7388495" y="3131028"/>
                  <a:pt x="7386635" y="3119866"/>
                  <a:pt x="7382914" y="3109746"/>
                </a:cubicBezTo>
                <a:cubicBezTo>
                  <a:pt x="7379194" y="3099626"/>
                  <a:pt x="7373761" y="3090894"/>
                  <a:pt x="7366618" y="3083552"/>
                </a:cubicBezTo>
                <a:cubicBezTo>
                  <a:pt x="7359474" y="3076210"/>
                  <a:pt x="7350891" y="3070554"/>
                  <a:pt x="7340870" y="3066586"/>
                </a:cubicBezTo>
                <a:cubicBezTo>
                  <a:pt x="7330849" y="3062617"/>
                  <a:pt x="7319687" y="3060633"/>
                  <a:pt x="7307384" y="3060633"/>
                </a:cubicBezTo>
                <a:close/>
                <a:moveTo>
                  <a:pt x="7063901" y="3060633"/>
                </a:moveTo>
                <a:cubicBezTo>
                  <a:pt x="7058047" y="3060633"/>
                  <a:pt x="7053433" y="3062543"/>
                  <a:pt x="7050060" y="3066362"/>
                </a:cubicBezTo>
                <a:cubicBezTo>
                  <a:pt x="7046687" y="3070182"/>
                  <a:pt x="7045000" y="3075962"/>
                  <a:pt x="7045000" y="3083701"/>
                </a:cubicBezTo>
                <a:lnTo>
                  <a:pt x="7045000" y="3259020"/>
                </a:lnTo>
                <a:cubicBezTo>
                  <a:pt x="7045000" y="3267851"/>
                  <a:pt x="7046240" y="3274573"/>
                  <a:pt x="7048721" y="3279187"/>
                </a:cubicBezTo>
                <a:cubicBezTo>
                  <a:pt x="7051201" y="3283800"/>
                  <a:pt x="7056261" y="3286107"/>
                  <a:pt x="7063901" y="3286107"/>
                </a:cubicBezTo>
                <a:cubicBezTo>
                  <a:pt x="7076899" y="3286107"/>
                  <a:pt x="7083398" y="3277178"/>
                  <a:pt x="7083398" y="3259318"/>
                </a:cubicBezTo>
                <a:lnTo>
                  <a:pt x="7083398" y="3198299"/>
                </a:lnTo>
                <a:cubicBezTo>
                  <a:pt x="7090541" y="3207328"/>
                  <a:pt x="7098057" y="3214174"/>
                  <a:pt x="7105945" y="3218837"/>
                </a:cubicBezTo>
                <a:cubicBezTo>
                  <a:pt x="7113833" y="3223500"/>
                  <a:pt x="7123581" y="3225832"/>
                  <a:pt x="7135190" y="3225832"/>
                </a:cubicBezTo>
                <a:cubicBezTo>
                  <a:pt x="7144814" y="3225832"/>
                  <a:pt x="7153818" y="3223922"/>
                  <a:pt x="7162202" y="3220102"/>
                </a:cubicBezTo>
                <a:cubicBezTo>
                  <a:pt x="7170586" y="3216282"/>
                  <a:pt x="7177854" y="3210825"/>
                  <a:pt x="7184005" y="3203731"/>
                </a:cubicBezTo>
                <a:cubicBezTo>
                  <a:pt x="7190157" y="3196637"/>
                  <a:pt x="7194994" y="3187856"/>
                  <a:pt x="7198516" y="3177388"/>
                </a:cubicBezTo>
                <a:cubicBezTo>
                  <a:pt x="7202038" y="3166921"/>
                  <a:pt x="7203800" y="3155436"/>
                  <a:pt x="7203800" y="3142935"/>
                </a:cubicBezTo>
                <a:cubicBezTo>
                  <a:pt x="7203800" y="3125968"/>
                  <a:pt x="7200749" y="3111284"/>
                  <a:pt x="7194647" y="3098881"/>
                </a:cubicBezTo>
                <a:cubicBezTo>
                  <a:pt x="7188545" y="3086479"/>
                  <a:pt x="7180235" y="3077053"/>
                  <a:pt x="7169718" y="3070604"/>
                </a:cubicBezTo>
                <a:cubicBezTo>
                  <a:pt x="7159201" y="3064155"/>
                  <a:pt x="7147691" y="3060930"/>
                  <a:pt x="7135190" y="3060930"/>
                </a:cubicBezTo>
                <a:cubicBezTo>
                  <a:pt x="7124772" y="3060930"/>
                  <a:pt x="7115445" y="3063138"/>
                  <a:pt x="7107210" y="3067553"/>
                </a:cubicBezTo>
                <a:cubicBezTo>
                  <a:pt x="7098975" y="3071968"/>
                  <a:pt x="7091038" y="3078889"/>
                  <a:pt x="7083398" y="3088315"/>
                </a:cubicBezTo>
                <a:lnTo>
                  <a:pt x="7083398" y="3083403"/>
                </a:lnTo>
                <a:cubicBezTo>
                  <a:pt x="7083398" y="3076061"/>
                  <a:pt x="7081587" y="3070430"/>
                  <a:pt x="7077965" y="3066511"/>
                </a:cubicBezTo>
                <a:cubicBezTo>
                  <a:pt x="7074344" y="3062592"/>
                  <a:pt x="7069656" y="3060633"/>
                  <a:pt x="7063901" y="3060633"/>
                </a:cubicBezTo>
                <a:close/>
                <a:moveTo>
                  <a:pt x="6807024" y="3060633"/>
                </a:moveTo>
                <a:cubicBezTo>
                  <a:pt x="6793629" y="3060633"/>
                  <a:pt x="6782194" y="3062791"/>
                  <a:pt x="6772719" y="3067107"/>
                </a:cubicBezTo>
                <a:cubicBezTo>
                  <a:pt x="6763243" y="3071423"/>
                  <a:pt x="6756075" y="3077202"/>
                  <a:pt x="6751213" y="3084445"/>
                </a:cubicBezTo>
                <a:cubicBezTo>
                  <a:pt x="6746351" y="3091688"/>
                  <a:pt x="6743921" y="3099377"/>
                  <a:pt x="6743921" y="3107513"/>
                </a:cubicBezTo>
                <a:cubicBezTo>
                  <a:pt x="6743921" y="3116642"/>
                  <a:pt x="6746550" y="3124331"/>
                  <a:pt x="6751809" y="3130582"/>
                </a:cubicBezTo>
                <a:cubicBezTo>
                  <a:pt x="6757067" y="3136833"/>
                  <a:pt x="6764087" y="3141868"/>
                  <a:pt x="6772868" y="3145688"/>
                </a:cubicBezTo>
                <a:cubicBezTo>
                  <a:pt x="6781649" y="3149508"/>
                  <a:pt x="6793034" y="3153154"/>
                  <a:pt x="6807024" y="3156627"/>
                </a:cubicBezTo>
                <a:cubicBezTo>
                  <a:pt x="6819426" y="3159603"/>
                  <a:pt x="6828331" y="3162729"/>
                  <a:pt x="6833738" y="3166003"/>
                </a:cubicBezTo>
                <a:cubicBezTo>
                  <a:pt x="6839146" y="3169277"/>
                  <a:pt x="6841850" y="3174486"/>
                  <a:pt x="6841850" y="3181630"/>
                </a:cubicBezTo>
                <a:cubicBezTo>
                  <a:pt x="6841850" y="3186293"/>
                  <a:pt x="6839245" y="3190436"/>
                  <a:pt x="6834036" y="3194057"/>
                </a:cubicBezTo>
                <a:cubicBezTo>
                  <a:pt x="6828827" y="3197678"/>
                  <a:pt x="6822155" y="3199489"/>
                  <a:pt x="6814019" y="3199489"/>
                </a:cubicBezTo>
                <a:cubicBezTo>
                  <a:pt x="6803998" y="3199489"/>
                  <a:pt x="6796085" y="3197703"/>
                  <a:pt x="6790281" y="3194131"/>
                </a:cubicBezTo>
                <a:cubicBezTo>
                  <a:pt x="6784476" y="3190560"/>
                  <a:pt x="6779491" y="3185152"/>
                  <a:pt x="6775323" y="3177909"/>
                </a:cubicBezTo>
                <a:cubicBezTo>
                  <a:pt x="6773240" y="3174139"/>
                  <a:pt x="6771057" y="3171212"/>
                  <a:pt x="6768775" y="3169128"/>
                </a:cubicBezTo>
                <a:cubicBezTo>
                  <a:pt x="6766493" y="3167045"/>
                  <a:pt x="6763219" y="3166003"/>
                  <a:pt x="6758952" y="3166003"/>
                </a:cubicBezTo>
                <a:cubicBezTo>
                  <a:pt x="6754090" y="3166003"/>
                  <a:pt x="6750072" y="3167590"/>
                  <a:pt x="6746897" y="3170765"/>
                </a:cubicBezTo>
                <a:cubicBezTo>
                  <a:pt x="6743722" y="3173940"/>
                  <a:pt x="6742135" y="3177760"/>
                  <a:pt x="6742135" y="3182225"/>
                </a:cubicBezTo>
                <a:cubicBezTo>
                  <a:pt x="6742135" y="3188972"/>
                  <a:pt x="6744615" y="3195694"/>
                  <a:pt x="6749576" y="3202391"/>
                </a:cubicBezTo>
                <a:cubicBezTo>
                  <a:pt x="6754537" y="3209089"/>
                  <a:pt x="6762227" y="3214670"/>
                  <a:pt x="6772645" y="3219135"/>
                </a:cubicBezTo>
                <a:cubicBezTo>
                  <a:pt x="6783062" y="3223599"/>
                  <a:pt x="6795564" y="3225832"/>
                  <a:pt x="6810149" y="3225832"/>
                </a:cubicBezTo>
                <a:cubicBezTo>
                  <a:pt x="6825429" y="3225832"/>
                  <a:pt x="6838402" y="3223773"/>
                  <a:pt x="6849068" y="3219655"/>
                </a:cubicBezTo>
                <a:cubicBezTo>
                  <a:pt x="6859734" y="3215538"/>
                  <a:pt x="6867795" y="3209486"/>
                  <a:pt x="6873252" y="3201498"/>
                </a:cubicBezTo>
                <a:cubicBezTo>
                  <a:pt x="6878709" y="3193511"/>
                  <a:pt x="6881438" y="3183912"/>
                  <a:pt x="6881438" y="3172700"/>
                </a:cubicBezTo>
                <a:cubicBezTo>
                  <a:pt x="6881438" y="3165259"/>
                  <a:pt x="6879379" y="3158636"/>
                  <a:pt x="6875262" y="3152832"/>
                </a:cubicBezTo>
                <a:cubicBezTo>
                  <a:pt x="6871144" y="3147027"/>
                  <a:pt x="6865091" y="3141992"/>
                  <a:pt x="6857104" y="3137726"/>
                </a:cubicBezTo>
                <a:cubicBezTo>
                  <a:pt x="6849117" y="3133459"/>
                  <a:pt x="6838823" y="3129788"/>
                  <a:pt x="6826223" y="3126712"/>
                </a:cubicBezTo>
                <a:cubicBezTo>
                  <a:pt x="6815606" y="3124133"/>
                  <a:pt x="6807272" y="3121950"/>
                  <a:pt x="6801220" y="3120164"/>
                </a:cubicBezTo>
                <a:cubicBezTo>
                  <a:pt x="6795167" y="3118378"/>
                  <a:pt x="6790355" y="3116121"/>
                  <a:pt x="6786783" y="3113392"/>
                </a:cubicBezTo>
                <a:cubicBezTo>
                  <a:pt x="6783211" y="3110664"/>
                  <a:pt x="6781425" y="3107166"/>
                  <a:pt x="6781425" y="3102900"/>
                </a:cubicBezTo>
                <a:cubicBezTo>
                  <a:pt x="6781425" y="3098236"/>
                  <a:pt x="6783856" y="3094342"/>
                  <a:pt x="6788718" y="3091217"/>
                </a:cubicBezTo>
                <a:cubicBezTo>
                  <a:pt x="6793580" y="3088091"/>
                  <a:pt x="6799682" y="3086529"/>
                  <a:pt x="6807024" y="3086529"/>
                </a:cubicBezTo>
                <a:cubicBezTo>
                  <a:pt x="6814168" y="3086529"/>
                  <a:pt x="6819823" y="3087719"/>
                  <a:pt x="6823990" y="3090101"/>
                </a:cubicBezTo>
                <a:cubicBezTo>
                  <a:pt x="6828157" y="3092482"/>
                  <a:pt x="6831779" y="3095657"/>
                  <a:pt x="6834855" y="3099626"/>
                </a:cubicBezTo>
                <a:cubicBezTo>
                  <a:pt x="6838625" y="3104388"/>
                  <a:pt x="6841974" y="3107960"/>
                  <a:pt x="6844901" y="3110341"/>
                </a:cubicBezTo>
                <a:cubicBezTo>
                  <a:pt x="6847827" y="3112722"/>
                  <a:pt x="6851375" y="3113913"/>
                  <a:pt x="6855542" y="3113913"/>
                </a:cubicBezTo>
                <a:cubicBezTo>
                  <a:pt x="6861296" y="3113913"/>
                  <a:pt x="6865737" y="3112425"/>
                  <a:pt x="6868862" y="3109448"/>
                </a:cubicBezTo>
                <a:cubicBezTo>
                  <a:pt x="6871987" y="3106472"/>
                  <a:pt x="6873550" y="3102652"/>
                  <a:pt x="6873550" y="3097988"/>
                </a:cubicBezTo>
                <a:cubicBezTo>
                  <a:pt x="6873550" y="3093722"/>
                  <a:pt x="6872086" y="3089356"/>
                  <a:pt x="6869160" y="3084892"/>
                </a:cubicBezTo>
                <a:cubicBezTo>
                  <a:pt x="6866233" y="3080427"/>
                  <a:pt x="6861966" y="3076359"/>
                  <a:pt x="6856360" y="3072688"/>
                </a:cubicBezTo>
                <a:cubicBezTo>
                  <a:pt x="6850755" y="3069017"/>
                  <a:pt x="6843760" y="3066090"/>
                  <a:pt x="6835376" y="3063907"/>
                </a:cubicBezTo>
                <a:cubicBezTo>
                  <a:pt x="6826991" y="3061724"/>
                  <a:pt x="6817541" y="3060633"/>
                  <a:pt x="6807024" y="3060633"/>
                </a:cubicBezTo>
                <a:close/>
                <a:moveTo>
                  <a:pt x="6631109" y="3060633"/>
                </a:moveTo>
                <a:cubicBezTo>
                  <a:pt x="6619004" y="3060633"/>
                  <a:pt x="6607941" y="3062592"/>
                  <a:pt x="6597920" y="3066511"/>
                </a:cubicBezTo>
                <a:cubicBezTo>
                  <a:pt x="6587899" y="3070430"/>
                  <a:pt x="6579366" y="3076011"/>
                  <a:pt x="6572322" y="3083254"/>
                </a:cubicBezTo>
                <a:cubicBezTo>
                  <a:pt x="6565277" y="3090497"/>
                  <a:pt x="6559870" y="3099229"/>
                  <a:pt x="6556100" y="3109448"/>
                </a:cubicBezTo>
                <a:cubicBezTo>
                  <a:pt x="6552329" y="3119668"/>
                  <a:pt x="6550444" y="3130929"/>
                  <a:pt x="6550444" y="3143232"/>
                </a:cubicBezTo>
                <a:cubicBezTo>
                  <a:pt x="6550444" y="3155436"/>
                  <a:pt x="6552304" y="3166573"/>
                  <a:pt x="6556025" y="3176644"/>
                </a:cubicBezTo>
                <a:cubicBezTo>
                  <a:pt x="6559746" y="3186715"/>
                  <a:pt x="6565203" y="3195446"/>
                  <a:pt x="6572396" y="3202838"/>
                </a:cubicBezTo>
                <a:cubicBezTo>
                  <a:pt x="6579589" y="3210230"/>
                  <a:pt x="6588098" y="3215910"/>
                  <a:pt x="6597920" y="3219879"/>
                </a:cubicBezTo>
                <a:cubicBezTo>
                  <a:pt x="6607743" y="3223847"/>
                  <a:pt x="6618806" y="3225832"/>
                  <a:pt x="6631109" y="3225832"/>
                </a:cubicBezTo>
                <a:cubicBezTo>
                  <a:pt x="6643511" y="3225832"/>
                  <a:pt x="6654673" y="3223872"/>
                  <a:pt x="6664595" y="3219953"/>
                </a:cubicBezTo>
                <a:cubicBezTo>
                  <a:pt x="6674517" y="3216034"/>
                  <a:pt x="6683050" y="3210403"/>
                  <a:pt x="6690194" y="3203061"/>
                </a:cubicBezTo>
                <a:cubicBezTo>
                  <a:pt x="6697337" y="3195719"/>
                  <a:pt x="6702794" y="3186938"/>
                  <a:pt x="6706565" y="3176719"/>
                </a:cubicBezTo>
                <a:cubicBezTo>
                  <a:pt x="6710335" y="3166499"/>
                  <a:pt x="6712220" y="3155337"/>
                  <a:pt x="6712220" y="3143232"/>
                </a:cubicBezTo>
                <a:cubicBezTo>
                  <a:pt x="6712220" y="3131028"/>
                  <a:pt x="6710360" y="3119866"/>
                  <a:pt x="6706639" y="3109746"/>
                </a:cubicBezTo>
                <a:cubicBezTo>
                  <a:pt x="6702919" y="3099626"/>
                  <a:pt x="6697486" y="3090894"/>
                  <a:pt x="6690343" y="3083552"/>
                </a:cubicBezTo>
                <a:cubicBezTo>
                  <a:pt x="6683199" y="3076210"/>
                  <a:pt x="6674616" y="3070554"/>
                  <a:pt x="6664595" y="3066586"/>
                </a:cubicBezTo>
                <a:cubicBezTo>
                  <a:pt x="6654574" y="3062617"/>
                  <a:pt x="6643412" y="3060633"/>
                  <a:pt x="6631109" y="3060633"/>
                </a:cubicBezTo>
                <a:close/>
                <a:moveTo>
                  <a:pt x="6454599" y="3060633"/>
                </a:moveTo>
                <a:cubicBezTo>
                  <a:pt x="6441205" y="3060633"/>
                  <a:pt x="6429770" y="3062791"/>
                  <a:pt x="6420294" y="3067107"/>
                </a:cubicBezTo>
                <a:cubicBezTo>
                  <a:pt x="6410819" y="3071423"/>
                  <a:pt x="6403650" y="3077202"/>
                  <a:pt x="6398788" y="3084445"/>
                </a:cubicBezTo>
                <a:cubicBezTo>
                  <a:pt x="6393927" y="3091688"/>
                  <a:pt x="6391496" y="3099377"/>
                  <a:pt x="6391496" y="3107513"/>
                </a:cubicBezTo>
                <a:cubicBezTo>
                  <a:pt x="6391496" y="3116642"/>
                  <a:pt x="6394125" y="3124331"/>
                  <a:pt x="6399384" y="3130582"/>
                </a:cubicBezTo>
                <a:cubicBezTo>
                  <a:pt x="6404642" y="3136833"/>
                  <a:pt x="6411663" y="3141868"/>
                  <a:pt x="6420443" y="3145688"/>
                </a:cubicBezTo>
                <a:cubicBezTo>
                  <a:pt x="6429224" y="3149508"/>
                  <a:pt x="6440609" y="3153154"/>
                  <a:pt x="6454599" y="3156627"/>
                </a:cubicBezTo>
                <a:cubicBezTo>
                  <a:pt x="6467002" y="3159603"/>
                  <a:pt x="6475906" y="3162729"/>
                  <a:pt x="6481313" y="3166003"/>
                </a:cubicBezTo>
                <a:cubicBezTo>
                  <a:pt x="6486721" y="3169277"/>
                  <a:pt x="6489425" y="3174486"/>
                  <a:pt x="6489425" y="3181630"/>
                </a:cubicBezTo>
                <a:cubicBezTo>
                  <a:pt x="6489425" y="3186293"/>
                  <a:pt x="6486820" y="3190436"/>
                  <a:pt x="6481611" y="3194057"/>
                </a:cubicBezTo>
                <a:cubicBezTo>
                  <a:pt x="6476402" y="3197678"/>
                  <a:pt x="6469730" y="3199489"/>
                  <a:pt x="6461594" y="3199489"/>
                </a:cubicBezTo>
                <a:cubicBezTo>
                  <a:pt x="6451573" y="3199489"/>
                  <a:pt x="6443660" y="3197703"/>
                  <a:pt x="6437856" y="3194131"/>
                </a:cubicBezTo>
                <a:cubicBezTo>
                  <a:pt x="6432051" y="3190560"/>
                  <a:pt x="6427066" y="3185152"/>
                  <a:pt x="6422898" y="3177909"/>
                </a:cubicBezTo>
                <a:cubicBezTo>
                  <a:pt x="6420815" y="3174139"/>
                  <a:pt x="6418632" y="3171212"/>
                  <a:pt x="6416350" y="3169128"/>
                </a:cubicBezTo>
                <a:cubicBezTo>
                  <a:pt x="6414068" y="3167045"/>
                  <a:pt x="6410794" y="3166003"/>
                  <a:pt x="6406527" y="3166003"/>
                </a:cubicBezTo>
                <a:cubicBezTo>
                  <a:pt x="6401666" y="3166003"/>
                  <a:pt x="6397647" y="3167590"/>
                  <a:pt x="6394472" y="3170765"/>
                </a:cubicBezTo>
                <a:cubicBezTo>
                  <a:pt x="6391297" y="3173940"/>
                  <a:pt x="6389710" y="3177760"/>
                  <a:pt x="6389710" y="3182225"/>
                </a:cubicBezTo>
                <a:cubicBezTo>
                  <a:pt x="6389710" y="3188972"/>
                  <a:pt x="6392190" y="3195694"/>
                  <a:pt x="6397151" y="3202391"/>
                </a:cubicBezTo>
                <a:cubicBezTo>
                  <a:pt x="6402112" y="3209089"/>
                  <a:pt x="6409802" y="3214670"/>
                  <a:pt x="6420220" y="3219135"/>
                </a:cubicBezTo>
                <a:cubicBezTo>
                  <a:pt x="6430638" y="3223599"/>
                  <a:pt x="6443139" y="3225832"/>
                  <a:pt x="6457724" y="3225832"/>
                </a:cubicBezTo>
                <a:cubicBezTo>
                  <a:pt x="6473004" y="3225832"/>
                  <a:pt x="6485977" y="3223773"/>
                  <a:pt x="6496643" y="3219655"/>
                </a:cubicBezTo>
                <a:cubicBezTo>
                  <a:pt x="6507309" y="3215538"/>
                  <a:pt x="6515370" y="3209486"/>
                  <a:pt x="6520828" y="3201498"/>
                </a:cubicBezTo>
                <a:cubicBezTo>
                  <a:pt x="6526284" y="3193511"/>
                  <a:pt x="6529014" y="3183912"/>
                  <a:pt x="6529014" y="3172700"/>
                </a:cubicBezTo>
                <a:cubicBezTo>
                  <a:pt x="6529014" y="3165259"/>
                  <a:pt x="6526954" y="3158636"/>
                  <a:pt x="6522837" y="3152832"/>
                </a:cubicBezTo>
                <a:cubicBezTo>
                  <a:pt x="6518719" y="3147027"/>
                  <a:pt x="6512667" y="3141992"/>
                  <a:pt x="6504679" y="3137726"/>
                </a:cubicBezTo>
                <a:cubicBezTo>
                  <a:pt x="6496693" y="3133459"/>
                  <a:pt x="6486398" y="3129788"/>
                  <a:pt x="6473798" y="3126712"/>
                </a:cubicBezTo>
                <a:cubicBezTo>
                  <a:pt x="6463181" y="3124133"/>
                  <a:pt x="6454847" y="3121950"/>
                  <a:pt x="6448795" y="3120164"/>
                </a:cubicBezTo>
                <a:cubicBezTo>
                  <a:pt x="6442742" y="3118378"/>
                  <a:pt x="6437931" y="3116121"/>
                  <a:pt x="6434358" y="3113392"/>
                </a:cubicBezTo>
                <a:cubicBezTo>
                  <a:pt x="6430786" y="3110664"/>
                  <a:pt x="6429001" y="3107166"/>
                  <a:pt x="6429001" y="3102900"/>
                </a:cubicBezTo>
                <a:cubicBezTo>
                  <a:pt x="6429001" y="3098236"/>
                  <a:pt x="6431431" y="3094342"/>
                  <a:pt x="6436294" y="3091217"/>
                </a:cubicBezTo>
                <a:cubicBezTo>
                  <a:pt x="6441155" y="3088091"/>
                  <a:pt x="6447257" y="3086529"/>
                  <a:pt x="6454599" y="3086529"/>
                </a:cubicBezTo>
                <a:cubicBezTo>
                  <a:pt x="6461743" y="3086529"/>
                  <a:pt x="6467398" y="3087719"/>
                  <a:pt x="6471565" y="3090101"/>
                </a:cubicBezTo>
                <a:cubicBezTo>
                  <a:pt x="6475732" y="3092482"/>
                  <a:pt x="6479354" y="3095657"/>
                  <a:pt x="6482430" y="3099626"/>
                </a:cubicBezTo>
                <a:cubicBezTo>
                  <a:pt x="6486200" y="3104388"/>
                  <a:pt x="6489548" y="3107960"/>
                  <a:pt x="6492476" y="3110341"/>
                </a:cubicBezTo>
                <a:cubicBezTo>
                  <a:pt x="6495402" y="3112722"/>
                  <a:pt x="6498950" y="3113913"/>
                  <a:pt x="6503118" y="3113913"/>
                </a:cubicBezTo>
                <a:cubicBezTo>
                  <a:pt x="6508872" y="3113913"/>
                  <a:pt x="6513312" y="3112425"/>
                  <a:pt x="6516438" y="3109448"/>
                </a:cubicBezTo>
                <a:cubicBezTo>
                  <a:pt x="6519562" y="3106472"/>
                  <a:pt x="6521125" y="3102652"/>
                  <a:pt x="6521125" y="3097988"/>
                </a:cubicBezTo>
                <a:cubicBezTo>
                  <a:pt x="6521125" y="3093722"/>
                  <a:pt x="6519661" y="3089356"/>
                  <a:pt x="6516735" y="3084892"/>
                </a:cubicBezTo>
                <a:cubicBezTo>
                  <a:pt x="6513807" y="3080427"/>
                  <a:pt x="6509541" y="3076359"/>
                  <a:pt x="6503935" y="3072688"/>
                </a:cubicBezTo>
                <a:cubicBezTo>
                  <a:pt x="6498330" y="3069017"/>
                  <a:pt x="6491334" y="3066090"/>
                  <a:pt x="6482951" y="3063907"/>
                </a:cubicBezTo>
                <a:cubicBezTo>
                  <a:pt x="6474566" y="3061724"/>
                  <a:pt x="6465117" y="3060633"/>
                  <a:pt x="6454599" y="3060633"/>
                </a:cubicBezTo>
                <a:close/>
                <a:moveTo>
                  <a:pt x="6288209" y="3060633"/>
                </a:moveTo>
                <a:cubicBezTo>
                  <a:pt x="6276104" y="3060633"/>
                  <a:pt x="6265041" y="3062592"/>
                  <a:pt x="6255021" y="3066511"/>
                </a:cubicBezTo>
                <a:cubicBezTo>
                  <a:pt x="6244999" y="3070430"/>
                  <a:pt x="6236466" y="3076011"/>
                  <a:pt x="6229422" y="3083254"/>
                </a:cubicBezTo>
                <a:cubicBezTo>
                  <a:pt x="6222377" y="3090497"/>
                  <a:pt x="6216970" y="3099229"/>
                  <a:pt x="6213200" y="3109448"/>
                </a:cubicBezTo>
                <a:cubicBezTo>
                  <a:pt x="6209429" y="3119668"/>
                  <a:pt x="6207544" y="3130929"/>
                  <a:pt x="6207544" y="3143232"/>
                </a:cubicBezTo>
                <a:cubicBezTo>
                  <a:pt x="6207544" y="3155436"/>
                  <a:pt x="6209404" y="3166573"/>
                  <a:pt x="6213126" y="3176644"/>
                </a:cubicBezTo>
                <a:cubicBezTo>
                  <a:pt x="6216846" y="3186715"/>
                  <a:pt x="6222303" y="3195446"/>
                  <a:pt x="6229497" y="3202838"/>
                </a:cubicBezTo>
                <a:cubicBezTo>
                  <a:pt x="6236690" y="3210230"/>
                  <a:pt x="6245198" y="3215910"/>
                  <a:pt x="6255021" y="3219879"/>
                </a:cubicBezTo>
                <a:cubicBezTo>
                  <a:pt x="6264844" y="3223847"/>
                  <a:pt x="6275906" y="3225832"/>
                  <a:pt x="6288209" y="3225832"/>
                </a:cubicBezTo>
                <a:cubicBezTo>
                  <a:pt x="6300611" y="3225832"/>
                  <a:pt x="6311773" y="3223872"/>
                  <a:pt x="6321696" y="3219953"/>
                </a:cubicBezTo>
                <a:cubicBezTo>
                  <a:pt x="6331617" y="3216034"/>
                  <a:pt x="6340150" y="3210403"/>
                  <a:pt x="6347294" y="3203061"/>
                </a:cubicBezTo>
                <a:cubicBezTo>
                  <a:pt x="6354437" y="3195719"/>
                  <a:pt x="6359894" y="3186938"/>
                  <a:pt x="6363665" y="3176719"/>
                </a:cubicBezTo>
                <a:cubicBezTo>
                  <a:pt x="6367435" y="3166499"/>
                  <a:pt x="6369320" y="3155337"/>
                  <a:pt x="6369320" y="3143232"/>
                </a:cubicBezTo>
                <a:cubicBezTo>
                  <a:pt x="6369320" y="3131028"/>
                  <a:pt x="6367460" y="3119866"/>
                  <a:pt x="6363739" y="3109746"/>
                </a:cubicBezTo>
                <a:cubicBezTo>
                  <a:pt x="6360019" y="3099626"/>
                  <a:pt x="6354586" y="3090894"/>
                  <a:pt x="6347443" y="3083552"/>
                </a:cubicBezTo>
                <a:cubicBezTo>
                  <a:pt x="6340299" y="3076210"/>
                  <a:pt x="6331716" y="3070554"/>
                  <a:pt x="6321696" y="3066586"/>
                </a:cubicBezTo>
                <a:cubicBezTo>
                  <a:pt x="6311674" y="3062617"/>
                  <a:pt x="6300512" y="3060633"/>
                  <a:pt x="6288209" y="3060633"/>
                </a:cubicBezTo>
                <a:close/>
                <a:moveTo>
                  <a:pt x="5968824" y="3060633"/>
                </a:moveTo>
                <a:cubicBezTo>
                  <a:pt x="5955429" y="3060633"/>
                  <a:pt x="5943994" y="3062791"/>
                  <a:pt x="5934519" y="3067107"/>
                </a:cubicBezTo>
                <a:cubicBezTo>
                  <a:pt x="5925044" y="3071423"/>
                  <a:pt x="5917875" y="3077202"/>
                  <a:pt x="5913013" y="3084445"/>
                </a:cubicBezTo>
                <a:cubicBezTo>
                  <a:pt x="5908151" y="3091688"/>
                  <a:pt x="5905721" y="3099377"/>
                  <a:pt x="5905721" y="3107513"/>
                </a:cubicBezTo>
                <a:cubicBezTo>
                  <a:pt x="5905721" y="3116642"/>
                  <a:pt x="5908350" y="3124331"/>
                  <a:pt x="5913609" y="3130582"/>
                </a:cubicBezTo>
                <a:cubicBezTo>
                  <a:pt x="5918867" y="3136833"/>
                  <a:pt x="5925887" y="3141868"/>
                  <a:pt x="5934668" y="3145688"/>
                </a:cubicBezTo>
                <a:cubicBezTo>
                  <a:pt x="5943449" y="3149508"/>
                  <a:pt x="5954834" y="3153154"/>
                  <a:pt x="5968824" y="3156627"/>
                </a:cubicBezTo>
                <a:cubicBezTo>
                  <a:pt x="5981226" y="3159603"/>
                  <a:pt x="5990131" y="3162729"/>
                  <a:pt x="5995538" y="3166003"/>
                </a:cubicBezTo>
                <a:cubicBezTo>
                  <a:pt x="6000946" y="3169277"/>
                  <a:pt x="6003650" y="3174486"/>
                  <a:pt x="6003650" y="3181630"/>
                </a:cubicBezTo>
                <a:cubicBezTo>
                  <a:pt x="6003650" y="3186293"/>
                  <a:pt x="6001046" y="3190436"/>
                  <a:pt x="5995836" y="3194057"/>
                </a:cubicBezTo>
                <a:cubicBezTo>
                  <a:pt x="5990627" y="3197678"/>
                  <a:pt x="5983955" y="3199489"/>
                  <a:pt x="5975819" y="3199489"/>
                </a:cubicBezTo>
                <a:cubicBezTo>
                  <a:pt x="5965798" y="3199489"/>
                  <a:pt x="5957886" y="3197703"/>
                  <a:pt x="5952081" y="3194131"/>
                </a:cubicBezTo>
                <a:cubicBezTo>
                  <a:pt x="5946276" y="3190560"/>
                  <a:pt x="5941291" y="3185152"/>
                  <a:pt x="5937124" y="3177909"/>
                </a:cubicBezTo>
                <a:cubicBezTo>
                  <a:pt x="5935040" y="3174139"/>
                  <a:pt x="5932858" y="3171212"/>
                  <a:pt x="5930575" y="3169128"/>
                </a:cubicBezTo>
                <a:cubicBezTo>
                  <a:pt x="5928293" y="3167045"/>
                  <a:pt x="5925019" y="3166003"/>
                  <a:pt x="5920752" y="3166003"/>
                </a:cubicBezTo>
                <a:cubicBezTo>
                  <a:pt x="5915890" y="3166003"/>
                  <a:pt x="5911872" y="3167590"/>
                  <a:pt x="5908698" y="3170765"/>
                </a:cubicBezTo>
                <a:cubicBezTo>
                  <a:pt x="5905522" y="3173940"/>
                  <a:pt x="5903935" y="3177760"/>
                  <a:pt x="5903935" y="3182225"/>
                </a:cubicBezTo>
                <a:cubicBezTo>
                  <a:pt x="5903935" y="3188972"/>
                  <a:pt x="5906415" y="3195694"/>
                  <a:pt x="5911376" y="3202391"/>
                </a:cubicBezTo>
                <a:cubicBezTo>
                  <a:pt x="5916337" y="3209089"/>
                  <a:pt x="5924027" y="3214670"/>
                  <a:pt x="5934445" y="3219135"/>
                </a:cubicBezTo>
                <a:cubicBezTo>
                  <a:pt x="5944862" y="3223599"/>
                  <a:pt x="5957364" y="3225832"/>
                  <a:pt x="5971949" y="3225832"/>
                </a:cubicBezTo>
                <a:cubicBezTo>
                  <a:pt x="5987229" y="3225832"/>
                  <a:pt x="6000202" y="3223773"/>
                  <a:pt x="6010869" y="3219655"/>
                </a:cubicBezTo>
                <a:cubicBezTo>
                  <a:pt x="6021534" y="3215538"/>
                  <a:pt x="6029596" y="3209486"/>
                  <a:pt x="6035052" y="3201498"/>
                </a:cubicBezTo>
                <a:cubicBezTo>
                  <a:pt x="6040509" y="3193511"/>
                  <a:pt x="6043238" y="3183912"/>
                  <a:pt x="6043238" y="3172700"/>
                </a:cubicBezTo>
                <a:cubicBezTo>
                  <a:pt x="6043238" y="3165259"/>
                  <a:pt x="6041180" y="3158636"/>
                  <a:pt x="6037062" y="3152832"/>
                </a:cubicBezTo>
                <a:cubicBezTo>
                  <a:pt x="6032944" y="3147027"/>
                  <a:pt x="6026891" y="3141992"/>
                  <a:pt x="6018905" y="3137726"/>
                </a:cubicBezTo>
                <a:cubicBezTo>
                  <a:pt x="6010917" y="3133459"/>
                  <a:pt x="6000623" y="3129788"/>
                  <a:pt x="5988023" y="3126712"/>
                </a:cubicBezTo>
                <a:cubicBezTo>
                  <a:pt x="5977406" y="3124133"/>
                  <a:pt x="5969072" y="3121950"/>
                  <a:pt x="5963020" y="3120164"/>
                </a:cubicBezTo>
                <a:cubicBezTo>
                  <a:pt x="5956967" y="3118378"/>
                  <a:pt x="5952155" y="3116121"/>
                  <a:pt x="5948584" y="3113392"/>
                </a:cubicBezTo>
                <a:cubicBezTo>
                  <a:pt x="5945011" y="3110664"/>
                  <a:pt x="5943225" y="3107166"/>
                  <a:pt x="5943225" y="3102900"/>
                </a:cubicBezTo>
                <a:cubicBezTo>
                  <a:pt x="5943225" y="3098236"/>
                  <a:pt x="5945656" y="3094342"/>
                  <a:pt x="5950518" y="3091217"/>
                </a:cubicBezTo>
                <a:cubicBezTo>
                  <a:pt x="5955380" y="3088091"/>
                  <a:pt x="5961482" y="3086529"/>
                  <a:pt x="5968824" y="3086529"/>
                </a:cubicBezTo>
                <a:cubicBezTo>
                  <a:pt x="5975968" y="3086529"/>
                  <a:pt x="5981623" y="3087719"/>
                  <a:pt x="5985790" y="3090101"/>
                </a:cubicBezTo>
                <a:cubicBezTo>
                  <a:pt x="5989958" y="3092482"/>
                  <a:pt x="5993579" y="3095657"/>
                  <a:pt x="5996655" y="3099626"/>
                </a:cubicBezTo>
                <a:cubicBezTo>
                  <a:pt x="6000426" y="3104388"/>
                  <a:pt x="6003773" y="3107960"/>
                  <a:pt x="6006701" y="3110341"/>
                </a:cubicBezTo>
                <a:cubicBezTo>
                  <a:pt x="6009627" y="3112722"/>
                  <a:pt x="6013175" y="3113913"/>
                  <a:pt x="6017342" y="3113913"/>
                </a:cubicBezTo>
                <a:cubicBezTo>
                  <a:pt x="6023096" y="3113913"/>
                  <a:pt x="6027537" y="3112425"/>
                  <a:pt x="6030662" y="3109448"/>
                </a:cubicBezTo>
                <a:cubicBezTo>
                  <a:pt x="6033787" y="3106472"/>
                  <a:pt x="6035350" y="3102652"/>
                  <a:pt x="6035350" y="3097988"/>
                </a:cubicBezTo>
                <a:cubicBezTo>
                  <a:pt x="6035350" y="3093722"/>
                  <a:pt x="6033886" y="3089356"/>
                  <a:pt x="6030960" y="3084892"/>
                </a:cubicBezTo>
                <a:cubicBezTo>
                  <a:pt x="6028032" y="3080427"/>
                  <a:pt x="6023766" y="3076359"/>
                  <a:pt x="6018161" y="3072688"/>
                </a:cubicBezTo>
                <a:cubicBezTo>
                  <a:pt x="6012554" y="3069017"/>
                  <a:pt x="6005560" y="3066090"/>
                  <a:pt x="5997176" y="3063907"/>
                </a:cubicBezTo>
                <a:cubicBezTo>
                  <a:pt x="5988791" y="3061724"/>
                  <a:pt x="5979341" y="3060633"/>
                  <a:pt x="5968824" y="3060633"/>
                </a:cubicBezTo>
                <a:close/>
                <a:moveTo>
                  <a:pt x="5802434" y="3060633"/>
                </a:moveTo>
                <a:cubicBezTo>
                  <a:pt x="5790330" y="3060633"/>
                  <a:pt x="5779267" y="3062592"/>
                  <a:pt x="5769245" y="3066511"/>
                </a:cubicBezTo>
                <a:cubicBezTo>
                  <a:pt x="5759224" y="3070430"/>
                  <a:pt x="5750692" y="3076011"/>
                  <a:pt x="5743647" y="3083254"/>
                </a:cubicBezTo>
                <a:cubicBezTo>
                  <a:pt x="5736603" y="3090497"/>
                  <a:pt x="5731195" y="3099229"/>
                  <a:pt x="5727425" y="3109448"/>
                </a:cubicBezTo>
                <a:cubicBezTo>
                  <a:pt x="5723655" y="3119668"/>
                  <a:pt x="5721770" y="3130929"/>
                  <a:pt x="5721770" y="3143232"/>
                </a:cubicBezTo>
                <a:cubicBezTo>
                  <a:pt x="5721770" y="3155436"/>
                  <a:pt x="5723629" y="3166573"/>
                  <a:pt x="5727350" y="3176644"/>
                </a:cubicBezTo>
                <a:cubicBezTo>
                  <a:pt x="5731072" y="3186715"/>
                  <a:pt x="5736528" y="3195446"/>
                  <a:pt x="5743721" y="3202838"/>
                </a:cubicBezTo>
                <a:cubicBezTo>
                  <a:pt x="5750915" y="3210230"/>
                  <a:pt x="5759423" y="3215910"/>
                  <a:pt x="5769245" y="3219879"/>
                </a:cubicBezTo>
                <a:cubicBezTo>
                  <a:pt x="5779068" y="3223847"/>
                  <a:pt x="5790131" y="3225832"/>
                  <a:pt x="5802434" y="3225832"/>
                </a:cubicBezTo>
                <a:cubicBezTo>
                  <a:pt x="5814836" y="3225832"/>
                  <a:pt x="5825998" y="3223872"/>
                  <a:pt x="5835920" y="3219953"/>
                </a:cubicBezTo>
                <a:cubicBezTo>
                  <a:pt x="5845842" y="3216034"/>
                  <a:pt x="5854376" y="3210403"/>
                  <a:pt x="5861519" y="3203061"/>
                </a:cubicBezTo>
                <a:cubicBezTo>
                  <a:pt x="5868662" y="3195719"/>
                  <a:pt x="5874119" y="3186938"/>
                  <a:pt x="5877891" y="3176719"/>
                </a:cubicBezTo>
                <a:cubicBezTo>
                  <a:pt x="5881661" y="3166499"/>
                  <a:pt x="5883546" y="3155337"/>
                  <a:pt x="5883546" y="3143232"/>
                </a:cubicBezTo>
                <a:cubicBezTo>
                  <a:pt x="5883546" y="3131028"/>
                  <a:pt x="5881685" y="3119866"/>
                  <a:pt x="5877964" y="3109746"/>
                </a:cubicBezTo>
                <a:cubicBezTo>
                  <a:pt x="5874244" y="3099626"/>
                  <a:pt x="5868812" y="3090894"/>
                  <a:pt x="5861668" y="3083552"/>
                </a:cubicBezTo>
                <a:cubicBezTo>
                  <a:pt x="5854524" y="3076210"/>
                  <a:pt x="5845942" y="3070554"/>
                  <a:pt x="5835920" y="3066586"/>
                </a:cubicBezTo>
                <a:cubicBezTo>
                  <a:pt x="5825899" y="3062617"/>
                  <a:pt x="5814738" y="3060633"/>
                  <a:pt x="5802434" y="3060633"/>
                </a:cubicBezTo>
                <a:close/>
                <a:moveTo>
                  <a:pt x="5349103" y="3060633"/>
                </a:moveTo>
                <a:cubicBezTo>
                  <a:pt x="5343250" y="3060633"/>
                  <a:pt x="5338636" y="3062543"/>
                  <a:pt x="5335263" y="3066362"/>
                </a:cubicBezTo>
                <a:cubicBezTo>
                  <a:pt x="5331889" y="3070182"/>
                  <a:pt x="5330202" y="3075962"/>
                  <a:pt x="5330202" y="3083701"/>
                </a:cubicBezTo>
                <a:lnTo>
                  <a:pt x="5330202" y="3201126"/>
                </a:lnTo>
                <a:cubicBezTo>
                  <a:pt x="5330202" y="3209064"/>
                  <a:pt x="5332087" y="3215166"/>
                  <a:pt x="5335858" y="3219432"/>
                </a:cubicBezTo>
                <a:cubicBezTo>
                  <a:pt x="5339628" y="3223699"/>
                  <a:pt x="5344440" y="3225832"/>
                  <a:pt x="5350295" y="3225832"/>
                </a:cubicBezTo>
                <a:cubicBezTo>
                  <a:pt x="5356346" y="3225832"/>
                  <a:pt x="5361283" y="3223773"/>
                  <a:pt x="5365103" y="3219655"/>
                </a:cubicBezTo>
                <a:cubicBezTo>
                  <a:pt x="5368922" y="3215538"/>
                  <a:pt x="5370832" y="3209361"/>
                  <a:pt x="5370832" y="3201126"/>
                </a:cubicBezTo>
                <a:lnTo>
                  <a:pt x="5370832" y="3150227"/>
                </a:lnTo>
                <a:cubicBezTo>
                  <a:pt x="5370832" y="3133658"/>
                  <a:pt x="5371824" y="3122347"/>
                  <a:pt x="5373810" y="3116294"/>
                </a:cubicBezTo>
                <a:cubicBezTo>
                  <a:pt x="5376588" y="3108754"/>
                  <a:pt x="5380953" y="3102825"/>
                  <a:pt x="5386907" y="3098509"/>
                </a:cubicBezTo>
                <a:cubicBezTo>
                  <a:pt x="5392859" y="3094193"/>
                  <a:pt x="5399457" y="3092035"/>
                  <a:pt x="5406700" y="3092035"/>
                </a:cubicBezTo>
                <a:cubicBezTo>
                  <a:pt x="5417812" y="3092035"/>
                  <a:pt x="5425229" y="3095582"/>
                  <a:pt x="5428950" y="3102677"/>
                </a:cubicBezTo>
                <a:cubicBezTo>
                  <a:pt x="5432671" y="3109771"/>
                  <a:pt x="5434531" y="3120015"/>
                  <a:pt x="5434531" y="3133410"/>
                </a:cubicBezTo>
                <a:lnTo>
                  <a:pt x="5434531" y="3201126"/>
                </a:lnTo>
                <a:cubicBezTo>
                  <a:pt x="5434531" y="3209064"/>
                  <a:pt x="5436416" y="3215166"/>
                  <a:pt x="5440186" y="3219432"/>
                </a:cubicBezTo>
                <a:cubicBezTo>
                  <a:pt x="5443957" y="3223699"/>
                  <a:pt x="5448868" y="3225832"/>
                  <a:pt x="5454920" y="3225832"/>
                </a:cubicBezTo>
                <a:cubicBezTo>
                  <a:pt x="5460874" y="3225832"/>
                  <a:pt x="5465710" y="3223748"/>
                  <a:pt x="5469432" y="3219581"/>
                </a:cubicBezTo>
                <a:cubicBezTo>
                  <a:pt x="5473152" y="3215414"/>
                  <a:pt x="5475012" y="3209262"/>
                  <a:pt x="5475012" y="3201126"/>
                </a:cubicBezTo>
                <a:lnTo>
                  <a:pt x="5475012" y="3125522"/>
                </a:lnTo>
                <a:cubicBezTo>
                  <a:pt x="5475012" y="3116592"/>
                  <a:pt x="5474615" y="3109250"/>
                  <a:pt x="5473822" y="3103495"/>
                </a:cubicBezTo>
                <a:cubicBezTo>
                  <a:pt x="5473028" y="3097740"/>
                  <a:pt x="5471292" y="3092383"/>
                  <a:pt x="5468612" y="3087422"/>
                </a:cubicBezTo>
                <a:cubicBezTo>
                  <a:pt x="5464445" y="3078889"/>
                  <a:pt x="5458145" y="3072291"/>
                  <a:pt x="5449711" y="3067627"/>
                </a:cubicBezTo>
                <a:cubicBezTo>
                  <a:pt x="5441278" y="3062964"/>
                  <a:pt x="5431703" y="3060633"/>
                  <a:pt x="5420988" y="3060633"/>
                </a:cubicBezTo>
                <a:cubicBezTo>
                  <a:pt x="5409974" y="3060633"/>
                  <a:pt x="5400227" y="3062840"/>
                  <a:pt x="5391743" y="3067255"/>
                </a:cubicBezTo>
                <a:cubicBezTo>
                  <a:pt x="5383260" y="3071671"/>
                  <a:pt x="5375447" y="3078591"/>
                  <a:pt x="5368302" y="3088017"/>
                </a:cubicBezTo>
                <a:lnTo>
                  <a:pt x="5368302" y="3083106"/>
                </a:lnTo>
                <a:cubicBezTo>
                  <a:pt x="5368302" y="3078244"/>
                  <a:pt x="5367434" y="3074126"/>
                  <a:pt x="5365698" y="3070753"/>
                </a:cubicBezTo>
                <a:cubicBezTo>
                  <a:pt x="5363961" y="3067379"/>
                  <a:pt x="5361655" y="3064849"/>
                  <a:pt x="5358777" y="3063163"/>
                </a:cubicBezTo>
                <a:cubicBezTo>
                  <a:pt x="5355900" y="3061476"/>
                  <a:pt x="5352676" y="3060633"/>
                  <a:pt x="5349103" y="3060633"/>
                </a:cubicBezTo>
                <a:close/>
                <a:moveTo>
                  <a:pt x="4903214" y="3060633"/>
                </a:moveTo>
                <a:cubicBezTo>
                  <a:pt x="4890018" y="3060633"/>
                  <a:pt x="4883420" y="3069761"/>
                  <a:pt x="4883420" y="3088017"/>
                </a:cubicBezTo>
                <a:lnTo>
                  <a:pt x="4883420" y="3201126"/>
                </a:lnTo>
                <a:cubicBezTo>
                  <a:pt x="4883420" y="3209262"/>
                  <a:pt x="4885306" y="3215414"/>
                  <a:pt x="4889076" y="3219581"/>
                </a:cubicBezTo>
                <a:cubicBezTo>
                  <a:pt x="4892846" y="3223748"/>
                  <a:pt x="4897659" y="3225832"/>
                  <a:pt x="4903512" y="3225832"/>
                </a:cubicBezTo>
                <a:cubicBezTo>
                  <a:pt x="4909465" y="3225832"/>
                  <a:pt x="4914377" y="3223773"/>
                  <a:pt x="4918246" y="3219655"/>
                </a:cubicBezTo>
                <a:cubicBezTo>
                  <a:pt x="4922116" y="3215538"/>
                  <a:pt x="4924050" y="3209361"/>
                  <a:pt x="4924050" y="3201126"/>
                </a:cubicBezTo>
                <a:lnTo>
                  <a:pt x="4924050" y="3167194"/>
                </a:lnTo>
                <a:cubicBezTo>
                  <a:pt x="4924050" y="3154990"/>
                  <a:pt x="4924448" y="3144646"/>
                  <a:pt x="4925241" y="3136163"/>
                </a:cubicBezTo>
                <a:cubicBezTo>
                  <a:pt x="4926035" y="3127680"/>
                  <a:pt x="4927474" y="3120362"/>
                  <a:pt x="4929557" y="3114211"/>
                </a:cubicBezTo>
                <a:cubicBezTo>
                  <a:pt x="4931641" y="3108059"/>
                  <a:pt x="4934568" y="3103421"/>
                  <a:pt x="4938338" y="3100295"/>
                </a:cubicBezTo>
                <a:cubicBezTo>
                  <a:pt x="4942108" y="3097170"/>
                  <a:pt x="4946971" y="3095607"/>
                  <a:pt x="4952923" y="3095607"/>
                </a:cubicBezTo>
                <a:cubicBezTo>
                  <a:pt x="4957289" y="3095607"/>
                  <a:pt x="4962325" y="3096525"/>
                  <a:pt x="4968029" y="3098361"/>
                </a:cubicBezTo>
                <a:cubicBezTo>
                  <a:pt x="4973734" y="3100196"/>
                  <a:pt x="4977331" y="3101114"/>
                  <a:pt x="4978820" y="3101114"/>
                </a:cubicBezTo>
                <a:cubicBezTo>
                  <a:pt x="4982788" y="3101114"/>
                  <a:pt x="4986484" y="3099502"/>
                  <a:pt x="4989907" y="3096277"/>
                </a:cubicBezTo>
                <a:cubicBezTo>
                  <a:pt x="4993330" y="3093052"/>
                  <a:pt x="4995042" y="3088960"/>
                  <a:pt x="4995042" y="3083999"/>
                </a:cubicBezTo>
                <a:cubicBezTo>
                  <a:pt x="4995042" y="3076954"/>
                  <a:pt x="4991024" y="3071299"/>
                  <a:pt x="4982986" y="3067032"/>
                </a:cubicBezTo>
                <a:cubicBezTo>
                  <a:pt x="4974950" y="3062766"/>
                  <a:pt x="4966665" y="3060633"/>
                  <a:pt x="4958132" y="3060633"/>
                </a:cubicBezTo>
                <a:cubicBezTo>
                  <a:pt x="4949599" y="3060633"/>
                  <a:pt x="4942778" y="3062766"/>
                  <a:pt x="4937669" y="3067032"/>
                </a:cubicBezTo>
                <a:cubicBezTo>
                  <a:pt x="4932558" y="3071299"/>
                  <a:pt x="4927573" y="3077599"/>
                  <a:pt x="4922712" y="3085933"/>
                </a:cubicBezTo>
                <a:cubicBezTo>
                  <a:pt x="4922413" y="3077599"/>
                  <a:pt x="4920776" y="3071299"/>
                  <a:pt x="4917800" y="3067032"/>
                </a:cubicBezTo>
                <a:cubicBezTo>
                  <a:pt x="4914823" y="3062766"/>
                  <a:pt x="4909961" y="3060633"/>
                  <a:pt x="4903214" y="3060633"/>
                </a:cubicBezTo>
                <a:close/>
                <a:moveTo>
                  <a:pt x="4773734" y="3060633"/>
                </a:moveTo>
                <a:cubicBezTo>
                  <a:pt x="4761629" y="3060633"/>
                  <a:pt x="4750566" y="3062592"/>
                  <a:pt x="4740546" y="3066511"/>
                </a:cubicBezTo>
                <a:cubicBezTo>
                  <a:pt x="4730524" y="3070430"/>
                  <a:pt x="4721991" y="3076011"/>
                  <a:pt x="4714947" y="3083254"/>
                </a:cubicBezTo>
                <a:cubicBezTo>
                  <a:pt x="4707902" y="3090497"/>
                  <a:pt x="4702495" y="3099229"/>
                  <a:pt x="4698725" y="3109448"/>
                </a:cubicBezTo>
                <a:cubicBezTo>
                  <a:pt x="4694954" y="3119668"/>
                  <a:pt x="4693069" y="3130929"/>
                  <a:pt x="4693069" y="3143232"/>
                </a:cubicBezTo>
                <a:cubicBezTo>
                  <a:pt x="4693069" y="3155436"/>
                  <a:pt x="4694930" y="3166573"/>
                  <a:pt x="4698651" y="3176644"/>
                </a:cubicBezTo>
                <a:cubicBezTo>
                  <a:pt x="4702371" y="3186715"/>
                  <a:pt x="4707829" y="3195446"/>
                  <a:pt x="4715021" y="3202838"/>
                </a:cubicBezTo>
                <a:cubicBezTo>
                  <a:pt x="4722215" y="3210230"/>
                  <a:pt x="4730723" y="3215910"/>
                  <a:pt x="4740546" y="3219879"/>
                </a:cubicBezTo>
                <a:cubicBezTo>
                  <a:pt x="4750369" y="3223847"/>
                  <a:pt x="4761431" y="3225832"/>
                  <a:pt x="4773734" y="3225832"/>
                </a:cubicBezTo>
                <a:cubicBezTo>
                  <a:pt x="4786136" y="3225832"/>
                  <a:pt x="4797298" y="3223872"/>
                  <a:pt x="4807221" y="3219953"/>
                </a:cubicBezTo>
                <a:cubicBezTo>
                  <a:pt x="4817143" y="3216034"/>
                  <a:pt x="4825675" y="3210403"/>
                  <a:pt x="4832819" y="3203061"/>
                </a:cubicBezTo>
                <a:cubicBezTo>
                  <a:pt x="4839963" y="3195719"/>
                  <a:pt x="4845420" y="3186938"/>
                  <a:pt x="4849190" y="3176719"/>
                </a:cubicBezTo>
                <a:cubicBezTo>
                  <a:pt x="4852960" y="3166499"/>
                  <a:pt x="4854845" y="3155337"/>
                  <a:pt x="4854845" y="3143232"/>
                </a:cubicBezTo>
                <a:cubicBezTo>
                  <a:pt x="4854845" y="3131028"/>
                  <a:pt x="4852985" y="3119866"/>
                  <a:pt x="4849264" y="3109746"/>
                </a:cubicBezTo>
                <a:cubicBezTo>
                  <a:pt x="4845544" y="3099626"/>
                  <a:pt x="4840111" y="3090894"/>
                  <a:pt x="4832968" y="3083552"/>
                </a:cubicBezTo>
                <a:cubicBezTo>
                  <a:pt x="4825824" y="3076210"/>
                  <a:pt x="4817241" y="3070554"/>
                  <a:pt x="4807221" y="3066586"/>
                </a:cubicBezTo>
                <a:cubicBezTo>
                  <a:pt x="4797199" y="3062617"/>
                  <a:pt x="4786037" y="3060633"/>
                  <a:pt x="4773734" y="3060633"/>
                </a:cubicBezTo>
                <a:close/>
                <a:moveTo>
                  <a:pt x="4120975" y="3060633"/>
                </a:moveTo>
                <a:cubicBezTo>
                  <a:pt x="4107580" y="3060633"/>
                  <a:pt x="4096144" y="3062791"/>
                  <a:pt x="4086670" y="3067107"/>
                </a:cubicBezTo>
                <a:cubicBezTo>
                  <a:pt x="4077194" y="3071423"/>
                  <a:pt x="4070025" y="3077202"/>
                  <a:pt x="4065163" y="3084445"/>
                </a:cubicBezTo>
                <a:cubicBezTo>
                  <a:pt x="4060302" y="3091688"/>
                  <a:pt x="4057872" y="3099377"/>
                  <a:pt x="4057872" y="3107513"/>
                </a:cubicBezTo>
                <a:cubicBezTo>
                  <a:pt x="4057872" y="3116642"/>
                  <a:pt x="4060501" y="3124331"/>
                  <a:pt x="4065760" y="3130582"/>
                </a:cubicBezTo>
                <a:cubicBezTo>
                  <a:pt x="4071017" y="3136833"/>
                  <a:pt x="4078038" y="3141868"/>
                  <a:pt x="4086818" y="3145688"/>
                </a:cubicBezTo>
                <a:cubicBezTo>
                  <a:pt x="4095600" y="3149508"/>
                  <a:pt x="4106984" y="3153154"/>
                  <a:pt x="4120975" y="3156627"/>
                </a:cubicBezTo>
                <a:cubicBezTo>
                  <a:pt x="4133377" y="3159603"/>
                  <a:pt x="4142282" y="3162729"/>
                  <a:pt x="4147690" y="3166003"/>
                </a:cubicBezTo>
                <a:cubicBezTo>
                  <a:pt x="4153097" y="3169277"/>
                  <a:pt x="4155801" y="3174486"/>
                  <a:pt x="4155801" y="3181630"/>
                </a:cubicBezTo>
                <a:cubicBezTo>
                  <a:pt x="4155801" y="3186293"/>
                  <a:pt x="4153196" y="3190436"/>
                  <a:pt x="4147987" y="3194057"/>
                </a:cubicBezTo>
                <a:cubicBezTo>
                  <a:pt x="4142777" y="3197678"/>
                  <a:pt x="4136105" y="3199489"/>
                  <a:pt x="4127969" y="3199489"/>
                </a:cubicBezTo>
                <a:cubicBezTo>
                  <a:pt x="4117949" y="3199489"/>
                  <a:pt x="4110035" y="3197703"/>
                  <a:pt x="4104232" y="3194131"/>
                </a:cubicBezTo>
                <a:cubicBezTo>
                  <a:pt x="4098427" y="3190560"/>
                  <a:pt x="4093441" y="3185152"/>
                  <a:pt x="4089274" y="3177909"/>
                </a:cubicBezTo>
                <a:cubicBezTo>
                  <a:pt x="4087190" y="3174139"/>
                  <a:pt x="4085008" y="3171212"/>
                  <a:pt x="4082726" y="3169128"/>
                </a:cubicBezTo>
                <a:cubicBezTo>
                  <a:pt x="4080443" y="3167045"/>
                  <a:pt x="4077169" y="3166003"/>
                  <a:pt x="4072904" y="3166003"/>
                </a:cubicBezTo>
                <a:cubicBezTo>
                  <a:pt x="4068041" y="3166003"/>
                  <a:pt x="4064022" y="3167590"/>
                  <a:pt x="4060848" y="3170765"/>
                </a:cubicBezTo>
                <a:cubicBezTo>
                  <a:pt x="4057672" y="3173940"/>
                  <a:pt x="4056086" y="3177760"/>
                  <a:pt x="4056086" y="3182225"/>
                </a:cubicBezTo>
                <a:cubicBezTo>
                  <a:pt x="4056086" y="3188972"/>
                  <a:pt x="4058566" y="3195694"/>
                  <a:pt x="4063527" y="3202391"/>
                </a:cubicBezTo>
                <a:cubicBezTo>
                  <a:pt x="4068488" y="3209089"/>
                  <a:pt x="4076177" y="3214670"/>
                  <a:pt x="4086595" y="3219135"/>
                </a:cubicBezTo>
                <a:cubicBezTo>
                  <a:pt x="4097013" y="3223599"/>
                  <a:pt x="4109515" y="3225832"/>
                  <a:pt x="4124101" y="3225832"/>
                </a:cubicBezTo>
                <a:cubicBezTo>
                  <a:pt x="4139379" y="3225832"/>
                  <a:pt x="4152353" y="3223773"/>
                  <a:pt x="4163018" y="3219655"/>
                </a:cubicBezTo>
                <a:cubicBezTo>
                  <a:pt x="4173685" y="3215538"/>
                  <a:pt x="4181746" y="3209486"/>
                  <a:pt x="4187204" y="3201498"/>
                </a:cubicBezTo>
                <a:cubicBezTo>
                  <a:pt x="4192660" y="3193511"/>
                  <a:pt x="4195389" y="3183912"/>
                  <a:pt x="4195389" y="3172700"/>
                </a:cubicBezTo>
                <a:cubicBezTo>
                  <a:pt x="4195389" y="3165259"/>
                  <a:pt x="4193331" y="3158636"/>
                  <a:pt x="4189212" y="3152832"/>
                </a:cubicBezTo>
                <a:cubicBezTo>
                  <a:pt x="4185094" y="3147027"/>
                  <a:pt x="4179042" y="3141992"/>
                  <a:pt x="4171055" y="3137726"/>
                </a:cubicBezTo>
                <a:cubicBezTo>
                  <a:pt x="4163069" y="3133459"/>
                  <a:pt x="4152774" y="3129788"/>
                  <a:pt x="4140173" y="3126712"/>
                </a:cubicBezTo>
                <a:cubicBezTo>
                  <a:pt x="4129557" y="3124133"/>
                  <a:pt x="4121224" y="3121950"/>
                  <a:pt x="4115171" y="3120164"/>
                </a:cubicBezTo>
                <a:cubicBezTo>
                  <a:pt x="4109118" y="3118378"/>
                  <a:pt x="4104306" y="3116121"/>
                  <a:pt x="4100734" y="3113392"/>
                </a:cubicBezTo>
                <a:cubicBezTo>
                  <a:pt x="4097161" y="3110664"/>
                  <a:pt x="4095377" y="3107166"/>
                  <a:pt x="4095377" y="3102900"/>
                </a:cubicBezTo>
                <a:cubicBezTo>
                  <a:pt x="4095377" y="3098236"/>
                  <a:pt x="4097807" y="3094342"/>
                  <a:pt x="4102669" y="3091217"/>
                </a:cubicBezTo>
                <a:cubicBezTo>
                  <a:pt x="4107530" y="3088091"/>
                  <a:pt x="4113632" y="3086529"/>
                  <a:pt x="4120975" y="3086529"/>
                </a:cubicBezTo>
                <a:cubicBezTo>
                  <a:pt x="4128119" y="3086529"/>
                  <a:pt x="4133773" y="3087719"/>
                  <a:pt x="4137942" y="3090101"/>
                </a:cubicBezTo>
                <a:cubicBezTo>
                  <a:pt x="4142108" y="3092482"/>
                  <a:pt x="4145729" y="3095657"/>
                  <a:pt x="4148805" y="3099626"/>
                </a:cubicBezTo>
                <a:cubicBezTo>
                  <a:pt x="4152575" y="3104388"/>
                  <a:pt x="4155924" y="3107960"/>
                  <a:pt x="4158851" y="3110341"/>
                </a:cubicBezTo>
                <a:cubicBezTo>
                  <a:pt x="4161779" y="3112722"/>
                  <a:pt x="4165325" y="3113913"/>
                  <a:pt x="4169492" y="3113913"/>
                </a:cubicBezTo>
                <a:cubicBezTo>
                  <a:pt x="4175247" y="3113913"/>
                  <a:pt x="4179687" y="3112425"/>
                  <a:pt x="4182814" y="3109448"/>
                </a:cubicBezTo>
                <a:cubicBezTo>
                  <a:pt x="4185938" y="3106472"/>
                  <a:pt x="4187501" y="3102652"/>
                  <a:pt x="4187501" y="3097988"/>
                </a:cubicBezTo>
                <a:cubicBezTo>
                  <a:pt x="4187501" y="3093722"/>
                  <a:pt x="4186037" y="3089356"/>
                  <a:pt x="4183111" y="3084892"/>
                </a:cubicBezTo>
                <a:cubicBezTo>
                  <a:pt x="4180184" y="3080427"/>
                  <a:pt x="4175917" y="3076359"/>
                  <a:pt x="4170311" y="3072688"/>
                </a:cubicBezTo>
                <a:cubicBezTo>
                  <a:pt x="4164705" y="3069017"/>
                  <a:pt x="4157711" y="3066090"/>
                  <a:pt x="4149326" y="3063907"/>
                </a:cubicBezTo>
                <a:cubicBezTo>
                  <a:pt x="4140943" y="3061724"/>
                  <a:pt x="4131492" y="3060633"/>
                  <a:pt x="4120975" y="3060633"/>
                </a:cubicBezTo>
                <a:close/>
                <a:moveTo>
                  <a:pt x="3728069" y="3060633"/>
                </a:moveTo>
                <a:cubicBezTo>
                  <a:pt x="3724598" y="3060633"/>
                  <a:pt x="3721372" y="3061501"/>
                  <a:pt x="3718396" y="3063237"/>
                </a:cubicBezTo>
                <a:cubicBezTo>
                  <a:pt x="3715420" y="3064973"/>
                  <a:pt x="3713086" y="3067206"/>
                  <a:pt x="3711402" y="3069934"/>
                </a:cubicBezTo>
                <a:cubicBezTo>
                  <a:pt x="3709715" y="3072663"/>
                  <a:pt x="3708872" y="3075416"/>
                  <a:pt x="3708872" y="3078194"/>
                </a:cubicBezTo>
                <a:cubicBezTo>
                  <a:pt x="3708872" y="3079980"/>
                  <a:pt x="3709192" y="3082113"/>
                  <a:pt x="3709838" y="3084594"/>
                </a:cubicBezTo>
                <a:cubicBezTo>
                  <a:pt x="3710482" y="3087074"/>
                  <a:pt x="3711278" y="3089505"/>
                  <a:pt x="3712218" y="3091886"/>
                </a:cubicBezTo>
                <a:cubicBezTo>
                  <a:pt x="3713162" y="3094268"/>
                  <a:pt x="3714078" y="3096649"/>
                  <a:pt x="3714974" y="3099030"/>
                </a:cubicBezTo>
                <a:lnTo>
                  <a:pt x="3753668" y="3194727"/>
                </a:lnTo>
                <a:cubicBezTo>
                  <a:pt x="3757537" y="3203954"/>
                  <a:pt x="3760290" y="3210130"/>
                  <a:pt x="3761927" y="3213256"/>
                </a:cubicBezTo>
                <a:cubicBezTo>
                  <a:pt x="3763565" y="3216381"/>
                  <a:pt x="3766094" y="3219259"/>
                  <a:pt x="3769517" y="3221888"/>
                </a:cubicBezTo>
                <a:cubicBezTo>
                  <a:pt x="3772940" y="3224517"/>
                  <a:pt x="3777529" y="3225832"/>
                  <a:pt x="3783285" y="3225832"/>
                </a:cubicBezTo>
                <a:cubicBezTo>
                  <a:pt x="3787749" y="3225832"/>
                  <a:pt x="3791544" y="3224988"/>
                  <a:pt x="3794669" y="3223302"/>
                </a:cubicBezTo>
                <a:cubicBezTo>
                  <a:pt x="3797795" y="3221615"/>
                  <a:pt x="3800424" y="3219259"/>
                  <a:pt x="3802558" y="3216232"/>
                </a:cubicBezTo>
                <a:cubicBezTo>
                  <a:pt x="3804690" y="3213206"/>
                  <a:pt x="3806626" y="3209560"/>
                  <a:pt x="3808361" y="3205294"/>
                </a:cubicBezTo>
                <a:cubicBezTo>
                  <a:pt x="3810098" y="3201027"/>
                  <a:pt x="3811512" y="3197505"/>
                  <a:pt x="3812603" y="3194727"/>
                </a:cubicBezTo>
                <a:lnTo>
                  <a:pt x="3851595" y="3097988"/>
                </a:lnTo>
                <a:cubicBezTo>
                  <a:pt x="3852688" y="3095310"/>
                  <a:pt x="3853655" y="3092928"/>
                  <a:pt x="3854497" y="3090845"/>
                </a:cubicBezTo>
                <a:cubicBezTo>
                  <a:pt x="3855342" y="3088761"/>
                  <a:pt x="3856086" y="3086529"/>
                  <a:pt x="3856731" y="3084147"/>
                </a:cubicBezTo>
                <a:cubicBezTo>
                  <a:pt x="3857375" y="3081766"/>
                  <a:pt x="3857698" y="3079683"/>
                  <a:pt x="3857698" y="3077897"/>
                </a:cubicBezTo>
                <a:cubicBezTo>
                  <a:pt x="3857698" y="3073333"/>
                  <a:pt x="3855887" y="3069314"/>
                  <a:pt x="3852266" y="3065842"/>
                </a:cubicBezTo>
                <a:cubicBezTo>
                  <a:pt x="3848645" y="3062369"/>
                  <a:pt x="3844253" y="3060633"/>
                  <a:pt x="3839095" y="3060633"/>
                </a:cubicBezTo>
                <a:cubicBezTo>
                  <a:pt x="3833638" y="3060633"/>
                  <a:pt x="3829570" y="3062245"/>
                  <a:pt x="3826891" y="3065469"/>
                </a:cubicBezTo>
                <a:cubicBezTo>
                  <a:pt x="3824212" y="3068694"/>
                  <a:pt x="3821483" y="3074176"/>
                  <a:pt x="3818704" y="3081915"/>
                </a:cubicBezTo>
                <a:lnTo>
                  <a:pt x="3783285" y="3178207"/>
                </a:lnTo>
                <a:lnTo>
                  <a:pt x="3750392" y="3085933"/>
                </a:lnTo>
                <a:cubicBezTo>
                  <a:pt x="3747317" y="3076805"/>
                  <a:pt x="3744515" y="3070306"/>
                  <a:pt x="3741984" y="3066437"/>
                </a:cubicBezTo>
                <a:cubicBezTo>
                  <a:pt x="3739454" y="3062567"/>
                  <a:pt x="3734816" y="3060633"/>
                  <a:pt x="3728069" y="3060633"/>
                </a:cubicBezTo>
                <a:close/>
                <a:moveTo>
                  <a:pt x="10851725" y="3060335"/>
                </a:moveTo>
                <a:cubicBezTo>
                  <a:pt x="10839521" y="3060335"/>
                  <a:pt x="10828409" y="3062294"/>
                  <a:pt x="10818388" y="3066214"/>
                </a:cubicBezTo>
                <a:cubicBezTo>
                  <a:pt x="10808367" y="3070133"/>
                  <a:pt x="10799933" y="3075763"/>
                  <a:pt x="10793087" y="3083106"/>
                </a:cubicBezTo>
                <a:cubicBezTo>
                  <a:pt x="10786241" y="3090448"/>
                  <a:pt x="10781032" y="3099253"/>
                  <a:pt x="10777460" y="3109523"/>
                </a:cubicBezTo>
                <a:cubicBezTo>
                  <a:pt x="10773888" y="3119792"/>
                  <a:pt x="10772103" y="3130929"/>
                  <a:pt x="10772103" y="3142935"/>
                </a:cubicBezTo>
                <a:cubicBezTo>
                  <a:pt x="10772103" y="3168434"/>
                  <a:pt x="10779345" y="3188625"/>
                  <a:pt x="10793831" y="3203508"/>
                </a:cubicBezTo>
                <a:cubicBezTo>
                  <a:pt x="10808317" y="3218390"/>
                  <a:pt x="10828607" y="3225832"/>
                  <a:pt x="10854702" y="3225832"/>
                </a:cubicBezTo>
                <a:cubicBezTo>
                  <a:pt x="10866113" y="3225832"/>
                  <a:pt x="10876207" y="3224344"/>
                  <a:pt x="10884989" y="3221367"/>
                </a:cubicBezTo>
                <a:cubicBezTo>
                  <a:pt x="10893769" y="3218390"/>
                  <a:pt x="10901062" y="3214645"/>
                  <a:pt x="10906866" y="3210130"/>
                </a:cubicBezTo>
                <a:cubicBezTo>
                  <a:pt x="10912671" y="3205616"/>
                  <a:pt x="10917011" y="3200903"/>
                  <a:pt x="10919889" y="3195992"/>
                </a:cubicBezTo>
                <a:cubicBezTo>
                  <a:pt x="10922767" y="3191080"/>
                  <a:pt x="10924205" y="3186789"/>
                  <a:pt x="10924205" y="3183118"/>
                </a:cubicBezTo>
                <a:cubicBezTo>
                  <a:pt x="10924205" y="3178951"/>
                  <a:pt x="10922915" y="3175726"/>
                  <a:pt x="10920335" y="3173444"/>
                </a:cubicBezTo>
                <a:cubicBezTo>
                  <a:pt x="10917755" y="3171162"/>
                  <a:pt x="10914382" y="3170021"/>
                  <a:pt x="10910215" y="3170021"/>
                </a:cubicBezTo>
                <a:cubicBezTo>
                  <a:pt x="10906345" y="3170021"/>
                  <a:pt x="10903369" y="3170914"/>
                  <a:pt x="10901285" y="3172700"/>
                </a:cubicBezTo>
                <a:cubicBezTo>
                  <a:pt x="10896225" y="3177463"/>
                  <a:pt x="10892108" y="3181233"/>
                  <a:pt x="10888933" y="3184011"/>
                </a:cubicBezTo>
                <a:cubicBezTo>
                  <a:pt x="10885757" y="3186789"/>
                  <a:pt x="10882285" y="3189394"/>
                  <a:pt x="10878515" y="3191825"/>
                </a:cubicBezTo>
                <a:cubicBezTo>
                  <a:pt x="10874745" y="3194255"/>
                  <a:pt x="10870850" y="3196041"/>
                  <a:pt x="10866831" y="3197182"/>
                </a:cubicBezTo>
                <a:cubicBezTo>
                  <a:pt x="10862813" y="3198323"/>
                  <a:pt x="10858373" y="3198894"/>
                  <a:pt x="10853511" y="3198894"/>
                </a:cubicBezTo>
                <a:cubicBezTo>
                  <a:pt x="10846269" y="3198894"/>
                  <a:pt x="10839646" y="3197108"/>
                  <a:pt x="10833643" y="3193536"/>
                </a:cubicBezTo>
                <a:cubicBezTo>
                  <a:pt x="10827640" y="3189964"/>
                  <a:pt x="10822829" y="3184656"/>
                  <a:pt x="10819207" y="3177612"/>
                </a:cubicBezTo>
                <a:cubicBezTo>
                  <a:pt x="10815585" y="3170567"/>
                  <a:pt x="10813725" y="3162431"/>
                  <a:pt x="10813625" y="3153204"/>
                </a:cubicBezTo>
                <a:lnTo>
                  <a:pt x="10893099" y="3153204"/>
                </a:lnTo>
                <a:cubicBezTo>
                  <a:pt x="10903717" y="3153204"/>
                  <a:pt x="10911951" y="3151691"/>
                  <a:pt x="10917805" y="3148664"/>
                </a:cubicBezTo>
                <a:cubicBezTo>
                  <a:pt x="10923659" y="3145638"/>
                  <a:pt x="10926586" y="3139015"/>
                  <a:pt x="10926586" y="3128796"/>
                </a:cubicBezTo>
                <a:cubicBezTo>
                  <a:pt x="10926586" y="3117783"/>
                  <a:pt x="10923758" y="3106968"/>
                  <a:pt x="10918103" y="3096351"/>
                </a:cubicBezTo>
                <a:cubicBezTo>
                  <a:pt x="10912447" y="3085735"/>
                  <a:pt x="10903939" y="3077078"/>
                  <a:pt x="10892579" y="3070381"/>
                </a:cubicBezTo>
                <a:cubicBezTo>
                  <a:pt x="10881219" y="3063684"/>
                  <a:pt x="10867601" y="3060335"/>
                  <a:pt x="10851725" y="3060335"/>
                </a:cubicBezTo>
                <a:close/>
                <a:moveTo>
                  <a:pt x="10299275" y="3060335"/>
                </a:moveTo>
                <a:cubicBezTo>
                  <a:pt x="10287071" y="3060335"/>
                  <a:pt x="10275959" y="3062294"/>
                  <a:pt x="10265938" y="3066214"/>
                </a:cubicBezTo>
                <a:cubicBezTo>
                  <a:pt x="10255917" y="3070133"/>
                  <a:pt x="10247483" y="3075763"/>
                  <a:pt x="10240637" y="3083106"/>
                </a:cubicBezTo>
                <a:cubicBezTo>
                  <a:pt x="10233791" y="3090448"/>
                  <a:pt x="10228582" y="3099253"/>
                  <a:pt x="10225010" y="3109523"/>
                </a:cubicBezTo>
                <a:cubicBezTo>
                  <a:pt x="10221438" y="3119792"/>
                  <a:pt x="10219653" y="3130929"/>
                  <a:pt x="10219653" y="3142935"/>
                </a:cubicBezTo>
                <a:cubicBezTo>
                  <a:pt x="10219653" y="3168434"/>
                  <a:pt x="10226895" y="3188625"/>
                  <a:pt x="10241381" y="3203508"/>
                </a:cubicBezTo>
                <a:cubicBezTo>
                  <a:pt x="10255867" y="3218390"/>
                  <a:pt x="10276157" y="3225832"/>
                  <a:pt x="10302252" y="3225832"/>
                </a:cubicBezTo>
                <a:cubicBezTo>
                  <a:pt x="10313663" y="3225832"/>
                  <a:pt x="10323757" y="3224344"/>
                  <a:pt x="10332539" y="3221367"/>
                </a:cubicBezTo>
                <a:cubicBezTo>
                  <a:pt x="10341319" y="3218390"/>
                  <a:pt x="10348612" y="3214645"/>
                  <a:pt x="10354416" y="3210130"/>
                </a:cubicBezTo>
                <a:cubicBezTo>
                  <a:pt x="10360221" y="3205616"/>
                  <a:pt x="10364561" y="3200903"/>
                  <a:pt x="10367439" y="3195992"/>
                </a:cubicBezTo>
                <a:cubicBezTo>
                  <a:pt x="10370317" y="3191080"/>
                  <a:pt x="10371755" y="3186789"/>
                  <a:pt x="10371755" y="3183118"/>
                </a:cubicBezTo>
                <a:cubicBezTo>
                  <a:pt x="10371755" y="3178951"/>
                  <a:pt x="10370465" y="3175726"/>
                  <a:pt x="10367885" y="3173444"/>
                </a:cubicBezTo>
                <a:cubicBezTo>
                  <a:pt x="10365305" y="3171162"/>
                  <a:pt x="10361932" y="3170021"/>
                  <a:pt x="10357765" y="3170021"/>
                </a:cubicBezTo>
                <a:cubicBezTo>
                  <a:pt x="10353895" y="3170021"/>
                  <a:pt x="10350919" y="3170914"/>
                  <a:pt x="10348835" y="3172700"/>
                </a:cubicBezTo>
                <a:cubicBezTo>
                  <a:pt x="10343775" y="3177463"/>
                  <a:pt x="10339658" y="3181233"/>
                  <a:pt x="10336483" y="3184011"/>
                </a:cubicBezTo>
                <a:cubicBezTo>
                  <a:pt x="10333307" y="3186789"/>
                  <a:pt x="10329835" y="3189394"/>
                  <a:pt x="10326065" y="3191825"/>
                </a:cubicBezTo>
                <a:cubicBezTo>
                  <a:pt x="10322295" y="3194255"/>
                  <a:pt x="10318400" y="3196041"/>
                  <a:pt x="10314381" y="3197182"/>
                </a:cubicBezTo>
                <a:cubicBezTo>
                  <a:pt x="10310363" y="3198323"/>
                  <a:pt x="10305923" y="3198894"/>
                  <a:pt x="10301061" y="3198894"/>
                </a:cubicBezTo>
                <a:cubicBezTo>
                  <a:pt x="10293819" y="3198894"/>
                  <a:pt x="10287196" y="3197108"/>
                  <a:pt x="10281193" y="3193536"/>
                </a:cubicBezTo>
                <a:cubicBezTo>
                  <a:pt x="10275190" y="3189964"/>
                  <a:pt x="10270379" y="3184656"/>
                  <a:pt x="10266757" y="3177612"/>
                </a:cubicBezTo>
                <a:cubicBezTo>
                  <a:pt x="10263135" y="3170567"/>
                  <a:pt x="10261275" y="3162431"/>
                  <a:pt x="10261175" y="3153204"/>
                </a:cubicBezTo>
                <a:lnTo>
                  <a:pt x="10340649" y="3153204"/>
                </a:lnTo>
                <a:cubicBezTo>
                  <a:pt x="10351267" y="3153204"/>
                  <a:pt x="10359501" y="3151691"/>
                  <a:pt x="10365355" y="3148664"/>
                </a:cubicBezTo>
                <a:cubicBezTo>
                  <a:pt x="10371209" y="3145638"/>
                  <a:pt x="10374136" y="3139015"/>
                  <a:pt x="10374136" y="3128796"/>
                </a:cubicBezTo>
                <a:cubicBezTo>
                  <a:pt x="10374136" y="3117783"/>
                  <a:pt x="10371308" y="3106968"/>
                  <a:pt x="10365653" y="3096351"/>
                </a:cubicBezTo>
                <a:cubicBezTo>
                  <a:pt x="10359997" y="3085735"/>
                  <a:pt x="10351489" y="3077078"/>
                  <a:pt x="10340129" y="3070381"/>
                </a:cubicBezTo>
                <a:cubicBezTo>
                  <a:pt x="10328769" y="3063684"/>
                  <a:pt x="10315151" y="3060335"/>
                  <a:pt x="10299275" y="3060335"/>
                </a:cubicBezTo>
                <a:close/>
                <a:moveTo>
                  <a:pt x="9927801" y="3060335"/>
                </a:moveTo>
                <a:cubicBezTo>
                  <a:pt x="9915597" y="3060335"/>
                  <a:pt x="9904485" y="3062294"/>
                  <a:pt x="9894463" y="3066214"/>
                </a:cubicBezTo>
                <a:cubicBezTo>
                  <a:pt x="9884442" y="3070133"/>
                  <a:pt x="9876008" y="3075763"/>
                  <a:pt x="9869162" y="3083106"/>
                </a:cubicBezTo>
                <a:cubicBezTo>
                  <a:pt x="9862316" y="3090448"/>
                  <a:pt x="9857107" y="3099253"/>
                  <a:pt x="9853535" y="3109523"/>
                </a:cubicBezTo>
                <a:cubicBezTo>
                  <a:pt x="9849963" y="3119792"/>
                  <a:pt x="9848177" y="3130929"/>
                  <a:pt x="9848177" y="3142935"/>
                </a:cubicBezTo>
                <a:cubicBezTo>
                  <a:pt x="9848177" y="3168434"/>
                  <a:pt x="9855421" y="3188625"/>
                  <a:pt x="9869906" y="3203508"/>
                </a:cubicBezTo>
                <a:cubicBezTo>
                  <a:pt x="9884393" y="3218390"/>
                  <a:pt x="9904683" y="3225832"/>
                  <a:pt x="9930777" y="3225832"/>
                </a:cubicBezTo>
                <a:cubicBezTo>
                  <a:pt x="9942187" y="3225832"/>
                  <a:pt x="9952283" y="3224344"/>
                  <a:pt x="9961063" y="3221367"/>
                </a:cubicBezTo>
                <a:cubicBezTo>
                  <a:pt x="9969845" y="3218390"/>
                  <a:pt x="9977137" y="3214645"/>
                  <a:pt x="9982941" y="3210130"/>
                </a:cubicBezTo>
                <a:cubicBezTo>
                  <a:pt x="9988745" y="3205616"/>
                  <a:pt x="9993087" y="3200903"/>
                  <a:pt x="9995963" y="3195992"/>
                </a:cubicBezTo>
                <a:cubicBezTo>
                  <a:pt x="9998841" y="3191080"/>
                  <a:pt x="10000279" y="3186789"/>
                  <a:pt x="10000279" y="3183118"/>
                </a:cubicBezTo>
                <a:cubicBezTo>
                  <a:pt x="10000279" y="3178951"/>
                  <a:pt x="9998990" y="3175726"/>
                  <a:pt x="9996410" y="3173444"/>
                </a:cubicBezTo>
                <a:cubicBezTo>
                  <a:pt x="9993831" y="3171162"/>
                  <a:pt x="9990457" y="3170021"/>
                  <a:pt x="9986290" y="3170021"/>
                </a:cubicBezTo>
                <a:cubicBezTo>
                  <a:pt x="9982421" y="3170021"/>
                  <a:pt x="9979443" y="3170914"/>
                  <a:pt x="9977360" y="3172700"/>
                </a:cubicBezTo>
                <a:cubicBezTo>
                  <a:pt x="9972300" y="3177463"/>
                  <a:pt x="9968183" y="3181233"/>
                  <a:pt x="9965007" y="3184011"/>
                </a:cubicBezTo>
                <a:cubicBezTo>
                  <a:pt x="9961833" y="3186789"/>
                  <a:pt x="9958360" y="3189394"/>
                  <a:pt x="9954589" y="3191825"/>
                </a:cubicBezTo>
                <a:cubicBezTo>
                  <a:pt x="9950819" y="3194255"/>
                  <a:pt x="9946925" y="3196041"/>
                  <a:pt x="9942907" y="3197182"/>
                </a:cubicBezTo>
                <a:cubicBezTo>
                  <a:pt x="9938888" y="3198323"/>
                  <a:pt x="9934448" y="3198894"/>
                  <a:pt x="9929587" y="3198894"/>
                </a:cubicBezTo>
                <a:cubicBezTo>
                  <a:pt x="9922343" y="3198894"/>
                  <a:pt x="9915721" y="3197108"/>
                  <a:pt x="9909717" y="3193536"/>
                </a:cubicBezTo>
                <a:cubicBezTo>
                  <a:pt x="9903715" y="3189964"/>
                  <a:pt x="9898903" y="3184656"/>
                  <a:pt x="9895281" y="3177612"/>
                </a:cubicBezTo>
                <a:cubicBezTo>
                  <a:pt x="9891660" y="3170567"/>
                  <a:pt x="9889800" y="3162431"/>
                  <a:pt x="9889701" y="3153204"/>
                </a:cubicBezTo>
                <a:lnTo>
                  <a:pt x="9969175" y="3153204"/>
                </a:lnTo>
                <a:cubicBezTo>
                  <a:pt x="9979791" y="3153204"/>
                  <a:pt x="9988027" y="3151691"/>
                  <a:pt x="9993880" y="3148664"/>
                </a:cubicBezTo>
                <a:cubicBezTo>
                  <a:pt x="9999735" y="3145638"/>
                  <a:pt x="10002661" y="3139015"/>
                  <a:pt x="10002661" y="3128796"/>
                </a:cubicBezTo>
                <a:cubicBezTo>
                  <a:pt x="10002661" y="3117783"/>
                  <a:pt x="9999833" y="3106968"/>
                  <a:pt x="9994177" y="3096351"/>
                </a:cubicBezTo>
                <a:cubicBezTo>
                  <a:pt x="9988522" y="3085735"/>
                  <a:pt x="9980015" y="3077078"/>
                  <a:pt x="9968653" y="3070381"/>
                </a:cubicBezTo>
                <a:cubicBezTo>
                  <a:pt x="9957293" y="3063684"/>
                  <a:pt x="9943675" y="3060335"/>
                  <a:pt x="9927801" y="3060335"/>
                </a:cubicBezTo>
                <a:close/>
                <a:moveTo>
                  <a:pt x="9261051" y="3060335"/>
                </a:moveTo>
                <a:cubicBezTo>
                  <a:pt x="9248847" y="3060335"/>
                  <a:pt x="9237735" y="3062294"/>
                  <a:pt x="9227713" y="3066214"/>
                </a:cubicBezTo>
                <a:cubicBezTo>
                  <a:pt x="9217692" y="3070133"/>
                  <a:pt x="9209258" y="3075763"/>
                  <a:pt x="9202412" y="3083106"/>
                </a:cubicBezTo>
                <a:cubicBezTo>
                  <a:pt x="9195566" y="3090448"/>
                  <a:pt x="9190357" y="3099253"/>
                  <a:pt x="9186785" y="3109523"/>
                </a:cubicBezTo>
                <a:cubicBezTo>
                  <a:pt x="9183213" y="3119792"/>
                  <a:pt x="9181427" y="3130929"/>
                  <a:pt x="9181427" y="3142935"/>
                </a:cubicBezTo>
                <a:cubicBezTo>
                  <a:pt x="9181427" y="3168434"/>
                  <a:pt x="9188671" y="3188625"/>
                  <a:pt x="9203156" y="3203508"/>
                </a:cubicBezTo>
                <a:cubicBezTo>
                  <a:pt x="9217643" y="3218390"/>
                  <a:pt x="9237933" y="3225832"/>
                  <a:pt x="9264027" y="3225832"/>
                </a:cubicBezTo>
                <a:cubicBezTo>
                  <a:pt x="9275437" y="3225832"/>
                  <a:pt x="9285533" y="3224344"/>
                  <a:pt x="9294313" y="3221367"/>
                </a:cubicBezTo>
                <a:cubicBezTo>
                  <a:pt x="9303095" y="3218390"/>
                  <a:pt x="9310387" y="3214645"/>
                  <a:pt x="9316191" y="3210130"/>
                </a:cubicBezTo>
                <a:cubicBezTo>
                  <a:pt x="9321995" y="3205616"/>
                  <a:pt x="9326337" y="3200903"/>
                  <a:pt x="9329213" y="3195992"/>
                </a:cubicBezTo>
                <a:cubicBezTo>
                  <a:pt x="9332091" y="3191080"/>
                  <a:pt x="9333529" y="3186789"/>
                  <a:pt x="9333529" y="3183118"/>
                </a:cubicBezTo>
                <a:cubicBezTo>
                  <a:pt x="9333529" y="3178951"/>
                  <a:pt x="9332240" y="3175726"/>
                  <a:pt x="9329660" y="3173444"/>
                </a:cubicBezTo>
                <a:cubicBezTo>
                  <a:pt x="9327081" y="3171162"/>
                  <a:pt x="9323707" y="3170021"/>
                  <a:pt x="9319540" y="3170021"/>
                </a:cubicBezTo>
                <a:cubicBezTo>
                  <a:pt x="9315671" y="3170021"/>
                  <a:pt x="9312693" y="3170914"/>
                  <a:pt x="9310610" y="3172700"/>
                </a:cubicBezTo>
                <a:cubicBezTo>
                  <a:pt x="9305550" y="3177463"/>
                  <a:pt x="9301433" y="3181233"/>
                  <a:pt x="9298257" y="3184011"/>
                </a:cubicBezTo>
                <a:cubicBezTo>
                  <a:pt x="9295083" y="3186789"/>
                  <a:pt x="9291610" y="3189394"/>
                  <a:pt x="9287839" y="3191825"/>
                </a:cubicBezTo>
                <a:cubicBezTo>
                  <a:pt x="9284069" y="3194255"/>
                  <a:pt x="9280175" y="3196041"/>
                  <a:pt x="9276157" y="3197182"/>
                </a:cubicBezTo>
                <a:cubicBezTo>
                  <a:pt x="9272138" y="3198323"/>
                  <a:pt x="9267698" y="3198894"/>
                  <a:pt x="9262837" y="3198894"/>
                </a:cubicBezTo>
                <a:cubicBezTo>
                  <a:pt x="9255593" y="3198894"/>
                  <a:pt x="9248971" y="3197108"/>
                  <a:pt x="9242967" y="3193536"/>
                </a:cubicBezTo>
                <a:cubicBezTo>
                  <a:pt x="9236965" y="3189964"/>
                  <a:pt x="9232153" y="3184656"/>
                  <a:pt x="9228531" y="3177612"/>
                </a:cubicBezTo>
                <a:cubicBezTo>
                  <a:pt x="9224910" y="3170567"/>
                  <a:pt x="9223050" y="3162431"/>
                  <a:pt x="9222951" y="3153204"/>
                </a:cubicBezTo>
                <a:lnTo>
                  <a:pt x="9302425" y="3153204"/>
                </a:lnTo>
                <a:cubicBezTo>
                  <a:pt x="9313041" y="3153204"/>
                  <a:pt x="9321277" y="3151691"/>
                  <a:pt x="9327130" y="3148664"/>
                </a:cubicBezTo>
                <a:cubicBezTo>
                  <a:pt x="9332985" y="3145638"/>
                  <a:pt x="9335911" y="3139015"/>
                  <a:pt x="9335911" y="3128796"/>
                </a:cubicBezTo>
                <a:cubicBezTo>
                  <a:pt x="9335911" y="3117783"/>
                  <a:pt x="9333083" y="3106968"/>
                  <a:pt x="9327427" y="3096351"/>
                </a:cubicBezTo>
                <a:cubicBezTo>
                  <a:pt x="9321772" y="3085735"/>
                  <a:pt x="9313265" y="3077078"/>
                  <a:pt x="9301903" y="3070381"/>
                </a:cubicBezTo>
                <a:cubicBezTo>
                  <a:pt x="9290543" y="3063684"/>
                  <a:pt x="9276925" y="3060335"/>
                  <a:pt x="9261051" y="3060335"/>
                </a:cubicBezTo>
                <a:close/>
                <a:moveTo>
                  <a:pt x="8899101" y="3060335"/>
                </a:moveTo>
                <a:cubicBezTo>
                  <a:pt x="8886897" y="3060335"/>
                  <a:pt x="8875785" y="3062294"/>
                  <a:pt x="8865763" y="3066214"/>
                </a:cubicBezTo>
                <a:cubicBezTo>
                  <a:pt x="8855742" y="3070133"/>
                  <a:pt x="8847308" y="3075763"/>
                  <a:pt x="8840462" y="3083106"/>
                </a:cubicBezTo>
                <a:cubicBezTo>
                  <a:pt x="8833616" y="3090448"/>
                  <a:pt x="8828407" y="3099253"/>
                  <a:pt x="8824835" y="3109523"/>
                </a:cubicBezTo>
                <a:cubicBezTo>
                  <a:pt x="8821263" y="3119792"/>
                  <a:pt x="8819478" y="3130929"/>
                  <a:pt x="8819478" y="3142935"/>
                </a:cubicBezTo>
                <a:cubicBezTo>
                  <a:pt x="8819478" y="3168434"/>
                  <a:pt x="8826721" y="3188625"/>
                  <a:pt x="8841206" y="3203508"/>
                </a:cubicBezTo>
                <a:cubicBezTo>
                  <a:pt x="8855693" y="3218390"/>
                  <a:pt x="8875983" y="3225832"/>
                  <a:pt x="8902077" y="3225832"/>
                </a:cubicBezTo>
                <a:cubicBezTo>
                  <a:pt x="8913487" y="3225832"/>
                  <a:pt x="8923583" y="3224344"/>
                  <a:pt x="8932363" y="3221367"/>
                </a:cubicBezTo>
                <a:cubicBezTo>
                  <a:pt x="8941145" y="3218390"/>
                  <a:pt x="8948437" y="3214645"/>
                  <a:pt x="8954241" y="3210130"/>
                </a:cubicBezTo>
                <a:cubicBezTo>
                  <a:pt x="8960045" y="3205616"/>
                  <a:pt x="8964387" y="3200903"/>
                  <a:pt x="8967263" y="3195992"/>
                </a:cubicBezTo>
                <a:cubicBezTo>
                  <a:pt x="8970141" y="3191080"/>
                  <a:pt x="8971579" y="3186789"/>
                  <a:pt x="8971579" y="3183118"/>
                </a:cubicBezTo>
                <a:cubicBezTo>
                  <a:pt x="8971579" y="3178951"/>
                  <a:pt x="8970290" y="3175726"/>
                  <a:pt x="8967710" y="3173444"/>
                </a:cubicBezTo>
                <a:cubicBezTo>
                  <a:pt x="8965131" y="3171162"/>
                  <a:pt x="8961757" y="3170021"/>
                  <a:pt x="8957590" y="3170021"/>
                </a:cubicBezTo>
                <a:cubicBezTo>
                  <a:pt x="8953721" y="3170021"/>
                  <a:pt x="8950743" y="3170914"/>
                  <a:pt x="8948660" y="3172700"/>
                </a:cubicBezTo>
                <a:cubicBezTo>
                  <a:pt x="8943600" y="3177463"/>
                  <a:pt x="8939483" y="3181233"/>
                  <a:pt x="8936307" y="3184011"/>
                </a:cubicBezTo>
                <a:cubicBezTo>
                  <a:pt x="8933133" y="3186789"/>
                  <a:pt x="8929660" y="3189394"/>
                  <a:pt x="8925889" y="3191825"/>
                </a:cubicBezTo>
                <a:cubicBezTo>
                  <a:pt x="8922119" y="3194255"/>
                  <a:pt x="8918225" y="3196041"/>
                  <a:pt x="8914207" y="3197182"/>
                </a:cubicBezTo>
                <a:cubicBezTo>
                  <a:pt x="8910188" y="3198323"/>
                  <a:pt x="8905748" y="3198894"/>
                  <a:pt x="8900887" y="3198894"/>
                </a:cubicBezTo>
                <a:cubicBezTo>
                  <a:pt x="8893643" y="3198894"/>
                  <a:pt x="8887021" y="3197108"/>
                  <a:pt x="8881017" y="3193536"/>
                </a:cubicBezTo>
                <a:cubicBezTo>
                  <a:pt x="8875015" y="3189964"/>
                  <a:pt x="8870203" y="3184656"/>
                  <a:pt x="8866581" y="3177612"/>
                </a:cubicBezTo>
                <a:cubicBezTo>
                  <a:pt x="8862960" y="3170567"/>
                  <a:pt x="8861100" y="3162431"/>
                  <a:pt x="8861001" y="3153204"/>
                </a:cubicBezTo>
                <a:lnTo>
                  <a:pt x="8940475" y="3153204"/>
                </a:lnTo>
                <a:cubicBezTo>
                  <a:pt x="8951091" y="3153204"/>
                  <a:pt x="8959327" y="3151691"/>
                  <a:pt x="8965180" y="3148664"/>
                </a:cubicBezTo>
                <a:cubicBezTo>
                  <a:pt x="8971035" y="3145638"/>
                  <a:pt x="8973961" y="3139015"/>
                  <a:pt x="8973961" y="3128796"/>
                </a:cubicBezTo>
                <a:cubicBezTo>
                  <a:pt x="8973961" y="3117783"/>
                  <a:pt x="8971133" y="3106968"/>
                  <a:pt x="8965477" y="3096351"/>
                </a:cubicBezTo>
                <a:cubicBezTo>
                  <a:pt x="8959822" y="3085735"/>
                  <a:pt x="8951315" y="3077078"/>
                  <a:pt x="8939953" y="3070381"/>
                </a:cubicBezTo>
                <a:cubicBezTo>
                  <a:pt x="8928593" y="3063684"/>
                  <a:pt x="8914975" y="3060335"/>
                  <a:pt x="8899101" y="3060335"/>
                </a:cubicBezTo>
                <a:close/>
                <a:moveTo>
                  <a:pt x="7879926" y="3060335"/>
                </a:moveTo>
                <a:cubicBezTo>
                  <a:pt x="7867722" y="3060335"/>
                  <a:pt x="7856610" y="3062294"/>
                  <a:pt x="7846588" y="3066214"/>
                </a:cubicBezTo>
                <a:cubicBezTo>
                  <a:pt x="7836567" y="3070133"/>
                  <a:pt x="7828134" y="3075763"/>
                  <a:pt x="7821288" y="3083106"/>
                </a:cubicBezTo>
                <a:cubicBezTo>
                  <a:pt x="7814442" y="3090448"/>
                  <a:pt x="7809233" y="3099253"/>
                  <a:pt x="7805661" y="3109523"/>
                </a:cubicBezTo>
                <a:cubicBezTo>
                  <a:pt x="7802089" y="3119792"/>
                  <a:pt x="7800303" y="3130929"/>
                  <a:pt x="7800303" y="3142935"/>
                </a:cubicBezTo>
                <a:cubicBezTo>
                  <a:pt x="7800303" y="3168434"/>
                  <a:pt x="7807546" y="3188625"/>
                  <a:pt x="7822032" y="3203508"/>
                </a:cubicBezTo>
                <a:cubicBezTo>
                  <a:pt x="7836518" y="3218390"/>
                  <a:pt x="7856808" y="3225832"/>
                  <a:pt x="7882902" y="3225832"/>
                </a:cubicBezTo>
                <a:cubicBezTo>
                  <a:pt x="7894313" y="3225832"/>
                  <a:pt x="7904408" y="3224344"/>
                  <a:pt x="7913189" y="3221367"/>
                </a:cubicBezTo>
                <a:cubicBezTo>
                  <a:pt x="7921970" y="3218390"/>
                  <a:pt x="7929262" y="3214645"/>
                  <a:pt x="7935067" y="3210130"/>
                </a:cubicBezTo>
                <a:cubicBezTo>
                  <a:pt x="7940871" y="3205616"/>
                  <a:pt x="7945212" y="3200903"/>
                  <a:pt x="7948089" y="3195992"/>
                </a:cubicBezTo>
                <a:cubicBezTo>
                  <a:pt x="7950967" y="3191080"/>
                  <a:pt x="7952405" y="3186789"/>
                  <a:pt x="7952405" y="3183118"/>
                </a:cubicBezTo>
                <a:cubicBezTo>
                  <a:pt x="7952405" y="3178951"/>
                  <a:pt x="7951115" y="3175726"/>
                  <a:pt x="7948536" y="3173444"/>
                </a:cubicBezTo>
                <a:cubicBezTo>
                  <a:pt x="7945956" y="3171162"/>
                  <a:pt x="7942583" y="3170021"/>
                  <a:pt x="7938415" y="3170021"/>
                </a:cubicBezTo>
                <a:cubicBezTo>
                  <a:pt x="7934546" y="3170021"/>
                  <a:pt x="7931569" y="3170914"/>
                  <a:pt x="7929486" y="3172700"/>
                </a:cubicBezTo>
                <a:cubicBezTo>
                  <a:pt x="7924425" y="3177463"/>
                  <a:pt x="7920308" y="3181233"/>
                  <a:pt x="7917133" y="3184011"/>
                </a:cubicBezTo>
                <a:cubicBezTo>
                  <a:pt x="7913958" y="3186789"/>
                  <a:pt x="7910485" y="3189394"/>
                  <a:pt x="7906715" y="3191825"/>
                </a:cubicBezTo>
                <a:cubicBezTo>
                  <a:pt x="7902945" y="3194255"/>
                  <a:pt x="7899050" y="3196041"/>
                  <a:pt x="7895032" y="3197182"/>
                </a:cubicBezTo>
                <a:cubicBezTo>
                  <a:pt x="7891014" y="3198323"/>
                  <a:pt x="7886573" y="3198894"/>
                  <a:pt x="7881712" y="3198894"/>
                </a:cubicBezTo>
                <a:cubicBezTo>
                  <a:pt x="7874469" y="3198894"/>
                  <a:pt x="7867846" y="3197108"/>
                  <a:pt x="7861843" y="3193536"/>
                </a:cubicBezTo>
                <a:cubicBezTo>
                  <a:pt x="7855840" y="3189964"/>
                  <a:pt x="7851029" y="3184656"/>
                  <a:pt x="7847407" y="3177612"/>
                </a:cubicBezTo>
                <a:cubicBezTo>
                  <a:pt x="7843785" y="3170567"/>
                  <a:pt x="7841925" y="3162431"/>
                  <a:pt x="7841826" y="3153204"/>
                </a:cubicBezTo>
                <a:lnTo>
                  <a:pt x="7921300" y="3153204"/>
                </a:lnTo>
                <a:cubicBezTo>
                  <a:pt x="7931917" y="3153204"/>
                  <a:pt x="7940152" y="3151691"/>
                  <a:pt x="7946006" y="3148664"/>
                </a:cubicBezTo>
                <a:cubicBezTo>
                  <a:pt x="7951860" y="3145638"/>
                  <a:pt x="7954786" y="3139015"/>
                  <a:pt x="7954786" y="3128796"/>
                </a:cubicBezTo>
                <a:cubicBezTo>
                  <a:pt x="7954786" y="3117783"/>
                  <a:pt x="7951959" y="3106968"/>
                  <a:pt x="7946303" y="3096351"/>
                </a:cubicBezTo>
                <a:cubicBezTo>
                  <a:pt x="7940648" y="3085735"/>
                  <a:pt x="7932140" y="3077078"/>
                  <a:pt x="7920779" y="3070381"/>
                </a:cubicBezTo>
                <a:cubicBezTo>
                  <a:pt x="7909419" y="3063684"/>
                  <a:pt x="7895801" y="3060335"/>
                  <a:pt x="7879926" y="3060335"/>
                </a:cubicBezTo>
                <a:close/>
                <a:moveTo>
                  <a:pt x="7572893" y="3060335"/>
                </a:moveTo>
                <a:cubicBezTo>
                  <a:pt x="7556919" y="3060335"/>
                  <a:pt x="7543574" y="3062518"/>
                  <a:pt x="7532859" y="3066883"/>
                </a:cubicBezTo>
                <a:cubicBezTo>
                  <a:pt x="7522143" y="3071249"/>
                  <a:pt x="7514255" y="3076805"/>
                  <a:pt x="7509195" y="3083552"/>
                </a:cubicBezTo>
                <a:cubicBezTo>
                  <a:pt x="7504135" y="3090299"/>
                  <a:pt x="7501605" y="3097244"/>
                  <a:pt x="7501605" y="3104388"/>
                </a:cubicBezTo>
                <a:cubicBezTo>
                  <a:pt x="7501605" y="3108952"/>
                  <a:pt x="7503267" y="3112698"/>
                  <a:pt x="7506591" y="3115625"/>
                </a:cubicBezTo>
                <a:cubicBezTo>
                  <a:pt x="7509914" y="3118552"/>
                  <a:pt x="7513858" y="3120015"/>
                  <a:pt x="7518422" y="3120015"/>
                </a:cubicBezTo>
                <a:cubicBezTo>
                  <a:pt x="7523483" y="3120015"/>
                  <a:pt x="7526781" y="3119097"/>
                  <a:pt x="7528319" y="3117262"/>
                </a:cubicBezTo>
                <a:cubicBezTo>
                  <a:pt x="7529857" y="3115426"/>
                  <a:pt x="7532487" y="3111631"/>
                  <a:pt x="7536207" y="3105876"/>
                </a:cubicBezTo>
                <a:cubicBezTo>
                  <a:pt x="7539928" y="3100122"/>
                  <a:pt x="7544393" y="3095806"/>
                  <a:pt x="7549602" y="3092928"/>
                </a:cubicBezTo>
                <a:cubicBezTo>
                  <a:pt x="7554811" y="3090051"/>
                  <a:pt x="7562575" y="3088612"/>
                  <a:pt x="7572893" y="3088612"/>
                </a:cubicBezTo>
                <a:cubicBezTo>
                  <a:pt x="7584899" y="3088612"/>
                  <a:pt x="7592812" y="3091118"/>
                  <a:pt x="7596632" y="3096128"/>
                </a:cubicBezTo>
                <a:cubicBezTo>
                  <a:pt x="7600451" y="3101139"/>
                  <a:pt x="7602609" y="3109002"/>
                  <a:pt x="7603106" y="3119717"/>
                </a:cubicBezTo>
                <a:cubicBezTo>
                  <a:pt x="7594573" y="3122198"/>
                  <a:pt x="7586660" y="3124306"/>
                  <a:pt x="7579367" y="3126043"/>
                </a:cubicBezTo>
                <a:cubicBezTo>
                  <a:pt x="7572075" y="3127779"/>
                  <a:pt x="7563319" y="3129689"/>
                  <a:pt x="7553099" y="3131772"/>
                </a:cubicBezTo>
                <a:cubicBezTo>
                  <a:pt x="7542880" y="3133856"/>
                  <a:pt x="7536480" y="3135195"/>
                  <a:pt x="7533900" y="3135791"/>
                </a:cubicBezTo>
                <a:cubicBezTo>
                  <a:pt x="7521597" y="3138470"/>
                  <a:pt x="7511924" y="3143728"/>
                  <a:pt x="7504879" y="3151567"/>
                </a:cubicBezTo>
                <a:cubicBezTo>
                  <a:pt x="7497834" y="3159405"/>
                  <a:pt x="7494312" y="3168880"/>
                  <a:pt x="7494312" y="3179993"/>
                </a:cubicBezTo>
                <a:cubicBezTo>
                  <a:pt x="7494312" y="3188228"/>
                  <a:pt x="7496445" y="3195868"/>
                  <a:pt x="7500712" y="3202912"/>
                </a:cubicBezTo>
                <a:cubicBezTo>
                  <a:pt x="7504978" y="3209957"/>
                  <a:pt x="7511055" y="3215538"/>
                  <a:pt x="7518943" y="3219655"/>
                </a:cubicBezTo>
                <a:cubicBezTo>
                  <a:pt x="7526831" y="3223773"/>
                  <a:pt x="7535984" y="3225832"/>
                  <a:pt x="7546402" y="3225832"/>
                </a:cubicBezTo>
                <a:cubicBezTo>
                  <a:pt x="7557812" y="3225832"/>
                  <a:pt x="7568106" y="3223922"/>
                  <a:pt x="7577284" y="3220102"/>
                </a:cubicBezTo>
                <a:cubicBezTo>
                  <a:pt x="7586462" y="3216282"/>
                  <a:pt x="7595962" y="3210552"/>
                  <a:pt x="7605784" y="3202912"/>
                </a:cubicBezTo>
                <a:cubicBezTo>
                  <a:pt x="7610348" y="3210354"/>
                  <a:pt x="7614664" y="3216034"/>
                  <a:pt x="7618733" y="3219953"/>
                </a:cubicBezTo>
                <a:cubicBezTo>
                  <a:pt x="7622800" y="3223872"/>
                  <a:pt x="7626918" y="3225832"/>
                  <a:pt x="7631085" y="3225832"/>
                </a:cubicBezTo>
                <a:cubicBezTo>
                  <a:pt x="7636046" y="3225832"/>
                  <a:pt x="7640486" y="3224120"/>
                  <a:pt x="7644405" y="3220697"/>
                </a:cubicBezTo>
                <a:cubicBezTo>
                  <a:pt x="7648325" y="3217274"/>
                  <a:pt x="7650284" y="3213479"/>
                  <a:pt x="7650284" y="3209312"/>
                </a:cubicBezTo>
                <a:cubicBezTo>
                  <a:pt x="7650284" y="3206931"/>
                  <a:pt x="7649019" y="3201598"/>
                  <a:pt x="7646489" y="3193313"/>
                </a:cubicBezTo>
                <a:cubicBezTo>
                  <a:pt x="7643959" y="3185028"/>
                  <a:pt x="7642694" y="3177066"/>
                  <a:pt x="7642694" y="3169426"/>
                </a:cubicBezTo>
                <a:cubicBezTo>
                  <a:pt x="7642793" y="3161290"/>
                  <a:pt x="7642867" y="3153898"/>
                  <a:pt x="7642917" y="3147251"/>
                </a:cubicBezTo>
                <a:cubicBezTo>
                  <a:pt x="7642967" y="3140603"/>
                  <a:pt x="7642992" y="3132517"/>
                  <a:pt x="7642992" y="3122992"/>
                </a:cubicBezTo>
                <a:cubicBezTo>
                  <a:pt x="7642992" y="3107910"/>
                  <a:pt x="7640883" y="3095806"/>
                  <a:pt x="7636666" y="3086677"/>
                </a:cubicBezTo>
                <a:cubicBezTo>
                  <a:pt x="7632449" y="3077549"/>
                  <a:pt x="7625231" y="3070877"/>
                  <a:pt x="7615012" y="3066660"/>
                </a:cubicBezTo>
                <a:cubicBezTo>
                  <a:pt x="7604792" y="3062443"/>
                  <a:pt x="7590753" y="3060335"/>
                  <a:pt x="7572893" y="3060335"/>
                </a:cubicBezTo>
                <a:close/>
                <a:moveTo>
                  <a:pt x="5222451" y="3060335"/>
                </a:moveTo>
                <a:cubicBezTo>
                  <a:pt x="5210247" y="3060335"/>
                  <a:pt x="5199134" y="3062294"/>
                  <a:pt x="5189113" y="3066214"/>
                </a:cubicBezTo>
                <a:cubicBezTo>
                  <a:pt x="5179092" y="3070133"/>
                  <a:pt x="5170659" y="3075763"/>
                  <a:pt x="5163813" y="3083106"/>
                </a:cubicBezTo>
                <a:cubicBezTo>
                  <a:pt x="5156966" y="3090448"/>
                  <a:pt x="5151757" y="3099253"/>
                  <a:pt x="5148186" y="3109523"/>
                </a:cubicBezTo>
                <a:cubicBezTo>
                  <a:pt x="5144614" y="3119792"/>
                  <a:pt x="5142828" y="3130929"/>
                  <a:pt x="5142828" y="3142935"/>
                </a:cubicBezTo>
                <a:cubicBezTo>
                  <a:pt x="5142828" y="3168434"/>
                  <a:pt x="5150071" y="3188625"/>
                  <a:pt x="5164557" y="3203508"/>
                </a:cubicBezTo>
                <a:cubicBezTo>
                  <a:pt x="5179043" y="3218390"/>
                  <a:pt x="5199333" y="3225832"/>
                  <a:pt x="5225427" y="3225832"/>
                </a:cubicBezTo>
                <a:cubicBezTo>
                  <a:pt x="5236837" y="3225832"/>
                  <a:pt x="5246933" y="3224344"/>
                  <a:pt x="5255714" y="3221367"/>
                </a:cubicBezTo>
                <a:cubicBezTo>
                  <a:pt x="5264495" y="3218390"/>
                  <a:pt x="5271788" y="3214645"/>
                  <a:pt x="5277592" y="3210130"/>
                </a:cubicBezTo>
                <a:cubicBezTo>
                  <a:pt x="5283396" y="3205616"/>
                  <a:pt x="5287737" y="3200903"/>
                  <a:pt x="5290614" y="3195992"/>
                </a:cubicBezTo>
                <a:cubicBezTo>
                  <a:pt x="5293491" y="3191080"/>
                  <a:pt x="5294931" y="3186789"/>
                  <a:pt x="5294931" y="3183118"/>
                </a:cubicBezTo>
                <a:cubicBezTo>
                  <a:pt x="5294931" y="3178951"/>
                  <a:pt x="5293640" y="3175726"/>
                  <a:pt x="5291061" y="3173444"/>
                </a:cubicBezTo>
                <a:cubicBezTo>
                  <a:pt x="5288481" y="3171162"/>
                  <a:pt x="5285108" y="3170021"/>
                  <a:pt x="5280940" y="3170021"/>
                </a:cubicBezTo>
                <a:cubicBezTo>
                  <a:pt x="5277071" y="3170021"/>
                  <a:pt x="5274094" y="3170914"/>
                  <a:pt x="5272011" y="3172700"/>
                </a:cubicBezTo>
                <a:cubicBezTo>
                  <a:pt x="5266950" y="3177463"/>
                  <a:pt x="5262833" y="3181233"/>
                  <a:pt x="5259658" y="3184011"/>
                </a:cubicBezTo>
                <a:cubicBezTo>
                  <a:pt x="5256483" y="3186789"/>
                  <a:pt x="5253010" y="3189394"/>
                  <a:pt x="5249240" y="3191825"/>
                </a:cubicBezTo>
                <a:cubicBezTo>
                  <a:pt x="5245469" y="3194255"/>
                  <a:pt x="5241575" y="3196041"/>
                  <a:pt x="5237557" y="3197182"/>
                </a:cubicBezTo>
                <a:cubicBezTo>
                  <a:pt x="5233539" y="3198323"/>
                  <a:pt x="5229098" y="3198894"/>
                  <a:pt x="5224237" y="3198894"/>
                </a:cubicBezTo>
                <a:cubicBezTo>
                  <a:pt x="5216994" y="3198894"/>
                  <a:pt x="5210371" y="3197108"/>
                  <a:pt x="5204369" y="3193536"/>
                </a:cubicBezTo>
                <a:cubicBezTo>
                  <a:pt x="5198365" y="3189964"/>
                  <a:pt x="5193554" y="3184656"/>
                  <a:pt x="5189932" y="3177612"/>
                </a:cubicBezTo>
                <a:cubicBezTo>
                  <a:pt x="5186310" y="3170567"/>
                  <a:pt x="5184450" y="3162431"/>
                  <a:pt x="5184351" y="3153204"/>
                </a:cubicBezTo>
                <a:lnTo>
                  <a:pt x="5263825" y="3153204"/>
                </a:lnTo>
                <a:cubicBezTo>
                  <a:pt x="5274442" y="3153204"/>
                  <a:pt x="5282677" y="3151691"/>
                  <a:pt x="5288531" y="3148664"/>
                </a:cubicBezTo>
                <a:cubicBezTo>
                  <a:pt x="5294384" y="3145638"/>
                  <a:pt x="5297312" y="3139015"/>
                  <a:pt x="5297312" y="3128796"/>
                </a:cubicBezTo>
                <a:cubicBezTo>
                  <a:pt x="5297312" y="3117783"/>
                  <a:pt x="5294484" y="3106968"/>
                  <a:pt x="5288828" y="3096351"/>
                </a:cubicBezTo>
                <a:cubicBezTo>
                  <a:pt x="5283173" y="3085735"/>
                  <a:pt x="5274665" y="3077078"/>
                  <a:pt x="5263304" y="3070381"/>
                </a:cubicBezTo>
                <a:cubicBezTo>
                  <a:pt x="5251944" y="3063684"/>
                  <a:pt x="5238326" y="3060335"/>
                  <a:pt x="5222451" y="3060335"/>
                </a:cubicBezTo>
                <a:close/>
                <a:moveTo>
                  <a:pt x="4401070" y="3060335"/>
                </a:moveTo>
                <a:cubicBezTo>
                  <a:pt x="4385096" y="3060335"/>
                  <a:pt x="4371750" y="3062518"/>
                  <a:pt x="4361035" y="3066883"/>
                </a:cubicBezTo>
                <a:cubicBezTo>
                  <a:pt x="4350319" y="3071249"/>
                  <a:pt x="4342431" y="3076805"/>
                  <a:pt x="4337372" y="3083552"/>
                </a:cubicBezTo>
                <a:cubicBezTo>
                  <a:pt x="4332311" y="3090299"/>
                  <a:pt x="4329781" y="3097244"/>
                  <a:pt x="4329781" y="3104388"/>
                </a:cubicBezTo>
                <a:cubicBezTo>
                  <a:pt x="4329781" y="3108952"/>
                  <a:pt x="4331443" y="3112698"/>
                  <a:pt x="4334767" y="3115625"/>
                </a:cubicBezTo>
                <a:cubicBezTo>
                  <a:pt x="4338091" y="3118552"/>
                  <a:pt x="4342034" y="3120015"/>
                  <a:pt x="4346598" y="3120015"/>
                </a:cubicBezTo>
                <a:cubicBezTo>
                  <a:pt x="4351658" y="3120015"/>
                  <a:pt x="4354957" y="3119097"/>
                  <a:pt x="4356495" y="3117262"/>
                </a:cubicBezTo>
                <a:cubicBezTo>
                  <a:pt x="4358033" y="3115426"/>
                  <a:pt x="4360663" y="3111631"/>
                  <a:pt x="4364383" y="3105876"/>
                </a:cubicBezTo>
                <a:cubicBezTo>
                  <a:pt x="4368104" y="3100122"/>
                  <a:pt x="4372569" y="3095806"/>
                  <a:pt x="4377778" y="3092928"/>
                </a:cubicBezTo>
                <a:cubicBezTo>
                  <a:pt x="4382987" y="3090051"/>
                  <a:pt x="4390751" y="3088612"/>
                  <a:pt x="4401070" y="3088612"/>
                </a:cubicBezTo>
                <a:cubicBezTo>
                  <a:pt x="4413075" y="3088612"/>
                  <a:pt x="4420988" y="3091118"/>
                  <a:pt x="4424808" y="3096128"/>
                </a:cubicBezTo>
                <a:cubicBezTo>
                  <a:pt x="4428627" y="3101139"/>
                  <a:pt x="4430785" y="3109002"/>
                  <a:pt x="4431282" y="3119717"/>
                </a:cubicBezTo>
                <a:cubicBezTo>
                  <a:pt x="4422749" y="3122198"/>
                  <a:pt x="4414836" y="3124306"/>
                  <a:pt x="4407544" y="3126043"/>
                </a:cubicBezTo>
                <a:cubicBezTo>
                  <a:pt x="4400251" y="3127779"/>
                  <a:pt x="4391495" y="3129689"/>
                  <a:pt x="4381275" y="3131772"/>
                </a:cubicBezTo>
                <a:cubicBezTo>
                  <a:pt x="4371056" y="3133856"/>
                  <a:pt x="4364657" y="3135195"/>
                  <a:pt x="4362076" y="3135791"/>
                </a:cubicBezTo>
                <a:cubicBezTo>
                  <a:pt x="4349773" y="3138470"/>
                  <a:pt x="4340100" y="3143728"/>
                  <a:pt x="4333055" y="3151567"/>
                </a:cubicBezTo>
                <a:cubicBezTo>
                  <a:pt x="4326010" y="3159405"/>
                  <a:pt x="4322488" y="3168880"/>
                  <a:pt x="4322488" y="3179993"/>
                </a:cubicBezTo>
                <a:cubicBezTo>
                  <a:pt x="4322488" y="3188228"/>
                  <a:pt x="4324622" y="3195868"/>
                  <a:pt x="4328888" y="3202912"/>
                </a:cubicBezTo>
                <a:cubicBezTo>
                  <a:pt x="4333154" y="3209957"/>
                  <a:pt x="4339232" y="3215538"/>
                  <a:pt x="4347120" y="3219655"/>
                </a:cubicBezTo>
                <a:cubicBezTo>
                  <a:pt x="4355007" y="3223773"/>
                  <a:pt x="4364160" y="3225832"/>
                  <a:pt x="4374579" y="3225832"/>
                </a:cubicBezTo>
                <a:cubicBezTo>
                  <a:pt x="4385989" y="3225832"/>
                  <a:pt x="4396282" y="3223922"/>
                  <a:pt x="4405460" y="3220102"/>
                </a:cubicBezTo>
                <a:cubicBezTo>
                  <a:pt x="4414638" y="3216282"/>
                  <a:pt x="4424138" y="3210552"/>
                  <a:pt x="4433961" y="3202912"/>
                </a:cubicBezTo>
                <a:cubicBezTo>
                  <a:pt x="4438525" y="3210354"/>
                  <a:pt x="4442841" y="3216034"/>
                  <a:pt x="4446909" y="3219953"/>
                </a:cubicBezTo>
                <a:cubicBezTo>
                  <a:pt x="4450977" y="3223872"/>
                  <a:pt x="4455094" y="3225832"/>
                  <a:pt x="4459261" y="3225832"/>
                </a:cubicBezTo>
                <a:cubicBezTo>
                  <a:pt x="4464223" y="3225832"/>
                  <a:pt x="4468662" y="3224120"/>
                  <a:pt x="4472582" y="3220697"/>
                </a:cubicBezTo>
                <a:cubicBezTo>
                  <a:pt x="4476501" y="3217274"/>
                  <a:pt x="4478461" y="3213479"/>
                  <a:pt x="4478461" y="3209312"/>
                </a:cubicBezTo>
                <a:cubicBezTo>
                  <a:pt x="4478461" y="3206931"/>
                  <a:pt x="4477195" y="3201598"/>
                  <a:pt x="4474665" y="3193313"/>
                </a:cubicBezTo>
                <a:cubicBezTo>
                  <a:pt x="4472135" y="3185028"/>
                  <a:pt x="4470870" y="3177066"/>
                  <a:pt x="4470870" y="3169426"/>
                </a:cubicBezTo>
                <a:cubicBezTo>
                  <a:pt x="4470969" y="3161290"/>
                  <a:pt x="4471044" y="3153898"/>
                  <a:pt x="4471094" y="3147251"/>
                </a:cubicBezTo>
                <a:cubicBezTo>
                  <a:pt x="4471143" y="3140603"/>
                  <a:pt x="4471168" y="3132517"/>
                  <a:pt x="4471168" y="3122992"/>
                </a:cubicBezTo>
                <a:cubicBezTo>
                  <a:pt x="4471168" y="3107910"/>
                  <a:pt x="4469060" y="3095806"/>
                  <a:pt x="4464842" y="3086677"/>
                </a:cubicBezTo>
                <a:cubicBezTo>
                  <a:pt x="4460625" y="3077549"/>
                  <a:pt x="4453408" y="3070877"/>
                  <a:pt x="4443188" y="3066660"/>
                </a:cubicBezTo>
                <a:cubicBezTo>
                  <a:pt x="4432969" y="3062443"/>
                  <a:pt x="4418929" y="3060335"/>
                  <a:pt x="4401070" y="3060335"/>
                </a:cubicBezTo>
                <a:close/>
                <a:moveTo>
                  <a:pt x="3953393" y="3060335"/>
                </a:moveTo>
                <a:cubicBezTo>
                  <a:pt x="3937421" y="3060335"/>
                  <a:pt x="3924075" y="3062518"/>
                  <a:pt x="3913359" y="3066883"/>
                </a:cubicBezTo>
                <a:cubicBezTo>
                  <a:pt x="3902644" y="3071249"/>
                  <a:pt x="3894756" y="3076805"/>
                  <a:pt x="3889695" y="3083552"/>
                </a:cubicBezTo>
                <a:cubicBezTo>
                  <a:pt x="3884635" y="3090299"/>
                  <a:pt x="3882106" y="3097244"/>
                  <a:pt x="3882106" y="3104388"/>
                </a:cubicBezTo>
                <a:cubicBezTo>
                  <a:pt x="3882106" y="3108952"/>
                  <a:pt x="3883767" y="3112698"/>
                  <a:pt x="3887091" y="3115625"/>
                </a:cubicBezTo>
                <a:cubicBezTo>
                  <a:pt x="3890415" y="3118552"/>
                  <a:pt x="3894359" y="3120015"/>
                  <a:pt x="3898924" y="3120015"/>
                </a:cubicBezTo>
                <a:cubicBezTo>
                  <a:pt x="3903983" y="3120015"/>
                  <a:pt x="3907282" y="3119097"/>
                  <a:pt x="3908820" y="3117262"/>
                </a:cubicBezTo>
                <a:cubicBezTo>
                  <a:pt x="3910358" y="3115426"/>
                  <a:pt x="3912987" y="3111631"/>
                  <a:pt x="3916708" y="3105876"/>
                </a:cubicBezTo>
                <a:cubicBezTo>
                  <a:pt x="3920429" y="3100122"/>
                  <a:pt x="3924894" y="3095806"/>
                  <a:pt x="3930102" y="3092928"/>
                </a:cubicBezTo>
                <a:cubicBezTo>
                  <a:pt x="3935311" y="3090051"/>
                  <a:pt x="3943075" y="3088612"/>
                  <a:pt x="3953393" y="3088612"/>
                </a:cubicBezTo>
                <a:cubicBezTo>
                  <a:pt x="3965399" y="3088612"/>
                  <a:pt x="3973312" y="3091118"/>
                  <a:pt x="3977132" y="3096128"/>
                </a:cubicBezTo>
                <a:cubicBezTo>
                  <a:pt x="3980952" y="3101139"/>
                  <a:pt x="3983110" y="3109002"/>
                  <a:pt x="3983607" y="3119717"/>
                </a:cubicBezTo>
                <a:cubicBezTo>
                  <a:pt x="3975073" y="3122198"/>
                  <a:pt x="3967161" y="3124306"/>
                  <a:pt x="3959868" y="3126043"/>
                </a:cubicBezTo>
                <a:cubicBezTo>
                  <a:pt x="3952575" y="3127779"/>
                  <a:pt x="3943819" y="3129689"/>
                  <a:pt x="3933599" y="3131772"/>
                </a:cubicBezTo>
                <a:cubicBezTo>
                  <a:pt x="3923380" y="3133856"/>
                  <a:pt x="3916981" y="3135195"/>
                  <a:pt x="3914402" y="3135791"/>
                </a:cubicBezTo>
                <a:cubicBezTo>
                  <a:pt x="3902098" y="3138470"/>
                  <a:pt x="3892424" y="3143728"/>
                  <a:pt x="3885380" y="3151567"/>
                </a:cubicBezTo>
                <a:cubicBezTo>
                  <a:pt x="3878336" y="3159405"/>
                  <a:pt x="3874814" y="3168880"/>
                  <a:pt x="3874814" y="3179993"/>
                </a:cubicBezTo>
                <a:cubicBezTo>
                  <a:pt x="3874814" y="3188228"/>
                  <a:pt x="3876946" y="3195868"/>
                  <a:pt x="3881212" y="3202912"/>
                </a:cubicBezTo>
                <a:cubicBezTo>
                  <a:pt x="3885479" y="3209957"/>
                  <a:pt x="3891557" y="3215538"/>
                  <a:pt x="3899444" y="3219655"/>
                </a:cubicBezTo>
                <a:cubicBezTo>
                  <a:pt x="3907332" y="3223773"/>
                  <a:pt x="3916484" y="3225832"/>
                  <a:pt x="3926902" y="3225832"/>
                </a:cubicBezTo>
                <a:cubicBezTo>
                  <a:pt x="3938313" y="3225832"/>
                  <a:pt x="3948607" y="3223922"/>
                  <a:pt x="3957785" y="3220102"/>
                </a:cubicBezTo>
                <a:cubicBezTo>
                  <a:pt x="3966962" y="3216282"/>
                  <a:pt x="3976462" y="3210552"/>
                  <a:pt x="3986285" y="3202912"/>
                </a:cubicBezTo>
                <a:cubicBezTo>
                  <a:pt x="3990849" y="3210354"/>
                  <a:pt x="3995165" y="3216034"/>
                  <a:pt x="3999233" y="3219953"/>
                </a:cubicBezTo>
                <a:cubicBezTo>
                  <a:pt x="4003301" y="3223872"/>
                  <a:pt x="4007419" y="3225832"/>
                  <a:pt x="4011586" y="3225832"/>
                </a:cubicBezTo>
                <a:cubicBezTo>
                  <a:pt x="4016547" y="3225832"/>
                  <a:pt x="4020986" y="3224120"/>
                  <a:pt x="4024906" y="3220697"/>
                </a:cubicBezTo>
                <a:cubicBezTo>
                  <a:pt x="4028825" y="3217274"/>
                  <a:pt x="4030784" y="3213479"/>
                  <a:pt x="4030784" y="3209312"/>
                </a:cubicBezTo>
                <a:cubicBezTo>
                  <a:pt x="4030784" y="3206931"/>
                  <a:pt x="4029520" y="3201598"/>
                  <a:pt x="4026990" y="3193313"/>
                </a:cubicBezTo>
                <a:cubicBezTo>
                  <a:pt x="4024459" y="3185028"/>
                  <a:pt x="4023195" y="3177066"/>
                  <a:pt x="4023195" y="3169426"/>
                </a:cubicBezTo>
                <a:cubicBezTo>
                  <a:pt x="4023294" y="3161290"/>
                  <a:pt x="4023368" y="3153898"/>
                  <a:pt x="4023418" y="3147251"/>
                </a:cubicBezTo>
                <a:cubicBezTo>
                  <a:pt x="4023467" y="3140603"/>
                  <a:pt x="4023492" y="3132517"/>
                  <a:pt x="4023492" y="3122992"/>
                </a:cubicBezTo>
                <a:cubicBezTo>
                  <a:pt x="4023492" y="3107910"/>
                  <a:pt x="4021383" y="3095806"/>
                  <a:pt x="4017167" y="3086677"/>
                </a:cubicBezTo>
                <a:cubicBezTo>
                  <a:pt x="4012950" y="3077549"/>
                  <a:pt x="4005731" y="3070877"/>
                  <a:pt x="3995512" y="3066660"/>
                </a:cubicBezTo>
                <a:cubicBezTo>
                  <a:pt x="3985293" y="3062443"/>
                  <a:pt x="3971254" y="3060335"/>
                  <a:pt x="3953393" y="3060335"/>
                </a:cubicBezTo>
                <a:close/>
                <a:moveTo>
                  <a:pt x="3622253" y="3060335"/>
                </a:moveTo>
                <a:cubicBezTo>
                  <a:pt x="3610050" y="3060335"/>
                  <a:pt x="3598937" y="3062294"/>
                  <a:pt x="3588916" y="3066214"/>
                </a:cubicBezTo>
                <a:cubicBezTo>
                  <a:pt x="3578895" y="3070133"/>
                  <a:pt x="3570462" y="3075763"/>
                  <a:pt x="3563616" y="3083106"/>
                </a:cubicBezTo>
                <a:cubicBezTo>
                  <a:pt x="3556770" y="3090448"/>
                  <a:pt x="3551560" y="3099253"/>
                  <a:pt x="3547989" y="3109523"/>
                </a:cubicBezTo>
                <a:cubicBezTo>
                  <a:pt x="3544417" y="3119792"/>
                  <a:pt x="3542630" y="3130929"/>
                  <a:pt x="3542630" y="3142935"/>
                </a:cubicBezTo>
                <a:cubicBezTo>
                  <a:pt x="3542630" y="3168434"/>
                  <a:pt x="3549873" y="3188625"/>
                  <a:pt x="3564360" y="3203508"/>
                </a:cubicBezTo>
                <a:cubicBezTo>
                  <a:pt x="3578845" y="3218390"/>
                  <a:pt x="3599134" y="3225832"/>
                  <a:pt x="3625232" y="3225832"/>
                </a:cubicBezTo>
                <a:cubicBezTo>
                  <a:pt x="3636640" y="3225832"/>
                  <a:pt x="3646736" y="3224344"/>
                  <a:pt x="3655517" y="3221367"/>
                </a:cubicBezTo>
                <a:cubicBezTo>
                  <a:pt x="3664297" y="3218390"/>
                  <a:pt x="3671589" y="3214645"/>
                  <a:pt x="3677394" y="3210130"/>
                </a:cubicBezTo>
                <a:cubicBezTo>
                  <a:pt x="3683199" y="3205616"/>
                  <a:pt x="3687539" y="3200903"/>
                  <a:pt x="3690416" y="3195992"/>
                </a:cubicBezTo>
                <a:cubicBezTo>
                  <a:pt x="3693294" y="3191080"/>
                  <a:pt x="3694731" y="3186789"/>
                  <a:pt x="3694731" y="3183118"/>
                </a:cubicBezTo>
                <a:cubicBezTo>
                  <a:pt x="3694731" y="3178951"/>
                  <a:pt x="3693443" y="3175726"/>
                  <a:pt x="3690863" y="3173444"/>
                </a:cubicBezTo>
                <a:cubicBezTo>
                  <a:pt x="3688284" y="3171162"/>
                  <a:pt x="3684911" y="3170021"/>
                  <a:pt x="3680743" y="3170021"/>
                </a:cubicBezTo>
                <a:cubicBezTo>
                  <a:pt x="3676873" y="3170021"/>
                  <a:pt x="3673896" y="3170914"/>
                  <a:pt x="3671814" y="3172700"/>
                </a:cubicBezTo>
                <a:cubicBezTo>
                  <a:pt x="3666753" y="3177463"/>
                  <a:pt x="3662636" y="3181233"/>
                  <a:pt x="3659461" y="3184011"/>
                </a:cubicBezTo>
                <a:cubicBezTo>
                  <a:pt x="3656286" y="3186789"/>
                  <a:pt x="3652813" y="3189394"/>
                  <a:pt x="3649043" y="3191825"/>
                </a:cubicBezTo>
                <a:cubicBezTo>
                  <a:pt x="3645273" y="3194255"/>
                  <a:pt x="3641377" y="3196041"/>
                  <a:pt x="3637359" y="3197182"/>
                </a:cubicBezTo>
                <a:cubicBezTo>
                  <a:pt x="3633341" y="3198323"/>
                  <a:pt x="3628902" y="3198894"/>
                  <a:pt x="3624039" y="3198894"/>
                </a:cubicBezTo>
                <a:cubicBezTo>
                  <a:pt x="3616797" y="3198894"/>
                  <a:pt x="3610174" y="3197108"/>
                  <a:pt x="3604171" y="3193536"/>
                </a:cubicBezTo>
                <a:cubicBezTo>
                  <a:pt x="3598168" y="3189964"/>
                  <a:pt x="3593357" y="3184656"/>
                  <a:pt x="3589735" y="3177612"/>
                </a:cubicBezTo>
                <a:cubicBezTo>
                  <a:pt x="3586114" y="3170567"/>
                  <a:pt x="3584253" y="3162431"/>
                  <a:pt x="3584154" y="3153204"/>
                </a:cubicBezTo>
                <a:lnTo>
                  <a:pt x="3663628" y="3153204"/>
                </a:lnTo>
                <a:cubicBezTo>
                  <a:pt x="3674243" y="3153204"/>
                  <a:pt x="3682480" y="3151691"/>
                  <a:pt x="3688333" y="3148664"/>
                </a:cubicBezTo>
                <a:cubicBezTo>
                  <a:pt x="3694185" y="3145638"/>
                  <a:pt x="3697113" y="3139015"/>
                  <a:pt x="3697113" y="3128796"/>
                </a:cubicBezTo>
                <a:cubicBezTo>
                  <a:pt x="3697113" y="3117783"/>
                  <a:pt x="3694287" y="3106968"/>
                  <a:pt x="3688631" y="3096351"/>
                </a:cubicBezTo>
                <a:cubicBezTo>
                  <a:pt x="3682975" y="3085735"/>
                  <a:pt x="3674467" y="3077078"/>
                  <a:pt x="3663107" y="3070381"/>
                </a:cubicBezTo>
                <a:cubicBezTo>
                  <a:pt x="3651747" y="3063684"/>
                  <a:pt x="3638128" y="3060335"/>
                  <a:pt x="3622253" y="3060335"/>
                </a:cubicBezTo>
                <a:close/>
                <a:moveTo>
                  <a:pt x="4253431" y="3005417"/>
                </a:moveTo>
                <a:cubicBezTo>
                  <a:pt x="4249760" y="3005417"/>
                  <a:pt x="4246437" y="3006286"/>
                  <a:pt x="4243460" y="3008022"/>
                </a:cubicBezTo>
                <a:cubicBezTo>
                  <a:pt x="4240484" y="3009758"/>
                  <a:pt x="4238201" y="3012015"/>
                  <a:pt x="4236614" y="3014793"/>
                </a:cubicBezTo>
                <a:cubicBezTo>
                  <a:pt x="4235026" y="3017472"/>
                  <a:pt x="4234059" y="3020672"/>
                  <a:pt x="4233712" y="3024393"/>
                </a:cubicBezTo>
                <a:cubicBezTo>
                  <a:pt x="4233365" y="3028114"/>
                  <a:pt x="4233192" y="3033248"/>
                  <a:pt x="4233192" y="3039797"/>
                </a:cubicBezTo>
                <a:lnTo>
                  <a:pt x="4233192" y="3064204"/>
                </a:lnTo>
                <a:lnTo>
                  <a:pt x="4228727" y="3064204"/>
                </a:lnTo>
                <a:cubicBezTo>
                  <a:pt x="4222575" y="3064204"/>
                  <a:pt x="4217886" y="3065569"/>
                  <a:pt x="4214662" y="3068297"/>
                </a:cubicBezTo>
                <a:cubicBezTo>
                  <a:pt x="4211437" y="3071026"/>
                  <a:pt x="4209825" y="3074523"/>
                  <a:pt x="4209825" y="3078790"/>
                </a:cubicBezTo>
                <a:cubicBezTo>
                  <a:pt x="4209825" y="3083056"/>
                  <a:pt x="4211363" y="3086578"/>
                  <a:pt x="4214438" y="3089356"/>
                </a:cubicBezTo>
                <a:cubicBezTo>
                  <a:pt x="4217514" y="3092135"/>
                  <a:pt x="4221979" y="3093524"/>
                  <a:pt x="4227833" y="3093524"/>
                </a:cubicBezTo>
                <a:lnTo>
                  <a:pt x="4233192" y="3093524"/>
                </a:lnTo>
                <a:lnTo>
                  <a:pt x="4233192" y="3171510"/>
                </a:lnTo>
                <a:cubicBezTo>
                  <a:pt x="4233192" y="3184110"/>
                  <a:pt x="4234208" y="3194181"/>
                  <a:pt x="4236243" y="3201722"/>
                </a:cubicBezTo>
                <a:cubicBezTo>
                  <a:pt x="4238276" y="3209262"/>
                  <a:pt x="4242568" y="3215166"/>
                  <a:pt x="4249116" y="3219432"/>
                </a:cubicBezTo>
                <a:cubicBezTo>
                  <a:pt x="4255664" y="3223699"/>
                  <a:pt x="4265289" y="3225832"/>
                  <a:pt x="4277989" y="3225832"/>
                </a:cubicBezTo>
                <a:cubicBezTo>
                  <a:pt x="4291383" y="3225832"/>
                  <a:pt x="4301652" y="3224095"/>
                  <a:pt x="4308796" y="3220623"/>
                </a:cubicBezTo>
                <a:cubicBezTo>
                  <a:pt x="4315940" y="3217150"/>
                  <a:pt x="4319511" y="3212140"/>
                  <a:pt x="4319511" y="3205591"/>
                </a:cubicBezTo>
                <a:cubicBezTo>
                  <a:pt x="4319511" y="3201722"/>
                  <a:pt x="4318197" y="3198472"/>
                  <a:pt x="4315568" y="3195843"/>
                </a:cubicBezTo>
                <a:cubicBezTo>
                  <a:pt x="4312938" y="3193214"/>
                  <a:pt x="4309987" y="3191899"/>
                  <a:pt x="4306713" y="3191899"/>
                </a:cubicBezTo>
                <a:cubicBezTo>
                  <a:pt x="4304431" y="3191899"/>
                  <a:pt x="4301256" y="3192321"/>
                  <a:pt x="4297187" y="3193164"/>
                </a:cubicBezTo>
                <a:cubicBezTo>
                  <a:pt x="4293119" y="3194007"/>
                  <a:pt x="4289894" y="3194429"/>
                  <a:pt x="4287513" y="3194429"/>
                </a:cubicBezTo>
                <a:cubicBezTo>
                  <a:pt x="4283148" y="3194429"/>
                  <a:pt x="4279997" y="3193362"/>
                  <a:pt x="4278063" y="3191229"/>
                </a:cubicBezTo>
                <a:cubicBezTo>
                  <a:pt x="4276129" y="3189096"/>
                  <a:pt x="4274938" y="3186318"/>
                  <a:pt x="4274491" y="3182895"/>
                </a:cubicBezTo>
                <a:cubicBezTo>
                  <a:pt x="4274044" y="3179472"/>
                  <a:pt x="4273821" y="3174585"/>
                  <a:pt x="4273821" y="3168235"/>
                </a:cubicBezTo>
                <a:lnTo>
                  <a:pt x="4273821" y="3093524"/>
                </a:lnTo>
                <a:lnTo>
                  <a:pt x="4281412" y="3093524"/>
                </a:lnTo>
                <a:cubicBezTo>
                  <a:pt x="4289448" y="3093524"/>
                  <a:pt x="4295625" y="3092432"/>
                  <a:pt x="4299940" y="3090249"/>
                </a:cubicBezTo>
                <a:cubicBezTo>
                  <a:pt x="4304258" y="3088067"/>
                  <a:pt x="4306415" y="3084247"/>
                  <a:pt x="4306415" y="3078790"/>
                </a:cubicBezTo>
                <a:cubicBezTo>
                  <a:pt x="4306415" y="3074523"/>
                  <a:pt x="4304902" y="3071026"/>
                  <a:pt x="4301876" y="3068297"/>
                </a:cubicBezTo>
                <a:cubicBezTo>
                  <a:pt x="4298850" y="3065569"/>
                  <a:pt x="4294459" y="3064204"/>
                  <a:pt x="4288704" y="3064204"/>
                </a:cubicBezTo>
                <a:lnTo>
                  <a:pt x="4273821" y="3064204"/>
                </a:lnTo>
                <a:lnTo>
                  <a:pt x="4273821" y="3036522"/>
                </a:lnTo>
                <a:cubicBezTo>
                  <a:pt x="4273821" y="3029676"/>
                  <a:pt x="4273449" y="3024393"/>
                  <a:pt x="4272705" y="3020672"/>
                </a:cubicBezTo>
                <a:cubicBezTo>
                  <a:pt x="4271961" y="3016952"/>
                  <a:pt x="4270199" y="3013801"/>
                  <a:pt x="4267422" y="3011222"/>
                </a:cubicBezTo>
                <a:cubicBezTo>
                  <a:pt x="4263254" y="3007352"/>
                  <a:pt x="4258592" y="3005417"/>
                  <a:pt x="4253431" y="3005417"/>
                </a:cubicBezTo>
                <a:close/>
                <a:moveTo>
                  <a:pt x="8761881" y="3001994"/>
                </a:moveTo>
                <a:cubicBezTo>
                  <a:pt x="8756424" y="3001994"/>
                  <a:pt x="8751637" y="3003855"/>
                  <a:pt x="8747519" y="3007575"/>
                </a:cubicBezTo>
                <a:cubicBezTo>
                  <a:pt x="8743402" y="3011296"/>
                  <a:pt x="8741343" y="3016034"/>
                  <a:pt x="8741343" y="3021788"/>
                </a:cubicBezTo>
                <a:cubicBezTo>
                  <a:pt x="8741343" y="3028138"/>
                  <a:pt x="8743352" y="3033050"/>
                  <a:pt x="8747370" y="3036522"/>
                </a:cubicBezTo>
                <a:cubicBezTo>
                  <a:pt x="8751389" y="3039995"/>
                  <a:pt x="8756226" y="3041731"/>
                  <a:pt x="8761881" y="3041731"/>
                </a:cubicBezTo>
                <a:cubicBezTo>
                  <a:pt x="8767338" y="3041731"/>
                  <a:pt x="8772051" y="3039970"/>
                  <a:pt x="8776020" y="3036448"/>
                </a:cubicBezTo>
                <a:cubicBezTo>
                  <a:pt x="8779989" y="3032926"/>
                  <a:pt x="8781973" y="3028039"/>
                  <a:pt x="8781973" y="3021788"/>
                </a:cubicBezTo>
                <a:cubicBezTo>
                  <a:pt x="8781973" y="3015339"/>
                  <a:pt x="8779939" y="3010428"/>
                  <a:pt x="8775871" y="3007054"/>
                </a:cubicBezTo>
                <a:cubicBezTo>
                  <a:pt x="8771803" y="3003681"/>
                  <a:pt x="8767140" y="3001994"/>
                  <a:pt x="8761881" y="3001994"/>
                </a:cubicBezTo>
                <a:close/>
                <a:moveTo>
                  <a:pt x="10719715" y="3000208"/>
                </a:moveTo>
                <a:cubicBezTo>
                  <a:pt x="10713563" y="3000208"/>
                  <a:pt x="10708826" y="3002342"/>
                  <a:pt x="10705501" y="3006608"/>
                </a:cubicBezTo>
                <a:cubicBezTo>
                  <a:pt x="10702178" y="3010874"/>
                  <a:pt x="10700516" y="3017175"/>
                  <a:pt x="10700516" y="3025509"/>
                </a:cubicBezTo>
                <a:lnTo>
                  <a:pt x="10700516" y="3085487"/>
                </a:lnTo>
                <a:cubicBezTo>
                  <a:pt x="10692877" y="3077152"/>
                  <a:pt x="10685038" y="3070976"/>
                  <a:pt x="10677001" y="3066958"/>
                </a:cubicBezTo>
                <a:cubicBezTo>
                  <a:pt x="10668965" y="3062939"/>
                  <a:pt x="10659093" y="3060930"/>
                  <a:pt x="10647385" y="3060930"/>
                </a:cubicBezTo>
                <a:cubicBezTo>
                  <a:pt x="10627143" y="3060930"/>
                  <a:pt x="10610823" y="3068024"/>
                  <a:pt x="10598420" y="3082213"/>
                </a:cubicBezTo>
                <a:cubicBezTo>
                  <a:pt x="10586017" y="3096401"/>
                  <a:pt x="10579817" y="3116195"/>
                  <a:pt x="10579817" y="3141595"/>
                </a:cubicBezTo>
                <a:cubicBezTo>
                  <a:pt x="10579817" y="3153601"/>
                  <a:pt x="10581379" y="3164763"/>
                  <a:pt x="10584505" y="3175081"/>
                </a:cubicBezTo>
                <a:cubicBezTo>
                  <a:pt x="10587630" y="3185400"/>
                  <a:pt x="10592219" y="3194379"/>
                  <a:pt x="10598271" y="3202019"/>
                </a:cubicBezTo>
                <a:cubicBezTo>
                  <a:pt x="10604323" y="3209659"/>
                  <a:pt x="10611493" y="3215538"/>
                  <a:pt x="10619777" y="3219655"/>
                </a:cubicBezTo>
                <a:cubicBezTo>
                  <a:pt x="10628061" y="3223773"/>
                  <a:pt x="10637066" y="3225832"/>
                  <a:pt x="10646789" y="3225832"/>
                </a:cubicBezTo>
                <a:cubicBezTo>
                  <a:pt x="10654131" y="3225832"/>
                  <a:pt x="10660903" y="3224815"/>
                  <a:pt x="10667104" y="3222781"/>
                </a:cubicBezTo>
                <a:cubicBezTo>
                  <a:pt x="10673305" y="3220747"/>
                  <a:pt x="10679061" y="3217770"/>
                  <a:pt x="10684368" y="3213851"/>
                </a:cubicBezTo>
                <a:cubicBezTo>
                  <a:pt x="10689677" y="3209932"/>
                  <a:pt x="10695059" y="3204847"/>
                  <a:pt x="10700516" y="3198596"/>
                </a:cubicBezTo>
                <a:lnTo>
                  <a:pt x="10700516" y="3202615"/>
                </a:lnTo>
                <a:cubicBezTo>
                  <a:pt x="10700516" y="3210056"/>
                  <a:pt x="10702327" y="3215786"/>
                  <a:pt x="10705948" y="3219804"/>
                </a:cubicBezTo>
                <a:cubicBezTo>
                  <a:pt x="10709570" y="3223823"/>
                  <a:pt x="10714159" y="3225832"/>
                  <a:pt x="10719715" y="3225832"/>
                </a:cubicBezTo>
                <a:cubicBezTo>
                  <a:pt x="10725371" y="3225832"/>
                  <a:pt x="10729984" y="3223897"/>
                  <a:pt x="10733556" y="3220028"/>
                </a:cubicBezTo>
                <a:cubicBezTo>
                  <a:pt x="10737127" y="3216158"/>
                  <a:pt x="10738913" y="3210354"/>
                  <a:pt x="10738913" y="3202615"/>
                </a:cubicBezTo>
                <a:lnTo>
                  <a:pt x="10738913" y="3023426"/>
                </a:lnTo>
                <a:cubicBezTo>
                  <a:pt x="10738913" y="3015786"/>
                  <a:pt x="10737252" y="3010006"/>
                  <a:pt x="10733928" y="3006087"/>
                </a:cubicBezTo>
                <a:cubicBezTo>
                  <a:pt x="10730605" y="3002168"/>
                  <a:pt x="10725867" y="3000208"/>
                  <a:pt x="10719715" y="3000208"/>
                </a:cubicBezTo>
                <a:close/>
                <a:moveTo>
                  <a:pt x="9795790" y="3000208"/>
                </a:moveTo>
                <a:cubicBezTo>
                  <a:pt x="9789639" y="3000208"/>
                  <a:pt x="9784901" y="3002342"/>
                  <a:pt x="9781577" y="3006608"/>
                </a:cubicBezTo>
                <a:cubicBezTo>
                  <a:pt x="9778253" y="3010874"/>
                  <a:pt x="9776591" y="3017175"/>
                  <a:pt x="9776591" y="3025509"/>
                </a:cubicBezTo>
                <a:lnTo>
                  <a:pt x="9776591" y="3085487"/>
                </a:lnTo>
                <a:cubicBezTo>
                  <a:pt x="9768951" y="3077152"/>
                  <a:pt x="9761113" y="3070976"/>
                  <a:pt x="9753076" y="3066958"/>
                </a:cubicBezTo>
                <a:cubicBezTo>
                  <a:pt x="9745039" y="3062939"/>
                  <a:pt x="9735167" y="3060930"/>
                  <a:pt x="9723459" y="3060930"/>
                </a:cubicBezTo>
                <a:cubicBezTo>
                  <a:pt x="9703219" y="3060930"/>
                  <a:pt x="9686897" y="3068024"/>
                  <a:pt x="9674495" y="3082213"/>
                </a:cubicBezTo>
                <a:cubicBezTo>
                  <a:pt x="9662093" y="3096401"/>
                  <a:pt x="9655891" y="3116195"/>
                  <a:pt x="9655891" y="3141595"/>
                </a:cubicBezTo>
                <a:cubicBezTo>
                  <a:pt x="9655891" y="3153601"/>
                  <a:pt x="9657454" y="3164763"/>
                  <a:pt x="9660579" y="3175081"/>
                </a:cubicBezTo>
                <a:cubicBezTo>
                  <a:pt x="9663705" y="3185400"/>
                  <a:pt x="9668294" y="3194379"/>
                  <a:pt x="9674346" y="3202019"/>
                </a:cubicBezTo>
                <a:cubicBezTo>
                  <a:pt x="9680399" y="3209659"/>
                  <a:pt x="9687567" y="3215538"/>
                  <a:pt x="9695851" y="3219655"/>
                </a:cubicBezTo>
                <a:cubicBezTo>
                  <a:pt x="9704137" y="3223773"/>
                  <a:pt x="9713141" y="3225832"/>
                  <a:pt x="9722864" y="3225832"/>
                </a:cubicBezTo>
                <a:cubicBezTo>
                  <a:pt x="9730207" y="3225832"/>
                  <a:pt x="9736979" y="3224815"/>
                  <a:pt x="9743179" y="3222781"/>
                </a:cubicBezTo>
                <a:cubicBezTo>
                  <a:pt x="9749381" y="3220747"/>
                  <a:pt x="9755135" y="3217770"/>
                  <a:pt x="9760443" y="3213851"/>
                </a:cubicBezTo>
                <a:cubicBezTo>
                  <a:pt x="9765751" y="3209932"/>
                  <a:pt x="9771135" y="3204847"/>
                  <a:pt x="9776591" y="3198596"/>
                </a:cubicBezTo>
                <a:lnTo>
                  <a:pt x="9776591" y="3202615"/>
                </a:lnTo>
                <a:cubicBezTo>
                  <a:pt x="9776591" y="3210056"/>
                  <a:pt x="9778402" y="3215786"/>
                  <a:pt x="9782023" y="3219804"/>
                </a:cubicBezTo>
                <a:cubicBezTo>
                  <a:pt x="9785645" y="3223823"/>
                  <a:pt x="9790233" y="3225832"/>
                  <a:pt x="9795790" y="3225832"/>
                </a:cubicBezTo>
                <a:cubicBezTo>
                  <a:pt x="9801445" y="3225832"/>
                  <a:pt x="9806059" y="3223897"/>
                  <a:pt x="9809631" y="3220028"/>
                </a:cubicBezTo>
                <a:cubicBezTo>
                  <a:pt x="9813203" y="3216158"/>
                  <a:pt x="9814989" y="3210354"/>
                  <a:pt x="9814989" y="3202615"/>
                </a:cubicBezTo>
                <a:lnTo>
                  <a:pt x="9814989" y="3023426"/>
                </a:lnTo>
                <a:cubicBezTo>
                  <a:pt x="9814989" y="3015786"/>
                  <a:pt x="9813327" y="3010006"/>
                  <a:pt x="9810003" y="3006087"/>
                </a:cubicBezTo>
                <a:cubicBezTo>
                  <a:pt x="9806679" y="3002168"/>
                  <a:pt x="9801941" y="3000208"/>
                  <a:pt x="9795790" y="3000208"/>
                </a:cubicBezTo>
                <a:close/>
                <a:moveTo>
                  <a:pt x="7437460" y="3000208"/>
                </a:moveTo>
                <a:cubicBezTo>
                  <a:pt x="7431308" y="3000208"/>
                  <a:pt x="7426421" y="3002292"/>
                  <a:pt x="7422800" y="3006459"/>
                </a:cubicBezTo>
                <a:cubicBezTo>
                  <a:pt x="7419179" y="3010626"/>
                  <a:pt x="7417368" y="3016778"/>
                  <a:pt x="7417368" y="3024914"/>
                </a:cubicBezTo>
                <a:lnTo>
                  <a:pt x="7417368" y="3201126"/>
                </a:lnTo>
                <a:cubicBezTo>
                  <a:pt x="7417368" y="3209064"/>
                  <a:pt x="7419228" y="3215166"/>
                  <a:pt x="7422949" y="3219432"/>
                </a:cubicBezTo>
                <a:cubicBezTo>
                  <a:pt x="7426670" y="3223699"/>
                  <a:pt x="7431507" y="3225832"/>
                  <a:pt x="7437460" y="3225832"/>
                </a:cubicBezTo>
                <a:cubicBezTo>
                  <a:pt x="7443512" y="3225832"/>
                  <a:pt x="7448448" y="3223773"/>
                  <a:pt x="7452268" y="3219655"/>
                </a:cubicBezTo>
                <a:cubicBezTo>
                  <a:pt x="7456088" y="3215538"/>
                  <a:pt x="7457998" y="3209361"/>
                  <a:pt x="7457998" y="3201126"/>
                </a:cubicBezTo>
                <a:lnTo>
                  <a:pt x="7457998" y="3024914"/>
                </a:lnTo>
                <a:cubicBezTo>
                  <a:pt x="7457998" y="3016679"/>
                  <a:pt x="7456113" y="3010502"/>
                  <a:pt x="7452343" y="3006385"/>
                </a:cubicBezTo>
                <a:cubicBezTo>
                  <a:pt x="7448572" y="3002267"/>
                  <a:pt x="7443612" y="3000208"/>
                  <a:pt x="7437460" y="3000208"/>
                </a:cubicBezTo>
                <a:close/>
                <a:moveTo>
                  <a:pt x="5665810" y="3000208"/>
                </a:moveTo>
                <a:cubicBezTo>
                  <a:pt x="5659658" y="3000208"/>
                  <a:pt x="5654772" y="3002292"/>
                  <a:pt x="5651150" y="3006459"/>
                </a:cubicBezTo>
                <a:cubicBezTo>
                  <a:pt x="5647529" y="3010626"/>
                  <a:pt x="5645718" y="3016778"/>
                  <a:pt x="5645718" y="3024914"/>
                </a:cubicBezTo>
                <a:lnTo>
                  <a:pt x="5645718" y="3201126"/>
                </a:lnTo>
                <a:cubicBezTo>
                  <a:pt x="5645718" y="3209064"/>
                  <a:pt x="5647578" y="3215166"/>
                  <a:pt x="5651299" y="3219432"/>
                </a:cubicBezTo>
                <a:cubicBezTo>
                  <a:pt x="5655020" y="3223699"/>
                  <a:pt x="5659857" y="3225832"/>
                  <a:pt x="5665810" y="3225832"/>
                </a:cubicBezTo>
                <a:cubicBezTo>
                  <a:pt x="5671862" y="3225832"/>
                  <a:pt x="5676798" y="3223773"/>
                  <a:pt x="5680618" y="3219655"/>
                </a:cubicBezTo>
                <a:cubicBezTo>
                  <a:pt x="5684438" y="3215538"/>
                  <a:pt x="5686348" y="3209361"/>
                  <a:pt x="5686348" y="3201126"/>
                </a:cubicBezTo>
                <a:lnTo>
                  <a:pt x="5686348" y="3024914"/>
                </a:lnTo>
                <a:cubicBezTo>
                  <a:pt x="5686348" y="3016679"/>
                  <a:pt x="5684463" y="3010502"/>
                  <a:pt x="5680693" y="3006385"/>
                </a:cubicBezTo>
                <a:cubicBezTo>
                  <a:pt x="5676922" y="3002267"/>
                  <a:pt x="5671962" y="3000208"/>
                  <a:pt x="5665810" y="3000208"/>
                </a:cubicBezTo>
                <a:close/>
                <a:moveTo>
                  <a:pt x="4642765" y="3000208"/>
                </a:moveTo>
                <a:cubicBezTo>
                  <a:pt x="4636614" y="3000208"/>
                  <a:pt x="4631876" y="3002342"/>
                  <a:pt x="4628554" y="3006608"/>
                </a:cubicBezTo>
                <a:cubicBezTo>
                  <a:pt x="4625230" y="3010874"/>
                  <a:pt x="4623568" y="3017175"/>
                  <a:pt x="4623568" y="3025509"/>
                </a:cubicBezTo>
                <a:lnTo>
                  <a:pt x="4623568" y="3085487"/>
                </a:lnTo>
                <a:cubicBezTo>
                  <a:pt x="4615928" y="3077152"/>
                  <a:pt x="4608090" y="3070976"/>
                  <a:pt x="4600054" y="3066958"/>
                </a:cubicBezTo>
                <a:cubicBezTo>
                  <a:pt x="4592016" y="3062939"/>
                  <a:pt x="4582144" y="3060930"/>
                  <a:pt x="4570437" y="3060930"/>
                </a:cubicBezTo>
                <a:cubicBezTo>
                  <a:pt x="4550196" y="3060930"/>
                  <a:pt x="4533873" y="3068024"/>
                  <a:pt x="4521471" y="3082213"/>
                </a:cubicBezTo>
                <a:cubicBezTo>
                  <a:pt x="4509070" y="3096401"/>
                  <a:pt x="4502868" y="3116195"/>
                  <a:pt x="4502868" y="3141595"/>
                </a:cubicBezTo>
                <a:cubicBezTo>
                  <a:pt x="4502868" y="3153601"/>
                  <a:pt x="4504431" y="3164763"/>
                  <a:pt x="4507556" y="3175081"/>
                </a:cubicBezTo>
                <a:cubicBezTo>
                  <a:pt x="4510682" y="3185400"/>
                  <a:pt x="4515271" y="3194379"/>
                  <a:pt x="4521323" y="3202019"/>
                </a:cubicBezTo>
                <a:cubicBezTo>
                  <a:pt x="4527375" y="3209659"/>
                  <a:pt x="4534544" y="3215538"/>
                  <a:pt x="4542828" y="3219655"/>
                </a:cubicBezTo>
                <a:cubicBezTo>
                  <a:pt x="4551113" y="3223773"/>
                  <a:pt x="4560118" y="3225832"/>
                  <a:pt x="4569841" y="3225832"/>
                </a:cubicBezTo>
                <a:cubicBezTo>
                  <a:pt x="4577184" y="3225832"/>
                  <a:pt x="4583954" y="3224815"/>
                  <a:pt x="4590156" y="3222781"/>
                </a:cubicBezTo>
                <a:cubicBezTo>
                  <a:pt x="4596357" y="3220747"/>
                  <a:pt x="4602111" y="3217770"/>
                  <a:pt x="4607420" y="3213851"/>
                </a:cubicBezTo>
                <a:cubicBezTo>
                  <a:pt x="4612728" y="3209932"/>
                  <a:pt x="4618111" y="3204847"/>
                  <a:pt x="4623568" y="3198596"/>
                </a:cubicBezTo>
                <a:lnTo>
                  <a:pt x="4623568" y="3202615"/>
                </a:lnTo>
                <a:cubicBezTo>
                  <a:pt x="4623568" y="3210056"/>
                  <a:pt x="4625379" y="3215786"/>
                  <a:pt x="4629000" y="3219804"/>
                </a:cubicBezTo>
                <a:cubicBezTo>
                  <a:pt x="4632621" y="3223823"/>
                  <a:pt x="4637209" y="3225832"/>
                  <a:pt x="4642765" y="3225832"/>
                </a:cubicBezTo>
                <a:cubicBezTo>
                  <a:pt x="4648421" y="3225832"/>
                  <a:pt x="4653034" y="3223897"/>
                  <a:pt x="4656606" y="3220028"/>
                </a:cubicBezTo>
                <a:cubicBezTo>
                  <a:pt x="4660178" y="3216158"/>
                  <a:pt x="4661964" y="3210354"/>
                  <a:pt x="4661964" y="3202615"/>
                </a:cubicBezTo>
                <a:lnTo>
                  <a:pt x="4661964" y="3023426"/>
                </a:lnTo>
                <a:cubicBezTo>
                  <a:pt x="4661964" y="3015786"/>
                  <a:pt x="4660302" y="3010006"/>
                  <a:pt x="4656978" y="3006087"/>
                </a:cubicBezTo>
                <a:cubicBezTo>
                  <a:pt x="4653655" y="3002168"/>
                  <a:pt x="4648917" y="3000208"/>
                  <a:pt x="4642765" y="3000208"/>
                </a:cubicBezTo>
                <a:close/>
                <a:moveTo>
                  <a:pt x="3490243" y="3000208"/>
                </a:moveTo>
                <a:cubicBezTo>
                  <a:pt x="3484092" y="3000208"/>
                  <a:pt x="3479354" y="3002342"/>
                  <a:pt x="3476031" y="3006608"/>
                </a:cubicBezTo>
                <a:cubicBezTo>
                  <a:pt x="3472707" y="3010874"/>
                  <a:pt x="3471045" y="3017175"/>
                  <a:pt x="3471045" y="3025509"/>
                </a:cubicBezTo>
                <a:lnTo>
                  <a:pt x="3471045" y="3085487"/>
                </a:lnTo>
                <a:cubicBezTo>
                  <a:pt x="3463404" y="3077152"/>
                  <a:pt x="3455567" y="3070976"/>
                  <a:pt x="3447530" y="3066958"/>
                </a:cubicBezTo>
                <a:cubicBezTo>
                  <a:pt x="3439494" y="3062939"/>
                  <a:pt x="3429621" y="3060930"/>
                  <a:pt x="3417912" y="3060930"/>
                </a:cubicBezTo>
                <a:cubicBezTo>
                  <a:pt x="3397672" y="3060930"/>
                  <a:pt x="3381350" y="3068024"/>
                  <a:pt x="3368948" y="3082213"/>
                </a:cubicBezTo>
                <a:cubicBezTo>
                  <a:pt x="3356545" y="3096401"/>
                  <a:pt x="3350345" y="3116195"/>
                  <a:pt x="3350345" y="3141595"/>
                </a:cubicBezTo>
                <a:cubicBezTo>
                  <a:pt x="3350345" y="3153601"/>
                  <a:pt x="3351907" y="3164763"/>
                  <a:pt x="3355033" y="3175081"/>
                </a:cubicBezTo>
                <a:cubicBezTo>
                  <a:pt x="3358158" y="3185400"/>
                  <a:pt x="3362747" y="3194379"/>
                  <a:pt x="3368799" y="3202019"/>
                </a:cubicBezTo>
                <a:cubicBezTo>
                  <a:pt x="3374852" y="3209659"/>
                  <a:pt x="3382020" y="3215538"/>
                  <a:pt x="3390305" y="3219655"/>
                </a:cubicBezTo>
                <a:cubicBezTo>
                  <a:pt x="3398590" y="3223773"/>
                  <a:pt x="3407594" y="3225832"/>
                  <a:pt x="3417318" y="3225832"/>
                </a:cubicBezTo>
                <a:cubicBezTo>
                  <a:pt x="3424659" y="3225832"/>
                  <a:pt x="3431431" y="3224815"/>
                  <a:pt x="3437632" y="3222781"/>
                </a:cubicBezTo>
                <a:cubicBezTo>
                  <a:pt x="3443834" y="3220747"/>
                  <a:pt x="3449589" y="3217770"/>
                  <a:pt x="3454898" y="3213851"/>
                </a:cubicBezTo>
                <a:cubicBezTo>
                  <a:pt x="3460205" y="3209932"/>
                  <a:pt x="3465588" y="3204847"/>
                  <a:pt x="3471045" y="3198596"/>
                </a:cubicBezTo>
                <a:lnTo>
                  <a:pt x="3471045" y="3202615"/>
                </a:lnTo>
                <a:cubicBezTo>
                  <a:pt x="3471045" y="3210056"/>
                  <a:pt x="3472855" y="3215786"/>
                  <a:pt x="3476476" y="3219804"/>
                </a:cubicBezTo>
                <a:cubicBezTo>
                  <a:pt x="3480098" y="3223823"/>
                  <a:pt x="3484688" y="3225832"/>
                  <a:pt x="3490243" y="3225832"/>
                </a:cubicBezTo>
                <a:cubicBezTo>
                  <a:pt x="3495898" y="3225832"/>
                  <a:pt x="3500514" y="3223897"/>
                  <a:pt x="3504085" y="3220028"/>
                </a:cubicBezTo>
                <a:cubicBezTo>
                  <a:pt x="3507657" y="3216158"/>
                  <a:pt x="3509442" y="3210354"/>
                  <a:pt x="3509442" y="3202615"/>
                </a:cubicBezTo>
                <a:lnTo>
                  <a:pt x="3509442" y="3023426"/>
                </a:lnTo>
                <a:cubicBezTo>
                  <a:pt x="3509442" y="3015786"/>
                  <a:pt x="3507781" y="3010006"/>
                  <a:pt x="3504457" y="3006087"/>
                </a:cubicBezTo>
                <a:cubicBezTo>
                  <a:pt x="3501133" y="3002168"/>
                  <a:pt x="3496395" y="3000208"/>
                  <a:pt x="3490243" y="3000208"/>
                </a:cubicBezTo>
                <a:close/>
                <a:moveTo>
                  <a:pt x="10593955" y="2772650"/>
                </a:moveTo>
                <a:lnTo>
                  <a:pt x="10593955" y="2778454"/>
                </a:lnTo>
                <a:cubicBezTo>
                  <a:pt x="10593955" y="2792544"/>
                  <a:pt x="10592119" y="2802664"/>
                  <a:pt x="10588449" y="2808815"/>
                </a:cubicBezTo>
                <a:cubicBezTo>
                  <a:pt x="10585273" y="2814372"/>
                  <a:pt x="10580288" y="2818911"/>
                  <a:pt x="10573491" y="2822433"/>
                </a:cubicBezTo>
                <a:cubicBezTo>
                  <a:pt x="10566695" y="2825955"/>
                  <a:pt x="10559278" y="2827717"/>
                  <a:pt x="10551241" y="2827717"/>
                </a:cubicBezTo>
                <a:cubicBezTo>
                  <a:pt x="10543701" y="2827717"/>
                  <a:pt x="10537599" y="2825559"/>
                  <a:pt x="10532935" y="2821243"/>
                </a:cubicBezTo>
                <a:cubicBezTo>
                  <a:pt x="10528273" y="2816927"/>
                  <a:pt x="10525941" y="2811693"/>
                  <a:pt x="10525941" y="2805541"/>
                </a:cubicBezTo>
                <a:cubicBezTo>
                  <a:pt x="10525941" y="2799588"/>
                  <a:pt x="10527925" y="2794950"/>
                  <a:pt x="10531893" y="2791626"/>
                </a:cubicBezTo>
                <a:cubicBezTo>
                  <a:pt x="10535863" y="2788302"/>
                  <a:pt x="10540030" y="2786069"/>
                  <a:pt x="10544395" y="2784928"/>
                </a:cubicBezTo>
                <a:cubicBezTo>
                  <a:pt x="10548761" y="2783787"/>
                  <a:pt x="10556624" y="2782002"/>
                  <a:pt x="10567985" y="2779571"/>
                </a:cubicBezTo>
                <a:cubicBezTo>
                  <a:pt x="10579345" y="2777140"/>
                  <a:pt x="10588002" y="2774833"/>
                  <a:pt x="10593955" y="2772650"/>
                </a:cubicBezTo>
                <a:close/>
                <a:moveTo>
                  <a:pt x="7707881" y="2772650"/>
                </a:moveTo>
                <a:lnTo>
                  <a:pt x="7707881" y="2778454"/>
                </a:lnTo>
                <a:cubicBezTo>
                  <a:pt x="7707881" y="2792544"/>
                  <a:pt x="7706045" y="2802664"/>
                  <a:pt x="7702374" y="2808815"/>
                </a:cubicBezTo>
                <a:cubicBezTo>
                  <a:pt x="7699199" y="2814372"/>
                  <a:pt x="7694213" y="2818911"/>
                  <a:pt x="7687417" y="2822433"/>
                </a:cubicBezTo>
                <a:cubicBezTo>
                  <a:pt x="7680620" y="2825955"/>
                  <a:pt x="7673204" y="2827717"/>
                  <a:pt x="7665167" y="2827717"/>
                </a:cubicBezTo>
                <a:cubicBezTo>
                  <a:pt x="7657626" y="2827717"/>
                  <a:pt x="7651524" y="2825559"/>
                  <a:pt x="7646861" y="2821243"/>
                </a:cubicBezTo>
                <a:cubicBezTo>
                  <a:pt x="7642198" y="2816927"/>
                  <a:pt x="7639866" y="2811693"/>
                  <a:pt x="7639866" y="2805541"/>
                </a:cubicBezTo>
                <a:cubicBezTo>
                  <a:pt x="7639866" y="2799588"/>
                  <a:pt x="7641850" y="2794950"/>
                  <a:pt x="7645819" y="2791626"/>
                </a:cubicBezTo>
                <a:cubicBezTo>
                  <a:pt x="7649788" y="2788302"/>
                  <a:pt x="7653955" y="2786069"/>
                  <a:pt x="7658321" y="2784928"/>
                </a:cubicBezTo>
                <a:cubicBezTo>
                  <a:pt x="7662686" y="2783787"/>
                  <a:pt x="7670549" y="2782002"/>
                  <a:pt x="7681910" y="2779571"/>
                </a:cubicBezTo>
                <a:cubicBezTo>
                  <a:pt x="7693270" y="2777140"/>
                  <a:pt x="7701927" y="2774833"/>
                  <a:pt x="7707881" y="2772650"/>
                </a:cubicBezTo>
                <a:close/>
                <a:moveTo>
                  <a:pt x="6822055" y="2772650"/>
                </a:moveTo>
                <a:lnTo>
                  <a:pt x="6822055" y="2778454"/>
                </a:lnTo>
                <a:cubicBezTo>
                  <a:pt x="6822055" y="2792544"/>
                  <a:pt x="6820220" y="2802664"/>
                  <a:pt x="6816549" y="2808815"/>
                </a:cubicBezTo>
                <a:cubicBezTo>
                  <a:pt x="6813374" y="2814372"/>
                  <a:pt x="6808388" y="2818911"/>
                  <a:pt x="6801592" y="2822433"/>
                </a:cubicBezTo>
                <a:cubicBezTo>
                  <a:pt x="6794795" y="2825955"/>
                  <a:pt x="6787378" y="2827717"/>
                  <a:pt x="6779342" y="2827717"/>
                </a:cubicBezTo>
                <a:cubicBezTo>
                  <a:pt x="6771801" y="2827717"/>
                  <a:pt x="6765699" y="2825559"/>
                  <a:pt x="6761036" y="2821243"/>
                </a:cubicBezTo>
                <a:cubicBezTo>
                  <a:pt x="6756373" y="2816927"/>
                  <a:pt x="6754041" y="2811693"/>
                  <a:pt x="6754041" y="2805541"/>
                </a:cubicBezTo>
                <a:cubicBezTo>
                  <a:pt x="6754041" y="2799588"/>
                  <a:pt x="6756025" y="2794950"/>
                  <a:pt x="6759994" y="2791626"/>
                </a:cubicBezTo>
                <a:cubicBezTo>
                  <a:pt x="6763963" y="2788302"/>
                  <a:pt x="6768130" y="2786069"/>
                  <a:pt x="6772496" y="2784928"/>
                </a:cubicBezTo>
                <a:cubicBezTo>
                  <a:pt x="6776861" y="2783787"/>
                  <a:pt x="6784724" y="2782002"/>
                  <a:pt x="6796085" y="2779571"/>
                </a:cubicBezTo>
                <a:cubicBezTo>
                  <a:pt x="6807446" y="2777140"/>
                  <a:pt x="6816102" y="2774833"/>
                  <a:pt x="6822055" y="2772650"/>
                </a:cubicBezTo>
                <a:close/>
                <a:moveTo>
                  <a:pt x="4821806" y="2772650"/>
                </a:moveTo>
                <a:lnTo>
                  <a:pt x="4821806" y="2778454"/>
                </a:lnTo>
                <a:cubicBezTo>
                  <a:pt x="4821806" y="2792544"/>
                  <a:pt x="4819970" y="2802664"/>
                  <a:pt x="4816299" y="2808815"/>
                </a:cubicBezTo>
                <a:cubicBezTo>
                  <a:pt x="4813124" y="2814372"/>
                  <a:pt x="4808138" y="2818911"/>
                  <a:pt x="4801342" y="2822433"/>
                </a:cubicBezTo>
                <a:cubicBezTo>
                  <a:pt x="4794545" y="2825955"/>
                  <a:pt x="4787129" y="2827717"/>
                  <a:pt x="4779092" y="2827717"/>
                </a:cubicBezTo>
                <a:cubicBezTo>
                  <a:pt x="4771551" y="2827717"/>
                  <a:pt x="4765450" y="2825559"/>
                  <a:pt x="4760786" y="2821243"/>
                </a:cubicBezTo>
                <a:cubicBezTo>
                  <a:pt x="4756123" y="2816927"/>
                  <a:pt x="4753791" y="2811693"/>
                  <a:pt x="4753791" y="2805541"/>
                </a:cubicBezTo>
                <a:cubicBezTo>
                  <a:pt x="4753791" y="2799588"/>
                  <a:pt x="4755776" y="2794950"/>
                  <a:pt x="4759744" y="2791626"/>
                </a:cubicBezTo>
                <a:cubicBezTo>
                  <a:pt x="4763713" y="2788302"/>
                  <a:pt x="4767880" y="2786069"/>
                  <a:pt x="4772246" y="2784928"/>
                </a:cubicBezTo>
                <a:cubicBezTo>
                  <a:pt x="4776611" y="2783787"/>
                  <a:pt x="4784474" y="2782002"/>
                  <a:pt x="4795835" y="2779571"/>
                </a:cubicBezTo>
                <a:cubicBezTo>
                  <a:pt x="4807196" y="2777140"/>
                  <a:pt x="4815852" y="2774833"/>
                  <a:pt x="4821806" y="2772650"/>
                </a:cubicBezTo>
                <a:close/>
                <a:moveTo>
                  <a:pt x="4088381" y="2772650"/>
                </a:moveTo>
                <a:lnTo>
                  <a:pt x="4088381" y="2778454"/>
                </a:lnTo>
                <a:cubicBezTo>
                  <a:pt x="4088381" y="2792544"/>
                  <a:pt x="4086545" y="2802664"/>
                  <a:pt x="4082875" y="2808815"/>
                </a:cubicBezTo>
                <a:cubicBezTo>
                  <a:pt x="4079699" y="2814372"/>
                  <a:pt x="4074714" y="2818911"/>
                  <a:pt x="4067917" y="2822433"/>
                </a:cubicBezTo>
                <a:cubicBezTo>
                  <a:pt x="4061122" y="2825955"/>
                  <a:pt x="4053704" y="2827717"/>
                  <a:pt x="4045667" y="2827717"/>
                </a:cubicBezTo>
                <a:cubicBezTo>
                  <a:pt x="4038127" y="2827717"/>
                  <a:pt x="4032025" y="2825559"/>
                  <a:pt x="4027361" y="2821243"/>
                </a:cubicBezTo>
                <a:cubicBezTo>
                  <a:pt x="4022699" y="2816927"/>
                  <a:pt x="4020367" y="2811693"/>
                  <a:pt x="4020367" y="2805541"/>
                </a:cubicBezTo>
                <a:cubicBezTo>
                  <a:pt x="4020367" y="2799588"/>
                  <a:pt x="4022352" y="2794950"/>
                  <a:pt x="4026320" y="2791626"/>
                </a:cubicBezTo>
                <a:cubicBezTo>
                  <a:pt x="4030289" y="2788302"/>
                  <a:pt x="4034456" y="2786069"/>
                  <a:pt x="4038821" y="2784928"/>
                </a:cubicBezTo>
                <a:cubicBezTo>
                  <a:pt x="4043187" y="2783787"/>
                  <a:pt x="4051050" y="2782002"/>
                  <a:pt x="4062411" y="2779571"/>
                </a:cubicBezTo>
                <a:cubicBezTo>
                  <a:pt x="4073771" y="2777140"/>
                  <a:pt x="4082428" y="2774833"/>
                  <a:pt x="4088381" y="2772650"/>
                </a:cubicBezTo>
                <a:close/>
                <a:moveTo>
                  <a:pt x="8944493" y="2719519"/>
                </a:moveTo>
                <a:cubicBezTo>
                  <a:pt x="8951637" y="2719519"/>
                  <a:pt x="8958210" y="2721577"/>
                  <a:pt x="8964213" y="2725695"/>
                </a:cubicBezTo>
                <a:cubicBezTo>
                  <a:pt x="8970216" y="2729812"/>
                  <a:pt x="8974979" y="2735766"/>
                  <a:pt x="8978500" y="2743554"/>
                </a:cubicBezTo>
                <a:cubicBezTo>
                  <a:pt x="8982023" y="2751343"/>
                  <a:pt x="8983783" y="2760645"/>
                  <a:pt x="8983783" y="2771460"/>
                </a:cubicBezTo>
                <a:cubicBezTo>
                  <a:pt x="8983783" y="2782969"/>
                  <a:pt x="8982023" y="2792568"/>
                  <a:pt x="8978500" y="2800258"/>
                </a:cubicBezTo>
                <a:cubicBezTo>
                  <a:pt x="8974979" y="2807947"/>
                  <a:pt x="8970265" y="2813652"/>
                  <a:pt x="8964361" y="2817373"/>
                </a:cubicBezTo>
                <a:cubicBezTo>
                  <a:pt x="8958459" y="2821094"/>
                  <a:pt x="8951935" y="2822954"/>
                  <a:pt x="8944791" y="2822954"/>
                </a:cubicBezTo>
                <a:cubicBezTo>
                  <a:pt x="8937746" y="2822954"/>
                  <a:pt x="8931247" y="2820994"/>
                  <a:pt x="8925294" y="2817075"/>
                </a:cubicBezTo>
                <a:cubicBezTo>
                  <a:pt x="8919341" y="2813156"/>
                  <a:pt x="8914653" y="2807327"/>
                  <a:pt x="8911230" y="2799588"/>
                </a:cubicBezTo>
                <a:cubicBezTo>
                  <a:pt x="8907807" y="2791849"/>
                  <a:pt x="8906095" y="2782473"/>
                  <a:pt x="8906095" y="2771460"/>
                </a:cubicBezTo>
                <a:cubicBezTo>
                  <a:pt x="8906095" y="2761042"/>
                  <a:pt x="8907708" y="2751889"/>
                  <a:pt x="8910932" y="2744001"/>
                </a:cubicBezTo>
                <a:cubicBezTo>
                  <a:pt x="8914157" y="2736113"/>
                  <a:pt x="8918696" y="2730060"/>
                  <a:pt x="8924550" y="2725844"/>
                </a:cubicBezTo>
                <a:cubicBezTo>
                  <a:pt x="8930404" y="2721627"/>
                  <a:pt x="8937051" y="2719519"/>
                  <a:pt x="8944493" y="2719519"/>
                </a:cubicBezTo>
                <a:close/>
                <a:moveTo>
                  <a:pt x="6611166" y="2719519"/>
                </a:moveTo>
                <a:cubicBezTo>
                  <a:pt x="6618707" y="2719519"/>
                  <a:pt x="6625305" y="2721627"/>
                  <a:pt x="6630960" y="2725844"/>
                </a:cubicBezTo>
                <a:cubicBezTo>
                  <a:pt x="6636616" y="2730060"/>
                  <a:pt x="6640981" y="2736038"/>
                  <a:pt x="6644057" y="2743777"/>
                </a:cubicBezTo>
                <a:cubicBezTo>
                  <a:pt x="6647133" y="2751517"/>
                  <a:pt x="6648671" y="2760744"/>
                  <a:pt x="6648671" y="2771460"/>
                </a:cubicBezTo>
                <a:cubicBezTo>
                  <a:pt x="6648671" y="2788029"/>
                  <a:pt x="6644975" y="2800754"/>
                  <a:pt x="6637583" y="2809634"/>
                </a:cubicBezTo>
                <a:cubicBezTo>
                  <a:pt x="6630191" y="2818514"/>
                  <a:pt x="6621385" y="2822954"/>
                  <a:pt x="6611166" y="2822954"/>
                </a:cubicBezTo>
                <a:cubicBezTo>
                  <a:pt x="6599160" y="2822954"/>
                  <a:pt x="6589462" y="2818613"/>
                  <a:pt x="6582070" y="2809932"/>
                </a:cubicBezTo>
                <a:cubicBezTo>
                  <a:pt x="6574678" y="2801250"/>
                  <a:pt x="6570982" y="2788823"/>
                  <a:pt x="6570982" y="2772650"/>
                </a:cubicBezTo>
                <a:cubicBezTo>
                  <a:pt x="6570982" y="2761637"/>
                  <a:pt x="6572719" y="2752137"/>
                  <a:pt x="6576191" y="2744150"/>
                </a:cubicBezTo>
                <a:cubicBezTo>
                  <a:pt x="6579664" y="2736162"/>
                  <a:pt x="6584426" y="2730060"/>
                  <a:pt x="6590479" y="2725844"/>
                </a:cubicBezTo>
                <a:cubicBezTo>
                  <a:pt x="6596531" y="2721627"/>
                  <a:pt x="6603427" y="2719519"/>
                  <a:pt x="6611166" y="2719519"/>
                </a:cubicBezTo>
                <a:close/>
                <a:moveTo>
                  <a:pt x="6144442" y="2719519"/>
                </a:moveTo>
                <a:cubicBezTo>
                  <a:pt x="6156347" y="2719519"/>
                  <a:pt x="6165947" y="2724132"/>
                  <a:pt x="6173239" y="2733360"/>
                </a:cubicBezTo>
                <a:cubicBezTo>
                  <a:pt x="6180532" y="2742587"/>
                  <a:pt x="6184178" y="2755485"/>
                  <a:pt x="6184178" y="2772055"/>
                </a:cubicBezTo>
                <a:cubicBezTo>
                  <a:pt x="6184178" y="2782473"/>
                  <a:pt x="6182293" y="2791328"/>
                  <a:pt x="6178523" y="2798621"/>
                </a:cubicBezTo>
                <a:cubicBezTo>
                  <a:pt x="6174753" y="2805913"/>
                  <a:pt x="6169866" y="2811370"/>
                  <a:pt x="6163863" y="2814992"/>
                </a:cubicBezTo>
                <a:cubicBezTo>
                  <a:pt x="6157860" y="2818613"/>
                  <a:pt x="6151486" y="2820424"/>
                  <a:pt x="6144739" y="2820424"/>
                </a:cubicBezTo>
                <a:cubicBezTo>
                  <a:pt x="6133328" y="2820424"/>
                  <a:pt x="6124027" y="2816207"/>
                  <a:pt x="6116833" y="2807774"/>
                </a:cubicBezTo>
                <a:cubicBezTo>
                  <a:pt x="6109640" y="2799340"/>
                  <a:pt x="6106043" y="2786888"/>
                  <a:pt x="6106043" y="2770418"/>
                </a:cubicBezTo>
                <a:cubicBezTo>
                  <a:pt x="6106043" y="2754146"/>
                  <a:pt x="6109541" y="2741595"/>
                  <a:pt x="6116536" y="2732764"/>
                </a:cubicBezTo>
                <a:cubicBezTo>
                  <a:pt x="6123531" y="2723934"/>
                  <a:pt x="6132832" y="2719519"/>
                  <a:pt x="6144442" y="2719519"/>
                </a:cubicBezTo>
                <a:close/>
                <a:moveTo>
                  <a:pt x="10382768" y="2719518"/>
                </a:moveTo>
                <a:cubicBezTo>
                  <a:pt x="10389813" y="2719518"/>
                  <a:pt x="10396237" y="2721577"/>
                  <a:pt x="10402041" y="2725695"/>
                </a:cubicBezTo>
                <a:cubicBezTo>
                  <a:pt x="10407845" y="2729812"/>
                  <a:pt x="10412385" y="2735716"/>
                  <a:pt x="10415659" y="2743405"/>
                </a:cubicBezTo>
                <a:cubicBezTo>
                  <a:pt x="10418933" y="2751095"/>
                  <a:pt x="10420571" y="2760297"/>
                  <a:pt x="10420571" y="2771013"/>
                </a:cubicBezTo>
                <a:cubicBezTo>
                  <a:pt x="10420571" y="2782126"/>
                  <a:pt x="10418835" y="2791601"/>
                  <a:pt x="10415361" y="2799439"/>
                </a:cubicBezTo>
                <a:cubicBezTo>
                  <a:pt x="10411889" y="2807277"/>
                  <a:pt x="10407275" y="2813156"/>
                  <a:pt x="10401521" y="2817075"/>
                </a:cubicBezTo>
                <a:cubicBezTo>
                  <a:pt x="10395766" y="2820994"/>
                  <a:pt x="10389515" y="2822954"/>
                  <a:pt x="10382768" y="2822954"/>
                </a:cubicBezTo>
                <a:cubicBezTo>
                  <a:pt x="10371457" y="2822954"/>
                  <a:pt x="10361982" y="2818464"/>
                  <a:pt x="10354342" y="2809485"/>
                </a:cubicBezTo>
                <a:cubicBezTo>
                  <a:pt x="10346702" y="2800506"/>
                  <a:pt x="10342882" y="2787930"/>
                  <a:pt x="10342882" y="2771757"/>
                </a:cubicBezTo>
                <a:cubicBezTo>
                  <a:pt x="10342882" y="2754592"/>
                  <a:pt x="10346727" y="2741595"/>
                  <a:pt x="10354416" y="2732764"/>
                </a:cubicBezTo>
                <a:cubicBezTo>
                  <a:pt x="10362106" y="2723934"/>
                  <a:pt x="10371557" y="2719518"/>
                  <a:pt x="10382768" y="2719518"/>
                </a:cubicBezTo>
                <a:close/>
                <a:moveTo>
                  <a:pt x="11031659" y="2719221"/>
                </a:moveTo>
                <a:cubicBezTo>
                  <a:pt x="11043962" y="2719221"/>
                  <a:pt x="11053759" y="2723835"/>
                  <a:pt x="11061052" y="2733062"/>
                </a:cubicBezTo>
                <a:cubicBezTo>
                  <a:pt x="11068345" y="2742289"/>
                  <a:pt x="11071991" y="2755188"/>
                  <a:pt x="11071991" y="2771757"/>
                </a:cubicBezTo>
                <a:cubicBezTo>
                  <a:pt x="11071991" y="2788128"/>
                  <a:pt x="11068345" y="2800952"/>
                  <a:pt x="11061052" y="2810229"/>
                </a:cubicBezTo>
                <a:cubicBezTo>
                  <a:pt x="11053759" y="2819506"/>
                  <a:pt x="11043962" y="2824145"/>
                  <a:pt x="11031659" y="2824145"/>
                </a:cubicBezTo>
                <a:cubicBezTo>
                  <a:pt x="11023523" y="2824145"/>
                  <a:pt x="11016453" y="2822036"/>
                  <a:pt x="11010451" y="2817819"/>
                </a:cubicBezTo>
                <a:cubicBezTo>
                  <a:pt x="11004448" y="2813603"/>
                  <a:pt x="10999835" y="2807526"/>
                  <a:pt x="10996609" y="2799588"/>
                </a:cubicBezTo>
                <a:cubicBezTo>
                  <a:pt x="10993385" y="2791651"/>
                  <a:pt x="10991773" y="2782374"/>
                  <a:pt x="10991773" y="2771757"/>
                </a:cubicBezTo>
                <a:cubicBezTo>
                  <a:pt x="10991773" y="2761042"/>
                  <a:pt x="10993409" y="2751665"/>
                  <a:pt x="10996684" y="2743629"/>
                </a:cubicBezTo>
                <a:cubicBezTo>
                  <a:pt x="10999958" y="2735592"/>
                  <a:pt x="11004622" y="2729515"/>
                  <a:pt x="11010674" y="2725397"/>
                </a:cubicBezTo>
                <a:cubicBezTo>
                  <a:pt x="11016727" y="2721280"/>
                  <a:pt x="11023721" y="2719221"/>
                  <a:pt x="11031659" y="2719221"/>
                </a:cubicBezTo>
                <a:close/>
                <a:moveTo>
                  <a:pt x="9136183" y="2719221"/>
                </a:moveTo>
                <a:cubicBezTo>
                  <a:pt x="9148487" y="2719221"/>
                  <a:pt x="9158285" y="2723835"/>
                  <a:pt x="9165577" y="2733062"/>
                </a:cubicBezTo>
                <a:cubicBezTo>
                  <a:pt x="9172869" y="2742289"/>
                  <a:pt x="9176516" y="2755188"/>
                  <a:pt x="9176516" y="2771757"/>
                </a:cubicBezTo>
                <a:cubicBezTo>
                  <a:pt x="9176516" y="2788128"/>
                  <a:pt x="9172869" y="2800952"/>
                  <a:pt x="9165577" y="2810229"/>
                </a:cubicBezTo>
                <a:cubicBezTo>
                  <a:pt x="9158285" y="2819506"/>
                  <a:pt x="9148487" y="2824145"/>
                  <a:pt x="9136183" y="2824145"/>
                </a:cubicBezTo>
                <a:cubicBezTo>
                  <a:pt x="9128048" y="2824145"/>
                  <a:pt x="9120979" y="2822036"/>
                  <a:pt x="9114975" y="2817819"/>
                </a:cubicBezTo>
                <a:cubicBezTo>
                  <a:pt x="9108973" y="2813603"/>
                  <a:pt x="9104359" y="2807526"/>
                  <a:pt x="9101135" y="2799588"/>
                </a:cubicBezTo>
                <a:cubicBezTo>
                  <a:pt x="9097911" y="2791651"/>
                  <a:pt x="9096297" y="2782374"/>
                  <a:pt x="9096297" y="2771757"/>
                </a:cubicBezTo>
                <a:cubicBezTo>
                  <a:pt x="9096297" y="2761042"/>
                  <a:pt x="9097935" y="2751665"/>
                  <a:pt x="9101209" y="2743629"/>
                </a:cubicBezTo>
                <a:cubicBezTo>
                  <a:pt x="9104483" y="2735592"/>
                  <a:pt x="9109147" y="2729515"/>
                  <a:pt x="9115199" y="2725397"/>
                </a:cubicBezTo>
                <a:cubicBezTo>
                  <a:pt x="9121251" y="2721280"/>
                  <a:pt x="9128246" y="2719221"/>
                  <a:pt x="9136183" y="2719221"/>
                </a:cubicBezTo>
                <a:close/>
                <a:moveTo>
                  <a:pt x="6421559" y="2719221"/>
                </a:moveTo>
                <a:cubicBezTo>
                  <a:pt x="6433862" y="2719221"/>
                  <a:pt x="6443660" y="2723835"/>
                  <a:pt x="6450953" y="2733062"/>
                </a:cubicBezTo>
                <a:cubicBezTo>
                  <a:pt x="6458245" y="2742289"/>
                  <a:pt x="6461891" y="2755188"/>
                  <a:pt x="6461891" y="2771757"/>
                </a:cubicBezTo>
                <a:cubicBezTo>
                  <a:pt x="6461891" y="2788128"/>
                  <a:pt x="6458245" y="2800952"/>
                  <a:pt x="6450953" y="2810229"/>
                </a:cubicBezTo>
                <a:cubicBezTo>
                  <a:pt x="6443660" y="2819506"/>
                  <a:pt x="6433862" y="2824145"/>
                  <a:pt x="6421559" y="2824145"/>
                </a:cubicBezTo>
                <a:cubicBezTo>
                  <a:pt x="6413423" y="2824145"/>
                  <a:pt x="6406354" y="2822036"/>
                  <a:pt x="6400351" y="2817819"/>
                </a:cubicBezTo>
                <a:cubicBezTo>
                  <a:pt x="6394348" y="2813603"/>
                  <a:pt x="6389734" y="2807526"/>
                  <a:pt x="6386510" y="2799588"/>
                </a:cubicBezTo>
                <a:cubicBezTo>
                  <a:pt x="6383285" y="2791651"/>
                  <a:pt x="6381673" y="2782374"/>
                  <a:pt x="6381673" y="2771757"/>
                </a:cubicBezTo>
                <a:cubicBezTo>
                  <a:pt x="6381673" y="2761042"/>
                  <a:pt x="6383310" y="2751665"/>
                  <a:pt x="6386584" y="2743629"/>
                </a:cubicBezTo>
                <a:cubicBezTo>
                  <a:pt x="6389859" y="2735592"/>
                  <a:pt x="6394522" y="2729515"/>
                  <a:pt x="6400575" y="2725397"/>
                </a:cubicBezTo>
                <a:cubicBezTo>
                  <a:pt x="6406626" y="2721280"/>
                  <a:pt x="6413621" y="2719221"/>
                  <a:pt x="6421559" y="2719221"/>
                </a:cubicBezTo>
                <a:close/>
                <a:moveTo>
                  <a:pt x="5802434" y="2719221"/>
                </a:moveTo>
                <a:cubicBezTo>
                  <a:pt x="5814738" y="2719221"/>
                  <a:pt x="5824535" y="2723835"/>
                  <a:pt x="5831828" y="2733062"/>
                </a:cubicBezTo>
                <a:cubicBezTo>
                  <a:pt x="5839120" y="2742289"/>
                  <a:pt x="5842766" y="2755188"/>
                  <a:pt x="5842766" y="2771757"/>
                </a:cubicBezTo>
                <a:cubicBezTo>
                  <a:pt x="5842766" y="2788128"/>
                  <a:pt x="5839120" y="2800952"/>
                  <a:pt x="5831828" y="2810229"/>
                </a:cubicBezTo>
                <a:cubicBezTo>
                  <a:pt x="5824535" y="2819506"/>
                  <a:pt x="5814738" y="2824145"/>
                  <a:pt x="5802434" y="2824145"/>
                </a:cubicBezTo>
                <a:cubicBezTo>
                  <a:pt x="5794298" y="2824145"/>
                  <a:pt x="5787228" y="2822036"/>
                  <a:pt x="5781226" y="2817819"/>
                </a:cubicBezTo>
                <a:cubicBezTo>
                  <a:pt x="5775224" y="2813603"/>
                  <a:pt x="5770609" y="2807526"/>
                  <a:pt x="5767385" y="2799588"/>
                </a:cubicBezTo>
                <a:cubicBezTo>
                  <a:pt x="5764161" y="2791651"/>
                  <a:pt x="5762548" y="2782374"/>
                  <a:pt x="5762548" y="2771757"/>
                </a:cubicBezTo>
                <a:cubicBezTo>
                  <a:pt x="5762548" y="2761042"/>
                  <a:pt x="5764185" y="2751665"/>
                  <a:pt x="5767459" y="2743629"/>
                </a:cubicBezTo>
                <a:cubicBezTo>
                  <a:pt x="5770734" y="2735592"/>
                  <a:pt x="5775397" y="2729515"/>
                  <a:pt x="5781449" y="2725397"/>
                </a:cubicBezTo>
                <a:cubicBezTo>
                  <a:pt x="5787501" y="2721280"/>
                  <a:pt x="5794496" y="2719221"/>
                  <a:pt x="5802434" y="2719221"/>
                </a:cubicBezTo>
                <a:close/>
                <a:moveTo>
                  <a:pt x="8583436" y="2717137"/>
                </a:moveTo>
                <a:cubicBezTo>
                  <a:pt x="8594053" y="2717137"/>
                  <a:pt x="8602611" y="2720585"/>
                  <a:pt x="8609109" y="2727481"/>
                </a:cubicBezTo>
                <a:cubicBezTo>
                  <a:pt x="8615608" y="2734376"/>
                  <a:pt x="8619354" y="2744770"/>
                  <a:pt x="8620346" y="2758660"/>
                </a:cubicBezTo>
                <a:lnTo>
                  <a:pt x="8546676" y="2758660"/>
                </a:lnTo>
                <a:cubicBezTo>
                  <a:pt x="8548065" y="2744968"/>
                  <a:pt x="8552009" y="2734625"/>
                  <a:pt x="8558507" y="2727630"/>
                </a:cubicBezTo>
                <a:cubicBezTo>
                  <a:pt x="8565006" y="2720635"/>
                  <a:pt x="8573316" y="2717137"/>
                  <a:pt x="8583436" y="2717137"/>
                </a:cubicBezTo>
                <a:close/>
                <a:moveTo>
                  <a:pt x="8126236" y="2717137"/>
                </a:moveTo>
                <a:cubicBezTo>
                  <a:pt x="8136853" y="2717137"/>
                  <a:pt x="8145411" y="2720585"/>
                  <a:pt x="8151909" y="2727481"/>
                </a:cubicBezTo>
                <a:cubicBezTo>
                  <a:pt x="8158408" y="2734376"/>
                  <a:pt x="8162154" y="2744770"/>
                  <a:pt x="8163146" y="2758660"/>
                </a:cubicBezTo>
                <a:lnTo>
                  <a:pt x="8089476" y="2758660"/>
                </a:lnTo>
                <a:cubicBezTo>
                  <a:pt x="8090865" y="2744968"/>
                  <a:pt x="8094809" y="2734625"/>
                  <a:pt x="8101308" y="2727630"/>
                </a:cubicBezTo>
                <a:cubicBezTo>
                  <a:pt x="8107806" y="2720635"/>
                  <a:pt x="8116116" y="2717137"/>
                  <a:pt x="8126236" y="2717137"/>
                </a:cubicBezTo>
                <a:close/>
                <a:moveTo>
                  <a:pt x="5325887" y="2717137"/>
                </a:moveTo>
                <a:cubicBezTo>
                  <a:pt x="5336503" y="2717137"/>
                  <a:pt x="5345060" y="2720585"/>
                  <a:pt x="5351560" y="2727481"/>
                </a:cubicBezTo>
                <a:cubicBezTo>
                  <a:pt x="5358058" y="2734376"/>
                  <a:pt x="5361803" y="2744770"/>
                  <a:pt x="5362796" y="2758660"/>
                </a:cubicBezTo>
                <a:lnTo>
                  <a:pt x="5289126" y="2758660"/>
                </a:lnTo>
                <a:cubicBezTo>
                  <a:pt x="5290515" y="2744968"/>
                  <a:pt x="5294459" y="2734625"/>
                  <a:pt x="5300958" y="2727630"/>
                </a:cubicBezTo>
                <a:cubicBezTo>
                  <a:pt x="5307457" y="2720635"/>
                  <a:pt x="5315766" y="2717137"/>
                  <a:pt x="5325887" y="2717137"/>
                </a:cubicBezTo>
                <a:close/>
                <a:moveTo>
                  <a:pt x="4325763" y="2717137"/>
                </a:moveTo>
                <a:cubicBezTo>
                  <a:pt x="4336379" y="2717137"/>
                  <a:pt x="4344936" y="2720585"/>
                  <a:pt x="4351435" y="2727481"/>
                </a:cubicBezTo>
                <a:cubicBezTo>
                  <a:pt x="4357935" y="2734376"/>
                  <a:pt x="4361680" y="2744770"/>
                  <a:pt x="4362672" y="2758660"/>
                </a:cubicBezTo>
                <a:lnTo>
                  <a:pt x="4289001" y="2758660"/>
                </a:lnTo>
                <a:cubicBezTo>
                  <a:pt x="4290390" y="2744968"/>
                  <a:pt x="4294335" y="2734625"/>
                  <a:pt x="4300834" y="2727630"/>
                </a:cubicBezTo>
                <a:cubicBezTo>
                  <a:pt x="4307333" y="2720635"/>
                  <a:pt x="4315642" y="2717137"/>
                  <a:pt x="4325763" y="2717137"/>
                </a:cubicBezTo>
                <a:close/>
                <a:moveTo>
                  <a:pt x="7221361" y="2717137"/>
                </a:moveTo>
                <a:cubicBezTo>
                  <a:pt x="7231978" y="2717137"/>
                  <a:pt x="7240535" y="2720585"/>
                  <a:pt x="7247034" y="2727481"/>
                </a:cubicBezTo>
                <a:cubicBezTo>
                  <a:pt x="7253533" y="2734376"/>
                  <a:pt x="7257278" y="2744770"/>
                  <a:pt x="7258271" y="2758660"/>
                </a:cubicBezTo>
                <a:lnTo>
                  <a:pt x="7184601" y="2758660"/>
                </a:lnTo>
                <a:cubicBezTo>
                  <a:pt x="7185990" y="2744968"/>
                  <a:pt x="7189934" y="2734625"/>
                  <a:pt x="7196433" y="2727630"/>
                </a:cubicBezTo>
                <a:cubicBezTo>
                  <a:pt x="7202931" y="2720635"/>
                  <a:pt x="7211241" y="2717137"/>
                  <a:pt x="7221361" y="2717137"/>
                </a:cubicBezTo>
                <a:close/>
                <a:moveTo>
                  <a:pt x="11031659" y="2689158"/>
                </a:moveTo>
                <a:cubicBezTo>
                  <a:pt x="11019554" y="2689158"/>
                  <a:pt x="11008491" y="2691117"/>
                  <a:pt x="10998470" y="2695036"/>
                </a:cubicBezTo>
                <a:cubicBezTo>
                  <a:pt x="10988449" y="2698955"/>
                  <a:pt x="10979917" y="2704536"/>
                  <a:pt x="10972871" y="2711779"/>
                </a:cubicBezTo>
                <a:cubicBezTo>
                  <a:pt x="10965827" y="2719022"/>
                  <a:pt x="10960420" y="2727754"/>
                  <a:pt x="10956649" y="2737973"/>
                </a:cubicBezTo>
                <a:cubicBezTo>
                  <a:pt x="10952879" y="2748193"/>
                  <a:pt x="10950993" y="2759454"/>
                  <a:pt x="10950993" y="2771757"/>
                </a:cubicBezTo>
                <a:cubicBezTo>
                  <a:pt x="10950993" y="2783961"/>
                  <a:pt x="10952854" y="2795098"/>
                  <a:pt x="10956575" y="2805169"/>
                </a:cubicBezTo>
                <a:cubicBezTo>
                  <a:pt x="10960295" y="2815240"/>
                  <a:pt x="10965753" y="2823971"/>
                  <a:pt x="10972946" y="2831363"/>
                </a:cubicBezTo>
                <a:cubicBezTo>
                  <a:pt x="10980139" y="2838755"/>
                  <a:pt x="10988647" y="2844435"/>
                  <a:pt x="10998470" y="2848404"/>
                </a:cubicBezTo>
                <a:cubicBezTo>
                  <a:pt x="11008293" y="2852372"/>
                  <a:pt x="11019356" y="2854357"/>
                  <a:pt x="11031659" y="2854357"/>
                </a:cubicBezTo>
                <a:cubicBezTo>
                  <a:pt x="11044061" y="2854357"/>
                  <a:pt x="11055223" y="2852397"/>
                  <a:pt x="11065145" y="2848478"/>
                </a:cubicBezTo>
                <a:cubicBezTo>
                  <a:pt x="11075067" y="2844559"/>
                  <a:pt x="11083599" y="2838928"/>
                  <a:pt x="11090743" y="2831586"/>
                </a:cubicBezTo>
                <a:cubicBezTo>
                  <a:pt x="11097887" y="2824244"/>
                  <a:pt x="11103345" y="2815463"/>
                  <a:pt x="11107115" y="2805243"/>
                </a:cubicBezTo>
                <a:cubicBezTo>
                  <a:pt x="11110885" y="2795024"/>
                  <a:pt x="11112770" y="2783862"/>
                  <a:pt x="11112770" y="2771757"/>
                </a:cubicBezTo>
                <a:cubicBezTo>
                  <a:pt x="11112770" y="2759553"/>
                  <a:pt x="11110909" y="2748391"/>
                  <a:pt x="11107189" y="2738271"/>
                </a:cubicBezTo>
                <a:cubicBezTo>
                  <a:pt x="11103468" y="2728151"/>
                  <a:pt x="11098036" y="2719419"/>
                  <a:pt x="11090892" y="2712077"/>
                </a:cubicBezTo>
                <a:cubicBezTo>
                  <a:pt x="11083749" y="2704735"/>
                  <a:pt x="11075167" y="2699079"/>
                  <a:pt x="11065145" y="2695111"/>
                </a:cubicBezTo>
                <a:cubicBezTo>
                  <a:pt x="11055124" y="2691142"/>
                  <a:pt x="11043962" y="2689158"/>
                  <a:pt x="11031659" y="2689158"/>
                </a:cubicBezTo>
                <a:close/>
                <a:moveTo>
                  <a:pt x="10321451" y="2689158"/>
                </a:moveTo>
                <a:cubicBezTo>
                  <a:pt x="10315597" y="2689158"/>
                  <a:pt x="10310983" y="2691068"/>
                  <a:pt x="10307609" y="2694887"/>
                </a:cubicBezTo>
                <a:cubicBezTo>
                  <a:pt x="10304237" y="2698707"/>
                  <a:pt x="10302549" y="2704487"/>
                  <a:pt x="10302549" y="2712226"/>
                </a:cubicBezTo>
                <a:lnTo>
                  <a:pt x="10302549" y="2887545"/>
                </a:lnTo>
                <a:cubicBezTo>
                  <a:pt x="10302549" y="2896376"/>
                  <a:pt x="10303790" y="2903098"/>
                  <a:pt x="10306271" y="2907712"/>
                </a:cubicBezTo>
                <a:cubicBezTo>
                  <a:pt x="10308751" y="2912325"/>
                  <a:pt x="10313811" y="2914632"/>
                  <a:pt x="10321451" y="2914632"/>
                </a:cubicBezTo>
                <a:cubicBezTo>
                  <a:pt x="10334449" y="2914632"/>
                  <a:pt x="10340947" y="2905702"/>
                  <a:pt x="10340947" y="2887843"/>
                </a:cubicBezTo>
                <a:lnTo>
                  <a:pt x="10340947" y="2826824"/>
                </a:lnTo>
                <a:cubicBezTo>
                  <a:pt x="10348091" y="2835852"/>
                  <a:pt x="10355607" y="2842699"/>
                  <a:pt x="10363495" y="2847362"/>
                </a:cubicBezTo>
                <a:cubicBezTo>
                  <a:pt x="10371383" y="2852025"/>
                  <a:pt x="10381131" y="2854357"/>
                  <a:pt x="10392739" y="2854357"/>
                </a:cubicBezTo>
                <a:cubicBezTo>
                  <a:pt x="10402364" y="2854357"/>
                  <a:pt x="10411368" y="2852447"/>
                  <a:pt x="10419751" y="2848627"/>
                </a:cubicBezTo>
                <a:cubicBezTo>
                  <a:pt x="10428136" y="2844807"/>
                  <a:pt x="10435403" y="2839350"/>
                  <a:pt x="10441555" y="2832256"/>
                </a:cubicBezTo>
                <a:cubicBezTo>
                  <a:pt x="10447707" y="2825162"/>
                  <a:pt x="10452544" y="2816381"/>
                  <a:pt x="10456066" y="2805913"/>
                </a:cubicBezTo>
                <a:cubicBezTo>
                  <a:pt x="10459588" y="2795446"/>
                  <a:pt x="10461349" y="2783961"/>
                  <a:pt x="10461349" y="2771460"/>
                </a:cubicBezTo>
                <a:cubicBezTo>
                  <a:pt x="10461349" y="2754493"/>
                  <a:pt x="10458298" y="2739809"/>
                  <a:pt x="10452196" y="2727406"/>
                </a:cubicBezTo>
                <a:cubicBezTo>
                  <a:pt x="10446095" y="2715004"/>
                  <a:pt x="10437785" y="2705578"/>
                  <a:pt x="10427267" y="2699129"/>
                </a:cubicBezTo>
                <a:cubicBezTo>
                  <a:pt x="10416751" y="2692680"/>
                  <a:pt x="10405241" y="2689455"/>
                  <a:pt x="10392739" y="2689455"/>
                </a:cubicBezTo>
                <a:cubicBezTo>
                  <a:pt x="10382321" y="2689455"/>
                  <a:pt x="10372995" y="2691663"/>
                  <a:pt x="10364759" y="2696078"/>
                </a:cubicBezTo>
                <a:cubicBezTo>
                  <a:pt x="10356525" y="2700493"/>
                  <a:pt x="10348587" y="2707414"/>
                  <a:pt x="10340947" y="2716840"/>
                </a:cubicBezTo>
                <a:lnTo>
                  <a:pt x="10340947" y="2711928"/>
                </a:lnTo>
                <a:cubicBezTo>
                  <a:pt x="10340947" y="2704586"/>
                  <a:pt x="10339137" y="2698955"/>
                  <a:pt x="10335515" y="2695036"/>
                </a:cubicBezTo>
                <a:cubicBezTo>
                  <a:pt x="10331893" y="2691117"/>
                  <a:pt x="10327205" y="2689158"/>
                  <a:pt x="10321451" y="2689158"/>
                </a:cubicBezTo>
                <a:close/>
                <a:moveTo>
                  <a:pt x="10053560" y="2689158"/>
                </a:moveTo>
                <a:cubicBezTo>
                  <a:pt x="10047806" y="2689158"/>
                  <a:pt x="10043167" y="2691142"/>
                  <a:pt x="10039645" y="2695111"/>
                </a:cubicBezTo>
                <a:cubicBezTo>
                  <a:pt x="10036123" y="2699079"/>
                  <a:pt x="10034361" y="2704884"/>
                  <a:pt x="10034361" y="2712524"/>
                </a:cubicBezTo>
                <a:lnTo>
                  <a:pt x="10034361" y="2828758"/>
                </a:lnTo>
                <a:cubicBezTo>
                  <a:pt x="10034361" y="2837192"/>
                  <a:pt x="10036321" y="2843567"/>
                  <a:pt x="10040240" y="2847883"/>
                </a:cubicBezTo>
                <a:cubicBezTo>
                  <a:pt x="10044159" y="2852199"/>
                  <a:pt x="10049195" y="2854357"/>
                  <a:pt x="10055346" y="2854357"/>
                </a:cubicBezTo>
                <a:cubicBezTo>
                  <a:pt x="10061597" y="2854357"/>
                  <a:pt x="10066633" y="2852199"/>
                  <a:pt x="10070452" y="2847883"/>
                </a:cubicBezTo>
                <a:cubicBezTo>
                  <a:pt x="10074272" y="2843567"/>
                  <a:pt x="10076182" y="2837192"/>
                  <a:pt x="10076182" y="2828758"/>
                </a:cubicBezTo>
                <a:lnTo>
                  <a:pt x="10076182" y="2773841"/>
                </a:lnTo>
                <a:cubicBezTo>
                  <a:pt x="10076182" y="2756775"/>
                  <a:pt x="10078291" y="2743678"/>
                  <a:pt x="10082507" y="2734550"/>
                </a:cubicBezTo>
                <a:cubicBezTo>
                  <a:pt x="10086725" y="2725422"/>
                  <a:pt x="10095480" y="2720858"/>
                  <a:pt x="10108775" y="2720858"/>
                </a:cubicBezTo>
                <a:cubicBezTo>
                  <a:pt x="10115423" y="2720858"/>
                  <a:pt x="10120285" y="2722669"/>
                  <a:pt x="10123361" y="2726290"/>
                </a:cubicBezTo>
                <a:cubicBezTo>
                  <a:pt x="10126437" y="2729912"/>
                  <a:pt x="10128322" y="2734550"/>
                  <a:pt x="10129016" y="2740206"/>
                </a:cubicBezTo>
                <a:cubicBezTo>
                  <a:pt x="10129711" y="2745861"/>
                  <a:pt x="10130058" y="2753799"/>
                  <a:pt x="10130058" y="2764018"/>
                </a:cubicBezTo>
                <a:lnTo>
                  <a:pt x="10130058" y="2828758"/>
                </a:lnTo>
                <a:cubicBezTo>
                  <a:pt x="10130058" y="2837291"/>
                  <a:pt x="10131968" y="2843691"/>
                  <a:pt x="10135787" y="2847957"/>
                </a:cubicBezTo>
                <a:cubicBezTo>
                  <a:pt x="10139608" y="2852224"/>
                  <a:pt x="10144593" y="2854357"/>
                  <a:pt x="10150745" y="2854357"/>
                </a:cubicBezTo>
                <a:cubicBezTo>
                  <a:pt x="10157095" y="2854357"/>
                  <a:pt x="10162205" y="2852224"/>
                  <a:pt x="10166074" y="2847957"/>
                </a:cubicBezTo>
                <a:cubicBezTo>
                  <a:pt x="10169943" y="2843691"/>
                  <a:pt x="10171879" y="2837291"/>
                  <a:pt x="10171879" y="2828758"/>
                </a:cubicBezTo>
                <a:lnTo>
                  <a:pt x="10171879" y="2774734"/>
                </a:lnTo>
                <a:cubicBezTo>
                  <a:pt x="10171879" y="2757370"/>
                  <a:pt x="10173367" y="2745266"/>
                  <a:pt x="10176343" y="2738420"/>
                </a:cubicBezTo>
                <a:cubicBezTo>
                  <a:pt x="10179022" y="2733062"/>
                  <a:pt x="10182768" y="2728795"/>
                  <a:pt x="10187580" y="2725620"/>
                </a:cubicBezTo>
                <a:cubicBezTo>
                  <a:pt x="10192393" y="2722445"/>
                  <a:pt x="10197477" y="2720858"/>
                  <a:pt x="10202835" y="2720858"/>
                </a:cubicBezTo>
                <a:cubicBezTo>
                  <a:pt x="10209483" y="2720858"/>
                  <a:pt x="10214443" y="2722644"/>
                  <a:pt x="10217717" y="2726216"/>
                </a:cubicBezTo>
                <a:cubicBezTo>
                  <a:pt x="10220992" y="2729788"/>
                  <a:pt x="10223001" y="2734203"/>
                  <a:pt x="10223745" y="2739461"/>
                </a:cubicBezTo>
                <a:cubicBezTo>
                  <a:pt x="10224489" y="2744720"/>
                  <a:pt x="10224861" y="2751715"/>
                  <a:pt x="10224861" y="2760446"/>
                </a:cubicBezTo>
                <a:lnTo>
                  <a:pt x="10224861" y="2828758"/>
                </a:lnTo>
                <a:cubicBezTo>
                  <a:pt x="10224861" y="2837192"/>
                  <a:pt x="10226821" y="2843567"/>
                  <a:pt x="10230740" y="2847883"/>
                </a:cubicBezTo>
                <a:cubicBezTo>
                  <a:pt x="10234659" y="2852199"/>
                  <a:pt x="10239695" y="2854357"/>
                  <a:pt x="10245846" y="2854357"/>
                </a:cubicBezTo>
                <a:cubicBezTo>
                  <a:pt x="10252196" y="2854357"/>
                  <a:pt x="10257306" y="2852224"/>
                  <a:pt x="10261175" y="2847957"/>
                </a:cubicBezTo>
                <a:cubicBezTo>
                  <a:pt x="10265045" y="2843691"/>
                  <a:pt x="10266979" y="2837291"/>
                  <a:pt x="10266979" y="2828758"/>
                </a:cubicBezTo>
                <a:lnTo>
                  <a:pt x="10266979" y="2749433"/>
                </a:lnTo>
                <a:cubicBezTo>
                  <a:pt x="10266979" y="2733657"/>
                  <a:pt x="10265243" y="2722098"/>
                  <a:pt x="10261771" y="2714756"/>
                </a:cubicBezTo>
                <a:cubicBezTo>
                  <a:pt x="10257803" y="2706620"/>
                  <a:pt x="10251799" y="2700369"/>
                  <a:pt x="10243763" y="2696004"/>
                </a:cubicBezTo>
                <a:cubicBezTo>
                  <a:pt x="10235725" y="2691638"/>
                  <a:pt x="10226151" y="2689455"/>
                  <a:pt x="10215039" y="2689455"/>
                </a:cubicBezTo>
                <a:cubicBezTo>
                  <a:pt x="10205513" y="2689455"/>
                  <a:pt x="10196832" y="2691464"/>
                  <a:pt x="10188993" y="2695483"/>
                </a:cubicBezTo>
                <a:cubicBezTo>
                  <a:pt x="10181156" y="2699501"/>
                  <a:pt x="10173813" y="2705677"/>
                  <a:pt x="10166967" y="2714012"/>
                </a:cubicBezTo>
                <a:cubicBezTo>
                  <a:pt x="10162205" y="2705777"/>
                  <a:pt x="10156153" y="2699625"/>
                  <a:pt x="10148810" y="2695557"/>
                </a:cubicBezTo>
                <a:cubicBezTo>
                  <a:pt x="10141468" y="2691489"/>
                  <a:pt x="10132687" y="2689455"/>
                  <a:pt x="10122467" y="2689455"/>
                </a:cubicBezTo>
                <a:cubicBezTo>
                  <a:pt x="10112645" y="2689455"/>
                  <a:pt x="10103715" y="2691440"/>
                  <a:pt x="10095679" y="2695408"/>
                </a:cubicBezTo>
                <a:cubicBezTo>
                  <a:pt x="10087642" y="2699377"/>
                  <a:pt x="10080101" y="2705578"/>
                  <a:pt x="10073057" y="2714012"/>
                </a:cubicBezTo>
                <a:lnTo>
                  <a:pt x="10073057" y="2710142"/>
                </a:lnTo>
                <a:cubicBezTo>
                  <a:pt x="10073057" y="2703594"/>
                  <a:pt x="10071196" y="2698459"/>
                  <a:pt x="10067475" y="2694739"/>
                </a:cubicBezTo>
                <a:cubicBezTo>
                  <a:pt x="10063755" y="2691018"/>
                  <a:pt x="10059117" y="2689158"/>
                  <a:pt x="10053560" y="2689158"/>
                </a:cubicBezTo>
                <a:close/>
                <a:moveTo>
                  <a:pt x="9971109" y="2689158"/>
                </a:moveTo>
                <a:cubicBezTo>
                  <a:pt x="9965156" y="2689158"/>
                  <a:pt x="9960319" y="2691192"/>
                  <a:pt x="9956599" y="2695260"/>
                </a:cubicBezTo>
                <a:cubicBezTo>
                  <a:pt x="9952878" y="2699327"/>
                  <a:pt x="9951017" y="2705380"/>
                  <a:pt x="9951017" y="2713417"/>
                </a:cubicBezTo>
                <a:lnTo>
                  <a:pt x="9951017" y="2829651"/>
                </a:lnTo>
                <a:cubicBezTo>
                  <a:pt x="9951017" y="2837589"/>
                  <a:pt x="9952878" y="2843691"/>
                  <a:pt x="9956599" y="2847957"/>
                </a:cubicBezTo>
                <a:cubicBezTo>
                  <a:pt x="9960319" y="2852224"/>
                  <a:pt x="9965156" y="2854357"/>
                  <a:pt x="9971109" y="2854357"/>
                </a:cubicBezTo>
                <a:cubicBezTo>
                  <a:pt x="9977063" y="2854357"/>
                  <a:pt x="9981974" y="2852273"/>
                  <a:pt x="9985843" y="2848106"/>
                </a:cubicBezTo>
                <a:cubicBezTo>
                  <a:pt x="9989713" y="2843939"/>
                  <a:pt x="9991647" y="2837787"/>
                  <a:pt x="9991647" y="2829651"/>
                </a:cubicBezTo>
                <a:lnTo>
                  <a:pt x="9991647" y="2712226"/>
                </a:lnTo>
                <a:cubicBezTo>
                  <a:pt x="9991647" y="2704983"/>
                  <a:pt x="9989713" y="2699327"/>
                  <a:pt x="9985843" y="2695260"/>
                </a:cubicBezTo>
                <a:cubicBezTo>
                  <a:pt x="9981974" y="2691192"/>
                  <a:pt x="9977063" y="2689158"/>
                  <a:pt x="9971109" y="2689158"/>
                </a:cubicBezTo>
                <a:close/>
                <a:moveTo>
                  <a:pt x="9616303" y="2689158"/>
                </a:moveTo>
                <a:cubicBezTo>
                  <a:pt x="9610449" y="2689158"/>
                  <a:pt x="9605835" y="2691068"/>
                  <a:pt x="9602462" y="2694887"/>
                </a:cubicBezTo>
                <a:cubicBezTo>
                  <a:pt x="9599089" y="2698707"/>
                  <a:pt x="9597402" y="2704487"/>
                  <a:pt x="9597402" y="2712226"/>
                </a:cubicBezTo>
                <a:lnTo>
                  <a:pt x="9597402" y="2829651"/>
                </a:lnTo>
                <a:cubicBezTo>
                  <a:pt x="9597402" y="2837589"/>
                  <a:pt x="9599287" y="2843691"/>
                  <a:pt x="9603057" y="2847957"/>
                </a:cubicBezTo>
                <a:cubicBezTo>
                  <a:pt x="9606828" y="2852224"/>
                  <a:pt x="9611640" y="2854357"/>
                  <a:pt x="9617493" y="2854357"/>
                </a:cubicBezTo>
                <a:cubicBezTo>
                  <a:pt x="9623546" y="2854357"/>
                  <a:pt x="9628483" y="2852298"/>
                  <a:pt x="9632302" y="2848180"/>
                </a:cubicBezTo>
                <a:cubicBezTo>
                  <a:pt x="9636122" y="2844063"/>
                  <a:pt x="9638032" y="2837886"/>
                  <a:pt x="9638032" y="2829651"/>
                </a:cubicBezTo>
                <a:lnTo>
                  <a:pt x="9638032" y="2778752"/>
                </a:lnTo>
                <a:cubicBezTo>
                  <a:pt x="9638032" y="2762183"/>
                  <a:pt x="9639025" y="2750872"/>
                  <a:pt x="9641009" y="2744819"/>
                </a:cubicBezTo>
                <a:cubicBezTo>
                  <a:pt x="9643787" y="2737279"/>
                  <a:pt x="9648153" y="2731350"/>
                  <a:pt x="9654105" y="2727034"/>
                </a:cubicBezTo>
                <a:cubicBezTo>
                  <a:pt x="9660059" y="2722718"/>
                  <a:pt x="9666657" y="2720560"/>
                  <a:pt x="9673899" y="2720560"/>
                </a:cubicBezTo>
                <a:cubicBezTo>
                  <a:pt x="9685013" y="2720560"/>
                  <a:pt x="9692429" y="2724107"/>
                  <a:pt x="9696149" y="2731201"/>
                </a:cubicBezTo>
                <a:cubicBezTo>
                  <a:pt x="9699870" y="2738296"/>
                  <a:pt x="9701731" y="2748540"/>
                  <a:pt x="9701731" y="2761935"/>
                </a:cubicBezTo>
                <a:lnTo>
                  <a:pt x="9701731" y="2829651"/>
                </a:lnTo>
                <a:cubicBezTo>
                  <a:pt x="9701731" y="2837589"/>
                  <a:pt x="9703616" y="2843691"/>
                  <a:pt x="9707386" y="2847957"/>
                </a:cubicBezTo>
                <a:cubicBezTo>
                  <a:pt x="9711157" y="2852224"/>
                  <a:pt x="9716068" y="2854357"/>
                  <a:pt x="9722120" y="2854357"/>
                </a:cubicBezTo>
                <a:cubicBezTo>
                  <a:pt x="9728073" y="2854357"/>
                  <a:pt x="9732910" y="2852273"/>
                  <a:pt x="9736631" y="2848106"/>
                </a:cubicBezTo>
                <a:cubicBezTo>
                  <a:pt x="9740351" y="2843939"/>
                  <a:pt x="9742211" y="2837787"/>
                  <a:pt x="9742211" y="2829651"/>
                </a:cubicBezTo>
                <a:lnTo>
                  <a:pt x="9742211" y="2754047"/>
                </a:lnTo>
                <a:cubicBezTo>
                  <a:pt x="9742211" y="2745117"/>
                  <a:pt x="9741815" y="2737775"/>
                  <a:pt x="9741021" y="2732020"/>
                </a:cubicBezTo>
                <a:cubicBezTo>
                  <a:pt x="9740227" y="2726265"/>
                  <a:pt x="9738491" y="2720908"/>
                  <a:pt x="9735812" y="2715947"/>
                </a:cubicBezTo>
                <a:cubicBezTo>
                  <a:pt x="9731645" y="2707414"/>
                  <a:pt x="9725345" y="2700816"/>
                  <a:pt x="9716911" y="2696152"/>
                </a:cubicBezTo>
                <a:cubicBezTo>
                  <a:pt x="9708477" y="2691489"/>
                  <a:pt x="9698903" y="2689158"/>
                  <a:pt x="9688187" y="2689158"/>
                </a:cubicBezTo>
                <a:cubicBezTo>
                  <a:pt x="9677174" y="2689158"/>
                  <a:pt x="9667425" y="2691365"/>
                  <a:pt x="9658943" y="2695780"/>
                </a:cubicBezTo>
                <a:cubicBezTo>
                  <a:pt x="9650459" y="2700196"/>
                  <a:pt x="9642645" y="2707116"/>
                  <a:pt x="9635502" y="2716542"/>
                </a:cubicBezTo>
                <a:lnTo>
                  <a:pt x="9635502" y="2711631"/>
                </a:lnTo>
                <a:cubicBezTo>
                  <a:pt x="9635502" y="2706769"/>
                  <a:pt x="9634634" y="2702651"/>
                  <a:pt x="9632897" y="2699278"/>
                </a:cubicBezTo>
                <a:cubicBezTo>
                  <a:pt x="9631161" y="2695904"/>
                  <a:pt x="9628855" y="2693374"/>
                  <a:pt x="9625977" y="2691688"/>
                </a:cubicBezTo>
                <a:cubicBezTo>
                  <a:pt x="9623100" y="2690001"/>
                  <a:pt x="9619875" y="2689158"/>
                  <a:pt x="9616303" y="2689158"/>
                </a:cubicBezTo>
                <a:close/>
                <a:moveTo>
                  <a:pt x="9436519" y="2689158"/>
                </a:moveTo>
                <a:cubicBezTo>
                  <a:pt x="9430467" y="2689158"/>
                  <a:pt x="9425605" y="2691167"/>
                  <a:pt x="9421933" y="2695185"/>
                </a:cubicBezTo>
                <a:cubicBezTo>
                  <a:pt x="9418263" y="2699203"/>
                  <a:pt x="9416427" y="2705281"/>
                  <a:pt x="9416427" y="2713417"/>
                </a:cubicBezTo>
                <a:lnTo>
                  <a:pt x="9416427" y="2793933"/>
                </a:lnTo>
                <a:cubicBezTo>
                  <a:pt x="9416427" y="2810105"/>
                  <a:pt x="9418957" y="2822508"/>
                  <a:pt x="9424017" y="2831140"/>
                </a:cubicBezTo>
                <a:cubicBezTo>
                  <a:pt x="9428283" y="2838283"/>
                  <a:pt x="9434311" y="2843889"/>
                  <a:pt x="9442100" y="2847957"/>
                </a:cubicBezTo>
                <a:cubicBezTo>
                  <a:pt x="9449889" y="2852025"/>
                  <a:pt x="9458694" y="2854059"/>
                  <a:pt x="9468517" y="2854059"/>
                </a:cubicBezTo>
                <a:cubicBezTo>
                  <a:pt x="9476653" y="2854059"/>
                  <a:pt x="9483896" y="2853042"/>
                  <a:pt x="9490245" y="2851008"/>
                </a:cubicBezTo>
                <a:cubicBezTo>
                  <a:pt x="9496596" y="2848974"/>
                  <a:pt x="9502449" y="2845874"/>
                  <a:pt x="9507807" y="2841706"/>
                </a:cubicBezTo>
                <a:cubicBezTo>
                  <a:pt x="9513165" y="2837539"/>
                  <a:pt x="9518275" y="2832380"/>
                  <a:pt x="9523137" y="2826228"/>
                </a:cubicBezTo>
                <a:lnTo>
                  <a:pt x="9523137" y="2831437"/>
                </a:lnTo>
                <a:cubicBezTo>
                  <a:pt x="9523137" y="2838680"/>
                  <a:pt x="9524947" y="2844311"/>
                  <a:pt x="9528569" y="2848329"/>
                </a:cubicBezTo>
                <a:cubicBezTo>
                  <a:pt x="9532191" y="2852348"/>
                  <a:pt x="9536779" y="2854357"/>
                  <a:pt x="9542335" y="2854357"/>
                </a:cubicBezTo>
                <a:cubicBezTo>
                  <a:pt x="9547892" y="2854357"/>
                  <a:pt x="9552431" y="2852422"/>
                  <a:pt x="9555953" y="2848552"/>
                </a:cubicBezTo>
                <a:cubicBezTo>
                  <a:pt x="9559475" y="2844683"/>
                  <a:pt x="9561237" y="2838879"/>
                  <a:pt x="9561237" y="2831140"/>
                </a:cubicBezTo>
                <a:lnTo>
                  <a:pt x="9561237" y="2713417"/>
                </a:lnTo>
                <a:cubicBezTo>
                  <a:pt x="9561237" y="2705281"/>
                  <a:pt x="9559401" y="2699203"/>
                  <a:pt x="9555730" y="2695185"/>
                </a:cubicBezTo>
                <a:cubicBezTo>
                  <a:pt x="9552059" y="2691167"/>
                  <a:pt x="9547197" y="2689158"/>
                  <a:pt x="9541145" y="2689158"/>
                </a:cubicBezTo>
                <a:cubicBezTo>
                  <a:pt x="9535093" y="2689158"/>
                  <a:pt x="9530181" y="2691192"/>
                  <a:pt x="9526411" y="2695260"/>
                </a:cubicBezTo>
                <a:cubicBezTo>
                  <a:pt x="9522641" y="2699327"/>
                  <a:pt x="9520755" y="2705380"/>
                  <a:pt x="9520755" y="2713417"/>
                </a:cubicBezTo>
                <a:lnTo>
                  <a:pt x="9520755" y="2762827"/>
                </a:lnTo>
                <a:cubicBezTo>
                  <a:pt x="9520755" y="2782274"/>
                  <a:pt x="9519615" y="2794875"/>
                  <a:pt x="9517333" y="2800630"/>
                </a:cubicBezTo>
                <a:cubicBezTo>
                  <a:pt x="9514555" y="2807178"/>
                  <a:pt x="9510139" y="2812486"/>
                  <a:pt x="9504087" y="2816554"/>
                </a:cubicBezTo>
                <a:cubicBezTo>
                  <a:pt x="9498035" y="2820622"/>
                  <a:pt x="9491585" y="2822656"/>
                  <a:pt x="9484739" y="2822656"/>
                </a:cubicBezTo>
                <a:cubicBezTo>
                  <a:pt x="9477695" y="2822656"/>
                  <a:pt x="9472113" y="2820846"/>
                  <a:pt x="9467996" y="2817224"/>
                </a:cubicBezTo>
                <a:cubicBezTo>
                  <a:pt x="9463879" y="2813603"/>
                  <a:pt x="9461026" y="2808592"/>
                  <a:pt x="9459438" y="2802193"/>
                </a:cubicBezTo>
                <a:cubicBezTo>
                  <a:pt x="9457851" y="2795793"/>
                  <a:pt x="9457057" y="2787880"/>
                  <a:pt x="9457057" y="2778454"/>
                </a:cubicBezTo>
                <a:lnTo>
                  <a:pt x="9457057" y="2713417"/>
                </a:lnTo>
                <a:cubicBezTo>
                  <a:pt x="9457057" y="2705380"/>
                  <a:pt x="9455172" y="2699327"/>
                  <a:pt x="9451401" y="2695260"/>
                </a:cubicBezTo>
                <a:cubicBezTo>
                  <a:pt x="9447631" y="2691192"/>
                  <a:pt x="9442671" y="2689158"/>
                  <a:pt x="9436519" y="2689158"/>
                </a:cubicBezTo>
                <a:close/>
                <a:moveTo>
                  <a:pt x="9136183" y="2689158"/>
                </a:moveTo>
                <a:cubicBezTo>
                  <a:pt x="9124079" y="2689158"/>
                  <a:pt x="9113017" y="2691117"/>
                  <a:pt x="9102995" y="2695036"/>
                </a:cubicBezTo>
                <a:cubicBezTo>
                  <a:pt x="9092974" y="2698955"/>
                  <a:pt x="9084441" y="2704536"/>
                  <a:pt x="9077397" y="2711779"/>
                </a:cubicBezTo>
                <a:cubicBezTo>
                  <a:pt x="9070352" y="2719022"/>
                  <a:pt x="9064945" y="2727754"/>
                  <a:pt x="9061174" y="2737973"/>
                </a:cubicBezTo>
                <a:cubicBezTo>
                  <a:pt x="9057404" y="2748193"/>
                  <a:pt x="9055519" y="2759454"/>
                  <a:pt x="9055519" y="2771757"/>
                </a:cubicBezTo>
                <a:cubicBezTo>
                  <a:pt x="9055519" y="2783961"/>
                  <a:pt x="9057379" y="2795098"/>
                  <a:pt x="9061100" y="2805169"/>
                </a:cubicBezTo>
                <a:cubicBezTo>
                  <a:pt x="9064821" y="2815240"/>
                  <a:pt x="9070277" y="2823971"/>
                  <a:pt x="9077471" y="2831363"/>
                </a:cubicBezTo>
                <a:cubicBezTo>
                  <a:pt x="9084665" y="2838755"/>
                  <a:pt x="9093172" y="2844435"/>
                  <a:pt x="9102995" y="2848404"/>
                </a:cubicBezTo>
                <a:cubicBezTo>
                  <a:pt x="9112817" y="2852372"/>
                  <a:pt x="9123881" y="2854357"/>
                  <a:pt x="9136183" y="2854357"/>
                </a:cubicBezTo>
                <a:cubicBezTo>
                  <a:pt x="9148587" y="2854357"/>
                  <a:pt x="9159749" y="2852397"/>
                  <a:pt x="9169670" y="2848478"/>
                </a:cubicBezTo>
                <a:cubicBezTo>
                  <a:pt x="9179592" y="2844559"/>
                  <a:pt x="9188125" y="2838928"/>
                  <a:pt x="9195269" y="2831586"/>
                </a:cubicBezTo>
                <a:cubicBezTo>
                  <a:pt x="9202412" y="2824244"/>
                  <a:pt x="9207869" y="2815463"/>
                  <a:pt x="9211639" y="2805243"/>
                </a:cubicBezTo>
                <a:cubicBezTo>
                  <a:pt x="9215410" y="2795024"/>
                  <a:pt x="9217295" y="2783862"/>
                  <a:pt x="9217295" y="2771757"/>
                </a:cubicBezTo>
                <a:cubicBezTo>
                  <a:pt x="9217295" y="2759553"/>
                  <a:pt x="9215435" y="2748391"/>
                  <a:pt x="9211714" y="2738271"/>
                </a:cubicBezTo>
                <a:cubicBezTo>
                  <a:pt x="9207993" y="2728151"/>
                  <a:pt x="9202561" y="2719419"/>
                  <a:pt x="9195417" y="2712077"/>
                </a:cubicBezTo>
                <a:cubicBezTo>
                  <a:pt x="9188273" y="2704735"/>
                  <a:pt x="9179691" y="2699079"/>
                  <a:pt x="9169670" y="2695111"/>
                </a:cubicBezTo>
                <a:cubicBezTo>
                  <a:pt x="9159649" y="2691142"/>
                  <a:pt x="9148487" y="2689158"/>
                  <a:pt x="9136183" y="2689158"/>
                </a:cubicBezTo>
                <a:close/>
                <a:moveTo>
                  <a:pt x="8711428" y="2689158"/>
                </a:moveTo>
                <a:cubicBezTo>
                  <a:pt x="8705575" y="2689158"/>
                  <a:pt x="8700961" y="2691068"/>
                  <a:pt x="8697587" y="2694887"/>
                </a:cubicBezTo>
                <a:cubicBezTo>
                  <a:pt x="8694214" y="2698707"/>
                  <a:pt x="8692527" y="2704487"/>
                  <a:pt x="8692527" y="2712226"/>
                </a:cubicBezTo>
                <a:lnTo>
                  <a:pt x="8692527" y="2829651"/>
                </a:lnTo>
                <a:cubicBezTo>
                  <a:pt x="8692527" y="2837589"/>
                  <a:pt x="8694413" y="2843691"/>
                  <a:pt x="8698183" y="2847957"/>
                </a:cubicBezTo>
                <a:cubicBezTo>
                  <a:pt x="8701953" y="2852224"/>
                  <a:pt x="8706765" y="2854357"/>
                  <a:pt x="8712619" y="2854357"/>
                </a:cubicBezTo>
                <a:cubicBezTo>
                  <a:pt x="8718671" y="2854357"/>
                  <a:pt x="8723608" y="2852298"/>
                  <a:pt x="8727427" y="2848180"/>
                </a:cubicBezTo>
                <a:cubicBezTo>
                  <a:pt x="8731247" y="2844063"/>
                  <a:pt x="8733157" y="2837886"/>
                  <a:pt x="8733157" y="2829651"/>
                </a:cubicBezTo>
                <a:lnTo>
                  <a:pt x="8733157" y="2778752"/>
                </a:lnTo>
                <a:cubicBezTo>
                  <a:pt x="8733157" y="2762183"/>
                  <a:pt x="8734150" y="2750872"/>
                  <a:pt x="8736134" y="2744819"/>
                </a:cubicBezTo>
                <a:cubicBezTo>
                  <a:pt x="8738912" y="2737279"/>
                  <a:pt x="8743278" y="2731350"/>
                  <a:pt x="8749231" y="2727034"/>
                </a:cubicBezTo>
                <a:cubicBezTo>
                  <a:pt x="8755184" y="2722718"/>
                  <a:pt x="8761782" y="2720560"/>
                  <a:pt x="8769025" y="2720560"/>
                </a:cubicBezTo>
                <a:cubicBezTo>
                  <a:pt x="8780138" y="2720560"/>
                  <a:pt x="8787554" y="2724107"/>
                  <a:pt x="8791275" y="2731201"/>
                </a:cubicBezTo>
                <a:cubicBezTo>
                  <a:pt x="8794995" y="2738296"/>
                  <a:pt x="8796856" y="2748540"/>
                  <a:pt x="8796856" y="2761935"/>
                </a:cubicBezTo>
                <a:lnTo>
                  <a:pt x="8796856" y="2829651"/>
                </a:lnTo>
                <a:cubicBezTo>
                  <a:pt x="8796856" y="2837589"/>
                  <a:pt x="8798741" y="2843691"/>
                  <a:pt x="8802511" y="2847957"/>
                </a:cubicBezTo>
                <a:cubicBezTo>
                  <a:pt x="8806282" y="2852224"/>
                  <a:pt x="8811193" y="2854357"/>
                  <a:pt x="8817245" y="2854357"/>
                </a:cubicBezTo>
                <a:cubicBezTo>
                  <a:pt x="8823198" y="2854357"/>
                  <a:pt x="8828035" y="2852273"/>
                  <a:pt x="8831755" y="2848106"/>
                </a:cubicBezTo>
                <a:cubicBezTo>
                  <a:pt x="8835477" y="2843939"/>
                  <a:pt x="8837337" y="2837787"/>
                  <a:pt x="8837337" y="2829651"/>
                </a:cubicBezTo>
                <a:lnTo>
                  <a:pt x="8837337" y="2754047"/>
                </a:lnTo>
                <a:cubicBezTo>
                  <a:pt x="8837337" y="2745117"/>
                  <a:pt x="8836940" y="2737775"/>
                  <a:pt x="8836146" y="2732020"/>
                </a:cubicBezTo>
                <a:cubicBezTo>
                  <a:pt x="8835353" y="2726265"/>
                  <a:pt x="8833616" y="2720908"/>
                  <a:pt x="8830937" y="2715947"/>
                </a:cubicBezTo>
                <a:cubicBezTo>
                  <a:pt x="8826770" y="2707414"/>
                  <a:pt x="8820470" y="2700816"/>
                  <a:pt x="8812036" y="2696152"/>
                </a:cubicBezTo>
                <a:cubicBezTo>
                  <a:pt x="8803603" y="2691489"/>
                  <a:pt x="8794028" y="2689158"/>
                  <a:pt x="8783312" y="2689158"/>
                </a:cubicBezTo>
                <a:cubicBezTo>
                  <a:pt x="8772299" y="2689158"/>
                  <a:pt x="8762551" y="2691365"/>
                  <a:pt x="8754068" y="2695780"/>
                </a:cubicBezTo>
                <a:cubicBezTo>
                  <a:pt x="8745584" y="2700196"/>
                  <a:pt x="8737771" y="2707116"/>
                  <a:pt x="8730627" y="2716542"/>
                </a:cubicBezTo>
                <a:lnTo>
                  <a:pt x="8730627" y="2711631"/>
                </a:lnTo>
                <a:cubicBezTo>
                  <a:pt x="8730627" y="2706769"/>
                  <a:pt x="8729759" y="2702651"/>
                  <a:pt x="8728023" y="2699278"/>
                </a:cubicBezTo>
                <a:cubicBezTo>
                  <a:pt x="8726287" y="2695904"/>
                  <a:pt x="8723980" y="2693374"/>
                  <a:pt x="8721102" y="2691688"/>
                </a:cubicBezTo>
                <a:cubicBezTo>
                  <a:pt x="8718225" y="2690001"/>
                  <a:pt x="8715000" y="2689158"/>
                  <a:pt x="8711428" y="2689158"/>
                </a:cubicBezTo>
                <a:close/>
                <a:moveTo>
                  <a:pt x="8447110" y="2689158"/>
                </a:moveTo>
                <a:cubicBezTo>
                  <a:pt x="8441156" y="2689158"/>
                  <a:pt x="8436320" y="2691192"/>
                  <a:pt x="8432599" y="2695260"/>
                </a:cubicBezTo>
                <a:cubicBezTo>
                  <a:pt x="8428878" y="2699327"/>
                  <a:pt x="8427018" y="2705380"/>
                  <a:pt x="8427018" y="2713417"/>
                </a:cubicBezTo>
                <a:lnTo>
                  <a:pt x="8427018" y="2829651"/>
                </a:lnTo>
                <a:cubicBezTo>
                  <a:pt x="8427018" y="2837589"/>
                  <a:pt x="8428878" y="2843691"/>
                  <a:pt x="8432599" y="2847957"/>
                </a:cubicBezTo>
                <a:cubicBezTo>
                  <a:pt x="8436320" y="2852224"/>
                  <a:pt x="8441156" y="2854357"/>
                  <a:pt x="8447110" y="2854357"/>
                </a:cubicBezTo>
                <a:cubicBezTo>
                  <a:pt x="8453063" y="2854357"/>
                  <a:pt x="8457974" y="2852273"/>
                  <a:pt x="8461844" y="2848106"/>
                </a:cubicBezTo>
                <a:cubicBezTo>
                  <a:pt x="8465713" y="2843939"/>
                  <a:pt x="8467648" y="2837787"/>
                  <a:pt x="8467648" y="2829651"/>
                </a:cubicBezTo>
                <a:lnTo>
                  <a:pt x="8467648" y="2712226"/>
                </a:lnTo>
                <a:cubicBezTo>
                  <a:pt x="8467648" y="2704983"/>
                  <a:pt x="8465713" y="2699327"/>
                  <a:pt x="8461844" y="2695260"/>
                </a:cubicBezTo>
                <a:cubicBezTo>
                  <a:pt x="8457974" y="2691192"/>
                  <a:pt x="8453063" y="2689158"/>
                  <a:pt x="8447110" y="2689158"/>
                </a:cubicBezTo>
                <a:close/>
                <a:moveTo>
                  <a:pt x="8263753" y="2689158"/>
                </a:moveTo>
                <a:cubicBezTo>
                  <a:pt x="8257900" y="2689158"/>
                  <a:pt x="8253286" y="2691068"/>
                  <a:pt x="8249912" y="2694887"/>
                </a:cubicBezTo>
                <a:cubicBezTo>
                  <a:pt x="8246539" y="2698707"/>
                  <a:pt x="8244852" y="2704487"/>
                  <a:pt x="8244852" y="2712226"/>
                </a:cubicBezTo>
                <a:lnTo>
                  <a:pt x="8244852" y="2829651"/>
                </a:lnTo>
                <a:cubicBezTo>
                  <a:pt x="8244852" y="2837589"/>
                  <a:pt x="8246738" y="2843691"/>
                  <a:pt x="8250508" y="2847957"/>
                </a:cubicBezTo>
                <a:cubicBezTo>
                  <a:pt x="8254278" y="2852224"/>
                  <a:pt x="8259090" y="2854357"/>
                  <a:pt x="8264944" y="2854357"/>
                </a:cubicBezTo>
                <a:cubicBezTo>
                  <a:pt x="8270996" y="2854357"/>
                  <a:pt x="8275933" y="2852298"/>
                  <a:pt x="8279752" y="2848180"/>
                </a:cubicBezTo>
                <a:cubicBezTo>
                  <a:pt x="8283572" y="2844063"/>
                  <a:pt x="8285482" y="2837886"/>
                  <a:pt x="8285482" y="2829651"/>
                </a:cubicBezTo>
                <a:lnTo>
                  <a:pt x="8285482" y="2778752"/>
                </a:lnTo>
                <a:cubicBezTo>
                  <a:pt x="8285482" y="2762183"/>
                  <a:pt x="8286475" y="2750872"/>
                  <a:pt x="8288459" y="2744819"/>
                </a:cubicBezTo>
                <a:cubicBezTo>
                  <a:pt x="8291237" y="2737279"/>
                  <a:pt x="8295603" y="2731350"/>
                  <a:pt x="8301556" y="2727034"/>
                </a:cubicBezTo>
                <a:cubicBezTo>
                  <a:pt x="8307509" y="2722718"/>
                  <a:pt x="8314107" y="2720560"/>
                  <a:pt x="8321350" y="2720560"/>
                </a:cubicBezTo>
                <a:cubicBezTo>
                  <a:pt x="8332463" y="2720560"/>
                  <a:pt x="8339879" y="2724107"/>
                  <a:pt x="8343600" y="2731201"/>
                </a:cubicBezTo>
                <a:cubicBezTo>
                  <a:pt x="8347320" y="2738296"/>
                  <a:pt x="8349181" y="2748540"/>
                  <a:pt x="8349181" y="2761935"/>
                </a:cubicBezTo>
                <a:lnTo>
                  <a:pt x="8349181" y="2829651"/>
                </a:lnTo>
                <a:cubicBezTo>
                  <a:pt x="8349181" y="2837589"/>
                  <a:pt x="8351066" y="2843691"/>
                  <a:pt x="8354836" y="2847957"/>
                </a:cubicBezTo>
                <a:cubicBezTo>
                  <a:pt x="8358607" y="2852224"/>
                  <a:pt x="8363518" y="2854357"/>
                  <a:pt x="8369570" y="2854357"/>
                </a:cubicBezTo>
                <a:cubicBezTo>
                  <a:pt x="8375523" y="2854357"/>
                  <a:pt x="8380360" y="2852273"/>
                  <a:pt x="8384081" y="2848106"/>
                </a:cubicBezTo>
                <a:cubicBezTo>
                  <a:pt x="8387802" y="2843939"/>
                  <a:pt x="8389662" y="2837787"/>
                  <a:pt x="8389662" y="2829651"/>
                </a:cubicBezTo>
                <a:lnTo>
                  <a:pt x="8389662" y="2754047"/>
                </a:lnTo>
                <a:cubicBezTo>
                  <a:pt x="8389662" y="2745117"/>
                  <a:pt x="8389265" y="2737775"/>
                  <a:pt x="8388471" y="2732020"/>
                </a:cubicBezTo>
                <a:cubicBezTo>
                  <a:pt x="8387678" y="2726265"/>
                  <a:pt x="8385941" y="2720908"/>
                  <a:pt x="8383262" y="2715947"/>
                </a:cubicBezTo>
                <a:cubicBezTo>
                  <a:pt x="8379095" y="2707414"/>
                  <a:pt x="8372795" y="2700816"/>
                  <a:pt x="8364361" y="2696152"/>
                </a:cubicBezTo>
                <a:cubicBezTo>
                  <a:pt x="8355928" y="2691489"/>
                  <a:pt x="8346353" y="2689158"/>
                  <a:pt x="8335637" y="2689158"/>
                </a:cubicBezTo>
                <a:cubicBezTo>
                  <a:pt x="8324624" y="2689158"/>
                  <a:pt x="8314876" y="2691365"/>
                  <a:pt x="8306393" y="2695780"/>
                </a:cubicBezTo>
                <a:cubicBezTo>
                  <a:pt x="8297909" y="2700196"/>
                  <a:pt x="8290096" y="2707116"/>
                  <a:pt x="8282952" y="2716542"/>
                </a:cubicBezTo>
                <a:lnTo>
                  <a:pt x="8282952" y="2711631"/>
                </a:lnTo>
                <a:cubicBezTo>
                  <a:pt x="8282952" y="2706769"/>
                  <a:pt x="8282084" y="2702651"/>
                  <a:pt x="8280348" y="2699278"/>
                </a:cubicBezTo>
                <a:cubicBezTo>
                  <a:pt x="8278612" y="2695904"/>
                  <a:pt x="8276305" y="2693374"/>
                  <a:pt x="8273427" y="2691688"/>
                </a:cubicBezTo>
                <a:cubicBezTo>
                  <a:pt x="8270550" y="2690001"/>
                  <a:pt x="8267325" y="2689158"/>
                  <a:pt x="8263753" y="2689158"/>
                </a:cubicBezTo>
                <a:close/>
                <a:moveTo>
                  <a:pt x="7388049" y="2689158"/>
                </a:moveTo>
                <a:cubicBezTo>
                  <a:pt x="7374654" y="2689158"/>
                  <a:pt x="7363219" y="2691316"/>
                  <a:pt x="7353744" y="2695632"/>
                </a:cubicBezTo>
                <a:cubicBezTo>
                  <a:pt x="7344269" y="2699948"/>
                  <a:pt x="7337100" y="2705727"/>
                  <a:pt x="7332238" y="2712970"/>
                </a:cubicBezTo>
                <a:cubicBezTo>
                  <a:pt x="7327376" y="2720213"/>
                  <a:pt x="7324946" y="2727902"/>
                  <a:pt x="7324946" y="2736038"/>
                </a:cubicBezTo>
                <a:cubicBezTo>
                  <a:pt x="7324946" y="2745167"/>
                  <a:pt x="7327575" y="2752856"/>
                  <a:pt x="7332834" y="2759107"/>
                </a:cubicBezTo>
                <a:cubicBezTo>
                  <a:pt x="7338092" y="2765358"/>
                  <a:pt x="7345112" y="2770393"/>
                  <a:pt x="7353893" y="2774213"/>
                </a:cubicBezTo>
                <a:cubicBezTo>
                  <a:pt x="7362674" y="2778033"/>
                  <a:pt x="7374059" y="2781679"/>
                  <a:pt x="7388049" y="2785152"/>
                </a:cubicBezTo>
                <a:cubicBezTo>
                  <a:pt x="7400451" y="2788128"/>
                  <a:pt x="7409356" y="2791254"/>
                  <a:pt x="7414763" y="2794528"/>
                </a:cubicBezTo>
                <a:cubicBezTo>
                  <a:pt x="7420171" y="2797802"/>
                  <a:pt x="7422875" y="2803011"/>
                  <a:pt x="7422875" y="2810155"/>
                </a:cubicBezTo>
                <a:cubicBezTo>
                  <a:pt x="7422875" y="2814818"/>
                  <a:pt x="7420270" y="2818960"/>
                  <a:pt x="7415061" y="2822582"/>
                </a:cubicBezTo>
                <a:cubicBezTo>
                  <a:pt x="7409852" y="2826203"/>
                  <a:pt x="7403180" y="2828014"/>
                  <a:pt x="7395044" y="2828014"/>
                </a:cubicBezTo>
                <a:cubicBezTo>
                  <a:pt x="7385023" y="2828014"/>
                  <a:pt x="7377110" y="2826228"/>
                  <a:pt x="7371306" y="2822656"/>
                </a:cubicBezTo>
                <a:cubicBezTo>
                  <a:pt x="7365501" y="2819085"/>
                  <a:pt x="7360516" y="2813677"/>
                  <a:pt x="7356348" y="2806434"/>
                </a:cubicBezTo>
                <a:cubicBezTo>
                  <a:pt x="7354265" y="2802664"/>
                  <a:pt x="7352082" y="2799737"/>
                  <a:pt x="7349800" y="2797653"/>
                </a:cubicBezTo>
                <a:cubicBezTo>
                  <a:pt x="7347518" y="2795570"/>
                  <a:pt x="7344244" y="2794528"/>
                  <a:pt x="7339977" y="2794528"/>
                </a:cubicBezTo>
                <a:cubicBezTo>
                  <a:pt x="7335115" y="2794528"/>
                  <a:pt x="7331097" y="2796115"/>
                  <a:pt x="7327922" y="2799290"/>
                </a:cubicBezTo>
                <a:cubicBezTo>
                  <a:pt x="7324747" y="2802465"/>
                  <a:pt x="7323160" y="2806285"/>
                  <a:pt x="7323160" y="2810750"/>
                </a:cubicBezTo>
                <a:cubicBezTo>
                  <a:pt x="7323160" y="2817497"/>
                  <a:pt x="7325640" y="2824219"/>
                  <a:pt x="7330601" y="2830916"/>
                </a:cubicBezTo>
                <a:cubicBezTo>
                  <a:pt x="7335562" y="2837614"/>
                  <a:pt x="7343252" y="2843195"/>
                  <a:pt x="7353670" y="2847660"/>
                </a:cubicBezTo>
                <a:cubicBezTo>
                  <a:pt x="7364087" y="2852124"/>
                  <a:pt x="7376589" y="2854357"/>
                  <a:pt x="7391174" y="2854357"/>
                </a:cubicBezTo>
                <a:cubicBezTo>
                  <a:pt x="7406454" y="2854357"/>
                  <a:pt x="7419427" y="2852298"/>
                  <a:pt x="7430093" y="2848180"/>
                </a:cubicBezTo>
                <a:cubicBezTo>
                  <a:pt x="7440759" y="2844063"/>
                  <a:pt x="7448820" y="2838010"/>
                  <a:pt x="7454277" y="2830023"/>
                </a:cubicBezTo>
                <a:cubicBezTo>
                  <a:pt x="7459734" y="2822036"/>
                  <a:pt x="7462463" y="2812437"/>
                  <a:pt x="7462463" y="2801225"/>
                </a:cubicBezTo>
                <a:cubicBezTo>
                  <a:pt x="7462463" y="2793784"/>
                  <a:pt x="7460404" y="2787161"/>
                  <a:pt x="7456287" y="2781357"/>
                </a:cubicBezTo>
                <a:cubicBezTo>
                  <a:pt x="7452169" y="2775552"/>
                  <a:pt x="7446117" y="2770517"/>
                  <a:pt x="7438129" y="2766251"/>
                </a:cubicBezTo>
                <a:cubicBezTo>
                  <a:pt x="7430142" y="2761984"/>
                  <a:pt x="7419848" y="2758313"/>
                  <a:pt x="7407248" y="2755237"/>
                </a:cubicBezTo>
                <a:cubicBezTo>
                  <a:pt x="7396631" y="2752658"/>
                  <a:pt x="7388297" y="2750475"/>
                  <a:pt x="7382245" y="2748689"/>
                </a:cubicBezTo>
                <a:cubicBezTo>
                  <a:pt x="7376192" y="2746903"/>
                  <a:pt x="7371380" y="2744646"/>
                  <a:pt x="7367808" y="2741917"/>
                </a:cubicBezTo>
                <a:cubicBezTo>
                  <a:pt x="7364236" y="2739189"/>
                  <a:pt x="7362450" y="2735691"/>
                  <a:pt x="7362450" y="2731425"/>
                </a:cubicBezTo>
                <a:cubicBezTo>
                  <a:pt x="7362450" y="2726761"/>
                  <a:pt x="7364881" y="2722867"/>
                  <a:pt x="7369743" y="2719742"/>
                </a:cubicBezTo>
                <a:cubicBezTo>
                  <a:pt x="7374605" y="2716616"/>
                  <a:pt x="7380707" y="2715054"/>
                  <a:pt x="7388049" y="2715054"/>
                </a:cubicBezTo>
                <a:cubicBezTo>
                  <a:pt x="7395193" y="2715054"/>
                  <a:pt x="7400848" y="2716244"/>
                  <a:pt x="7405015" y="2718626"/>
                </a:cubicBezTo>
                <a:cubicBezTo>
                  <a:pt x="7409182" y="2721007"/>
                  <a:pt x="7412804" y="2724182"/>
                  <a:pt x="7415880" y="2728151"/>
                </a:cubicBezTo>
                <a:cubicBezTo>
                  <a:pt x="7419650" y="2732913"/>
                  <a:pt x="7422998" y="2736485"/>
                  <a:pt x="7425926" y="2738866"/>
                </a:cubicBezTo>
                <a:cubicBezTo>
                  <a:pt x="7428852" y="2741247"/>
                  <a:pt x="7432400" y="2742438"/>
                  <a:pt x="7436567" y="2742438"/>
                </a:cubicBezTo>
                <a:cubicBezTo>
                  <a:pt x="7442321" y="2742438"/>
                  <a:pt x="7446762" y="2740950"/>
                  <a:pt x="7449887" y="2737973"/>
                </a:cubicBezTo>
                <a:cubicBezTo>
                  <a:pt x="7453012" y="2734997"/>
                  <a:pt x="7454575" y="2731177"/>
                  <a:pt x="7454575" y="2726513"/>
                </a:cubicBezTo>
                <a:cubicBezTo>
                  <a:pt x="7454575" y="2722247"/>
                  <a:pt x="7453112" y="2717881"/>
                  <a:pt x="7450185" y="2713417"/>
                </a:cubicBezTo>
                <a:cubicBezTo>
                  <a:pt x="7447258" y="2708952"/>
                  <a:pt x="7442991" y="2704884"/>
                  <a:pt x="7437385" y="2701213"/>
                </a:cubicBezTo>
                <a:cubicBezTo>
                  <a:pt x="7431779" y="2697542"/>
                  <a:pt x="7424784" y="2694615"/>
                  <a:pt x="7416401" y="2692432"/>
                </a:cubicBezTo>
                <a:cubicBezTo>
                  <a:pt x="7408016" y="2690249"/>
                  <a:pt x="7398566" y="2689158"/>
                  <a:pt x="7388049" y="2689158"/>
                </a:cubicBezTo>
                <a:close/>
                <a:moveTo>
                  <a:pt x="6421559" y="2689158"/>
                </a:moveTo>
                <a:cubicBezTo>
                  <a:pt x="6409454" y="2689158"/>
                  <a:pt x="6398391" y="2691117"/>
                  <a:pt x="6388371" y="2695036"/>
                </a:cubicBezTo>
                <a:cubicBezTo>
                  <a:pt x="6378349" y="2698955"/>
                  <a:pt x="6369816" y="2704536"/>
                  <a:pt x="6362772" y="2711779"/>
                </a:cubicBezTo>
                <a:cubicBezTo>
                  <a:pt x="6355727" y="2719022"/>
                  <a:pt x="6350320" y="2727754"/>
                  <a:pt x="6346550" y="2737973"/>
                </a:cubicBezTo>
                <a:cubicBezTo>
                  <a:pt x="6342779" y="2748193"/>
                  <a:pt x="6340894" y="2759454"/>
                  <a:pt x="6340894" y="2771757"/>
                </a:cubicBezTo>
                <a:cubicBezTo>
                  <a:pt x="6340894" y="2783961"/>
                  <a:pt x="6342754" y="2795098"/>
                  <a:pt x="6346476" y="2805169"/>
                </a:cubicBezTo>
                <a:cubicBezTo>
                  <a:pt x="6350196" y="2815240"/>
                  <a:pt x="6355653" y="2823971"/>
                  <a:pt x="6362847" y="2831363"/>
                </a:cubicBezTo>
                <a:cubicBezTo>
                  <a:pt x="6370039" y="2838755"/>
                  <a:pt x="6378548" y="2844435"/>
                  <a:pt x="6388371" y="2848404"/>
                </a:cubicBezTo>
                <a:cubicBezTo>
                  <a:pt x="6398194" y="2852372"/>
                  <a:pt x="6409256" y="2854357"/>
                  <a:pt x="6421559" y="2854357"/>
                </a:cubicBezTo>
                <a:cubicBezTo>
                  <a:pt x="6433961" y="2854357"/>
                  <a:pt x="6445123" y="2852397"/>
                  <a:pt x="6455046" y="2848478"/>
                </a:cubicBezTo>
                <a:cubicBezTo>
                  <a:pt x="6464967" y="2844559"/>
                  <a:pt x="6473500" y="2838928"/>
                  <a:pt x="6480644" y="2831586"/>
                </a:cubicBezTo>
                <a:cubicBezTo>
                  <a:pt x="6487787" y="2824244"/>
                  <a:pt x="6493244" y="2815463"/>
                  <a:pt x="6497015" y="2805243"/>
                </a:cubicBezTo>
                <a:cubicBezTo>
                  <a:pt x="6500785" y="2795024"/>
                  <a:pt x="6502670" y="2783862"/>
                  <a:pt x="6502670" y="2771757"/>
                </a:cubicBezTo>
                <a:cubicBezTo>
                  <a:pt x="6502670" y="2759553"/>
                  <a:pt x="6500810" y="2748391"/>
                  <a:pt x="6497089" y="2738271"/>
                </a:cubicBezTo>
                <a:cubicBezTo>
                  <a:pt x="6493369" y="2728151"/>
                  <a:pt x="6487936" y="2719419"/>
                  <a:pt x="6480793" y="2712077"/>
                </a:cubicBezTo>
                <a:cubicBezTo>
                  <a:pt x="6473649" y="2704735"/>
                  <a:pt x="6465066" y="2699079"/>
                  <a:pt x="6455046" y="2695111"/>
                </a:cubicBezTo>
                <a:cubicBezTo>
                  <a:pt x="6445024" y="2691142"/>
                  <a:pt x="6433862" y="2689158"/>
                  <a:pt x="6421559" y="2689158"/>
                </a:cubicBezTo>
                <a:close/>
                <a:moveTo>
                  <a:pt x="6204270" y="2689158"/>
                </a:moveTo>
                <a:cubicBezTo>
                  <a:pt x="6198813" y="2689158"/>
                  <a:pt x="6194348" y="2691092"/>
                  <a:pt x="6190876" y="2694962"/>
                </a:cubicBezTo>
                <a:cubicBezTo>
                  <a:pt x="6187403" y="2698831"/>
                  <a:pt x="6185666" y="2704288"/>
                  <a:pt x="6185666" y="2711333"/>
                </a:cubicBezTo>
                <a:lnTo>
                  <a:pt x="6185666" y="2716840"/>
                </a:lnTo>
                <a:cubicBezTo>
                  <a:pt x="6178424" y="2707414"/>
                  <a:pt x="6170585" y="2700493"/>
                  <a:pt x="6162152" y="2696078"/>
                </a:cubicBezTo>
                <a:cubicBezTo>
                  <a:pt x="6153718" y="2691663"/>
                  <a:pt x="6143746" y="2689455"/>
                  <a:pt x="6132238" y="2689455"/>
                </a:cubicBezTo>
                <a:cubicBezTo>
                  <a:pt x="6122613" y="2689455"/>
                  <a:pt x="6113782" y="2691167"/>
                  <a:pt x="6105746" y="2694590"/>
                </a:cubicBezTo>
                <a:cubicBezTo>
                  <a:pt x="6097709" y="2698013"/>
                  <a:pt x="6090615" y="2703098"/>
                  <a:pt x="6084463" y="2709845"/>
                </a:cubicBezTo>
                <a:cubicBezTo>
                  <a:pt x="6078312" y="2716592"/>
                  <a:pt x="6073574" y="2724876"/>
                  <a:pt x="6070250" y="2734699"/>
                </a:cubicBezTo>
                <a:cubicBezTo>
                  <a:pt x="6066926" y="2744522"/>
                  <a:pt x="6065264" y="2755535"/>
                  <a:pt x="6065264" y="2767739"/>
                </a:cubicBezTo>
                <a:cubicBezTo>
                  <a:pt x="6065264" y="2784110"/>
                  <a:pt x="6067993" y="2798546"/>
                  <a:pt x="6073450" y="2811048"/>
                </a:cubicBezTo>
                <a:cubicBezTo>
                  <a:pt x="6078908" y="2823549"/>
                  <a:pt x="6086720" y="2833273"/>
                  <a:pt x="6096891" y="2840218"/>
                </a:cubicBezTo>
                <a:cubicBezTo>
                  <a:pt x="6107060" y="2847163"/>
                  <a:pt x="6118942" y="2850636"/>
                  <a:pt x="6132535" y="2850636"/>
                </a:cubicBezTo>
                <a:cubicBezTo>
                  <a:pt x="6143846" y="2850636"/>
                  <a:pt x="6153594" y="2848354"/>
                  <a:pt x="6161779" y="2843790"/>
                </a:cubicBezTo>
                <a:cubicBezTo>
                  <a:pt x="6169965" y="2839226"/>
                  <a:pt x="6177183" y="2832578"/>
                  <a:pt x="6183434" y="2823847"/>
                </a:cubicBezTo>
                <a:cubicBezTo>
                  <a:pt x="6183235" y="2837142"/>
                  <a:pt x="6182939" y="2846791"/>
                  <a:pt x="6182541" y="2852794"/>
                </a:cubicBezTo>
                <a:cubicBezTo>
                  <a:pt x="6182144" y="2858797"/>
                  <a:pt x="6180780" y="2864427"/>
                  <a:pt x="6178448" y="2869686"/>
                </a:cubicBezTo>
                <a:cubicBezTo>
                  <a:pt x="6176116" y="2874945"/>
                  <a:pt x="6172049" y="2879037"/>
                  <a:pt x="6166244" y="2881964"/>
                </a:cubicBezTo>
                <a:cubicBezTo>
                  <a:pt x="6160441" y="2884891"/>
                  <a:pt x="6152279" y="2886355"/>
                  <a:pt x="6141762" y="2886355"/>
                </a:cubicBezTo>
                <a:cubicBezTo>
                  <a:pt x="6136603" y="2886355"/>
                  <a:pt x="6132039" y="2885884"/>
                  <a:pt x="6128070" y="2884941"/>
                </a:cubicBezTo>
                <a:cubicBezTo>
                  <a:pt x="6124101" y="2883998"/>
                  <a:pt x="6120703" y="2882560"/>
                  <a:pt x="6117875" y="2880625"/>
                </a:cubicBezTo>
                <a:cubicBezTo>
                  <a:pt x="6115047" y="2878690"/>
                  <a:pt x="6112468" y="2876359"/>
                  <a:pt x="6110136" y="2873630"/>
                </a:cubicBezTo>
                <a:cubicBezTo>
                  <a:pt x="6107805" y="2870902"/>
                  <a:pt x="6105547" y="2868198"/>
                  <a:pt x="6103364" y="2865519"/>
                </a:cubicBezTo>
                <a:cubicBezTo>
                  <a:pt x="6098900" y="2860260"/>
                  <a:pt x="6093691" y="2857631"/>
                  <a:pt x="6087737" y="2857631"/>
                </a:cubicBezTo>
                <a:cubicBezTo>
                  <a:pt x="6082975" y="2857631"/>
                  <a:pt x="6078908" y="2859194"/>
                  <a:pt x="6075534" y="2862319"/>
                </a:cubicBezTo>
                <a:cubicBezTo>
                  <a:pt x="6072160" y="2865444"/>
                  <a:pt x="6070474" y="2869488"/>
                  <a:pt x="6070474" y="2874449"/>
                </a:cubicBezTo>
                <a:cubicBezTo>
                  <a:pt x="6070474" y="2880997"/>
                  <a:pt x="6073450" y="2887372"/>
                  <a:pt x="6079404" y="2893573"/>
                </a:cubicBezTo>
                <a:cubicBezTo>
                  <a:pt x="6085356" y="2899774"/>
                  <a:pt x="6093839" y="2904834"/>
                  <a:pt x="6104853" y="2908753"/>
                </a:cubicBezTo>
                <a:cubicBezTo>
                  <a:pt x="6115866" y="2912673"/>
                  <a:pt x="6128368" y="2914632"/>
                  <a:pt x="6142357" y="2914632"/>
                </a:cubicBezTo>
                <a:cubicBezTo>
                  <a:pt x="6157637" y="2914632"/>
                  <a:pt x="6170412" y="2913094"/>
                  <a:pt x="6180681" y="2910018"/>
                </a:cubicBezTo>
                <a:cubicBezTo>
                  <a:pt x="6190950" y="2906943"/>
                  <a:pt x="6199259" y="2902230"/>
                  <a:pt x="6205609" y="2895880"/>
                </a:cubicBezTo>
                <a:cubicBezTo>
                  <a:pt x="6211959" y="2889530"/>
                  <a:pt x="6216573" y="2881493"/>
                  <a:pt x="6219450" y="2871770"/>
                </a:cubicBezTo>
                <a:cubicBezTo>
                  <a:pt x="6222328" y="2862046"/>
                  <a:pt x="6223766" y="2850438"/>
                  <a:pt x="6223766" y="2836944"/>
                </a:cubicBezTo>
                <a:lnTo>
                  <a:pt x="6223766" y="2718923"/>
                </a:lnTo>
                <a:cubicBezTo>
                  <a:pt x="6223766" y="2709299"/>
                  <a:pt x="6222477" y="2701932"/>
                  <a:pt x="6219897" y="2696822"/>
                </a:cubicBezTo>
                <a:cubicBezTo>
                  <a:pt x="6217317" y="2691712"/>
                  <a:pt x="6212108" y="2689158"/>
                  <a:pt x="6204270" y="2689158"/>
                </a:cubicBezTo>
                <a:close/>
                <a:moveTo>
                  <a:pt x="5802434" y="2689158"/>
                </a:moveTo>
                <a:cubicBezTo>
                  <a:pt x="5790330" y="2689158"/>
                  <a:pt x="5779267" y="2691117"/>
                  <a:pt x="5769245" y="2695036"/>
                </a:cubicBezTo>
                <a:cubicBezTo>
                  <a:pt x="5759224" y="2698955"/>
                  <a:pt x="5750692" y="2704536"/>
                  <a:pt x="5743647" y="2711779"/>
                </a:cubicBezTo>
                <a:cubicBezTo>
                  <a:pt x="5736603" y="2719022"/>
                  <a:pt x="5731195" y="2727754"/>
                  <a:pt x="5727425" y="2737973"/>
                </a:cubicBezTo>
                <a:cubicBezTo>
                  <a:pt x="5723655" y="2748193"/>
                  <a:pt x="5721770" y="2759454"/>
                  <a:pt x="5721770" y="2771757"/>
                </a:cubicBezTo>
                <a:cubicBezTo>
                  <a:pt x="5721770" y="2783961"/>
                  <a:pt x="5723629" y="2795098"/>
                  <a:pt x="5727350" y="2805169"/>
                </a:cubicBezTo>
                <a:cubicBezTo>
                  <a:pt x="5731072" y="2815240"/>
                  <a:pt x="5736528" y="2823971"/>
                  <a:pt x="5743721" y="2831363"/>
                </a:cubicBezTo>
                <a:cubicBezTo>
                  <a:pt x="5750914" y="2838755"/>
                  <a:pt x="5759423" y="2844435"/>
                  <a:pt x="5769245" y="2848404"/>
                </a:cubicBezTo>
                <a:cubicBezTo>
                  <a:pt x="5779068" y="2852372"/>
                  <a:pt x="5790131" y="2854357"/>
                  <a:pt x="5802434" y="2854357"/>
                </a:cubicBezTo>
                <a:cubicBezTo>
                  <a:pt x="5814836" y="2854357"/>
                  <a:pt x="5825998" y="2852397"/>
                  <a:pt x="5835920" y="2848478"/>
                </a:cubicBezTo>
                <a:cubicBezTo>
                  <a:pt x="5845842" y="2844559"/>
                  <a:pt x="5854376" y="2838928"/>
                  <a:pt x="5861519" y="2831586"/>
                </a:cubicBezTo>
                <a:cubicBezTo>
                  <a:pt x="5868662" y="2824244"/>
                  <a:pt x="5874119" y="2815463"/>
                  <a:pt x="5877891" y="2805243"/>
                </a:cubicBezTo>
                <a:cubicBezTo>
                  <a:pt x="5881661" y="2795024"/>
                  <a:pt x="5883546" y="2783862"/>
                  <a:pt x="5883546" y="2771757"/>
                </a:cubicBezTo>
                <a:cubicBezTo>
                  <a:pt x="5883546" y="2759553"/>
                  <a:pt x="5881685" y="2748391"/>
                  <a:pt x="5877964" y="2738271"/>
                </a:cubicBezTo>
                <a:cubicBezTo>
                  <a:pt x="5874244" y="2728151"/>
                  <a:pt x="5868812" y="2719419"/>
                  <a:pt x="5861668" y="2712077"/>
                </a:cubicBezTo>
                <a:cubicBezTo>
                  <a:pt x="5854524" y="2704735"/>
                  <a:pt x="5845942" y="2699079"/>
                  <a:pt x="5835920" y="2695111"/>
                </a:cubicBezTo>
                <a:cubicBezTo>
                  <a:pt x="5825899" y="2691142"/>
                  <a:pt x="5814738" y="2689158"/>
                  <a:pt x="5802434" y="2689158"/>
                </a:cubicBezTo>
                <a:close/>
                <a:moveTo>
                  <a:pt x="5453878" y="2689158"/>
                </a:moveTo>
                <a:cubicBezTo>
                  <a:pt x="5448025" y="2689158"/>
                  <a:pt x="5443411" y="2691068"/>
                  <a:pt x="5440037" y="2694887"/>
                </a:cubicBezTo>
                <a:cubicBezTo>
                  <a:pt x="5436664" y="2698707"/>
                  <a:pt x="5434977" y="2704487"/>
                  <a:pt x="5434977" y="2712226"/>
                </a:cubicBezTo>
                <a:lnTo>
                  <a:pt x="5434977" y="2829651"/>
                </a:lnTo>
                <a:cubicBezTo>
                  <a:pt x="5434977" y="2837589"/>
                  <a:pt x="5436863" y="2843691"/>
                  <a:pt x="5440633" y="2847957"/>
                </a:cubicBezTo>
                <a:cubicBezTo>
                  <a:pt x="5444403" y="2852224"/>
                  <a:pt x="5449215" y="2854357"/>
                  <a:pt x="5455070" y="2854357"/>
                </a:cubicBezTo>
                <a:cubicBezTo>
                  <a:pt x="5461122" y="2854357"/>
                  <a:pt x="5466058" y="2852298"/>
                  <a:pt x="5469878" y="2848180"/>
                </a:cubicBezTo>
                <a:cubicBezTo>
                  <a:pt x="5473698" y="2844063"/>
                  <a:pt x="5475607" y="2837886"/>
                  <a:pt x="5475607" y="2829651"/>
                </a:cubicBezTo>
                <a:lnTo>
                  <a:pt x="5475607" y="2778752"/>
                </a:lnTo>
                <a:cubicBezTo>
                  <a:pt x="5475607" y="2762183"/>
                  <a:pt x="5476600" y="2750872"/>
                  <a:pt x="5478584" y="2744819"/>
                </a:cubicBezTo>
                <a:cubicBezTo>
                  <a:pt x="5481363" y="2737279"/>
                  <a:pt x="5485728" y="2731350"/>
                  <a:pt x="5491682" y="2727034"/>
                </a:cubicBezTo>
                <a:cubicBezTo>
                  <a:pt x="5497634" y="2722718"/>
                  <a:pt x="5504232" y="2720560"/>
                  <a:pt x="5511475" y="2720560"/>
                </a:cubicBezTo>
                <a:cubicBezTo>
                  <a:pt x="5522588" y="2720560"/>
                  <a:pt x="5530004" y="2724107"/>
                  <a:pt x="5533725" y="2731201"/>
                </a:cubicBezTo>
                <a:cubicBezTo>
                  <a:pt x="5537445" y="2738296"/>
                  <a:pt x="5539306" y="2748540"/>
                  <a:pt x="5539306" y="2761935"/>
                </a:cubicBezTo>
                <a:lnTo>
                  <a:pt x="5539306" y="2829651"/>
                </a:lnTo>
                <a:cubicBezTo>
                  <a:pt x="5539306" y="2837589"/>
                  <a:pt x="5541191" y="2843691"/>
                  <a:pt x="5544961" y="2847957"/>
                </a:cubicBezTo>
                <a:cubicBezTo>
                  <a:pt x="5548732" y="2852224"/>
                  <a:pt x="5553643" y="2854357"/>
                  <a:pt x="5559695" y="2854357"/>
                </a:cubicBezTo>
                <a:cubicBezTo>
                  <a:pt x="5565649" y="2854357"/>
                  <a:pt x="5570485" y="2852273"/>
                  <a:pt x="5574207" y="2848106"/>
                </a:cubicBezTo>
                <a:cubicBezTo>
                  <a:pt x="5577927" y="2843939"/>
                  <a:pt x="5579787" y="2837787"/>
                  <a:pt x="5579787" y="2829651"/>
                </a:cubicBezTo>
                <a:lnTo>
                  <a:pt x="5579787" y="2754047"/>
                </a:lnTo>
                <a:cubicBezTo>
                  <a:pt x="5579787" y="2745117"/>
                  <a:pt x="5579390" y="2737775"/>
                  <a:pt x="5578597" y="2732020"/>
                </a:cubicBezTo>
                <a:cubicBezTo>
                  <a:pt x="5577803" y="2726265"/>
                  <a:pt x="5576066" y="2720908"/>
                  <a:pt x="5573387" y="2715947"/>
                </a:cubicBezTo>
                <a:cubicBezTo>
                  <a:pt x="5569220" y="2707414"/>
                  <a:pt x="5562920" y="2700816"/>
                  <a:pt x="5554486" y="2696152"/>
                </a:cubicBezTo>
                <a:cubicBezTo>
                  <a:pt x="5546053" y="2691489"/>
                  <a:pt x="5536479" y="2689158"/>
                  <a:pt x="5525763" y="2689158"/>
                </a:cubicBezTo>
                <a:cubicBezTo>
                  <a:pt x="5514749" y="2689158"/>
                  <a:pt x="5505001" y="2691365"/>
                  <a:pt x="5496518" y="2695780"/>
                </a:cubicBezTo>
                <a:cubicBezTo>
                  <a:pt x="5488035" y="2700196"/>
                  <a:pt x="5480221" y="2707116"/>
                  <a:pt x="5473078" y="2716542"/>
                </a:cubicBezTo>
                <a:lnTo>
                  <a:pt x="5473078" y="2711631"/>
                </a:lnTo>
                <a:cubicBezTo>
                  <a:pt x="5473078" y="2706769"/>
                  <a:pt x="5472209" y="2702651"/>
                  <a:pt x="5470473" y="2699278"/>
                </a:cubicBezTo>
                <a:cubicBezTo>
                  <a:pt x="5468736" y="2695904"/>
                  <a:pt x="5466430" y="2693374"/>
                  <a:pt x="5463552" y="2691688"/>
                </a:cubicBezTo>
                <a:cubicBezTo>
                  <a:pt x="5460675" y="2690001"/>
                  <a:pt x="5457450" y="2689158"/>
                  <a:pt x="5453878" y="2689158"/>
                </a:cubicBezTo>
                <a:close/>
                <a:moveTo>
                  <a:pt x="5189560" y="2689158"/>
                </a:moveTo>
                <a:cubicBezTo>
                  <a:pt x="5183607" y="2689158"/>
                  <a:pt x="5178770" y="2691192"/>
                  <a:pt x="5175050" y="2695260"/>
                </a:cubicBezTo>
                <a:cubicBezTo>
                  <a:pt x="5171328" y="2699327"/>
                  <a:pt x="5169468" y="2705380"/>
                  <a:pt x="5169468" y="2713417"/>
                </a:cubicBezTo>
                <a:lnTo>
                  <a:pt x="5169468" y="2829651"/>
                </a:lnTo>
                <a:cubicBezTo>
                  <a:pt x="5169468" y="2837589"/>
                  <a:pt x="5171328" y="2843691"/>
                  <a:pt x="5175050" y="2847957"/>
                </a:cubicBezTo>
                <a:cubicBezTo>
                  <a:pt x="5178770" y="2852224"/>
                  <a:pt x="5183607" y="2854357"/>
                  <a:pt x="5189560" y="2854357"/>
                </a:cubicBezTo>
                <a:cubicBezTo>
                  <a:pt x="5195513" y="2854357"/>
                  <a:pt x="5200424" y="2852273"/>
                  <a:pt x="5204294" y="2848106"/>
                </a:cubicBezTo>
                <a:cubicBezTo>
                  <a:pt x="5208163" y="2843939"/>
                  <a:pt x="5210098" y="2837787"/>
                  <a:pt x="5210098" y="2829651"/>
                </a:cubicBezTo>
                <a:lnTo>
                  <a:pt x="5210098" y="2712226"/>
                </a:lnTo>
                <a:cubicBezTo>
                  <a:pt x="5210098" y="2704983"/>
                  <a:pt x="5208163" y="2699327"/>
                  <a:pt x="5204294" y="2695260"/>
                </a:cubicBezTo>
                <a:cubicBezTo>
                  <a:pt x="5200424" y="2691192"/>
                  <a:pt x="5195513" y="2689158"/>
                  <a:pt x="5189560" y="2689158"/>
                </a:cubicBezTo>
                <a:close/>
                <a:moveTo>
                  <a:pt x="4919586" y="2689158"/>
                </a:moveTo>
                <a:cubicBezTo>
                  <a:pt x="4913831" y="2689158"/>
                  <a:pt x="4909192" y="2691142"/>
                  <a:pt x="4905670" y="2695111"/>
                </a:cubicBezTo>
                <a:cubicBezTo>
                  <a:pt x="4902148" y="2699079"/>
                  <a:pt x="4900387" y="2704884"/>
                  <a:pt x="4900387" y="2712524"/>
                </a:cubicBezTo>
                <a:lnTo>
                  <a:pt x="4900387" y="2828758"/>
                </a:lnTo>
                <a:cubicBezTo>
                  <a:pt x="4900387" y="2837192"/>
                  <a:pt x="4902346" y="2843567"/>
                  <a:pt x="4906265" y="2847883"/>
                </a:cubicBezTo>
                <a:cubicBezTo>
                  <a:pt x="4910185" y="2852199"/>
                  <a:pt x="4915220" y="2854357"/>
                  <a:pt x="4921372" y="2854357"/>
                </a:cubicBezTo>
                <a:cubicBezTo>
                  <a:pt x="4927622" y="2854357"/>
                  <a:pt x="4932658" y="2852199"/>
                  <a:pt x="4936478" y="2847883"/>
                </a:cubicBezTo>
                <a:cubicBezTo>
                  <a:pt x="4940298" y="2843567"/>
                  <a:pt x="4942208" y="2837192"/>
                  <a:pt x="4942208" y="2828758"/>
                </a:cubicBezTo>
                <a:lnTo>
                  <a:pt x="4942208" y="2773841"/>
                </a:lnTo>
                <a:cubicBezTo>
                  <a:pt x="4942208" y="2756775"/>
                  <a:pt x="4944316" y="2743678"/>
                  <a:pt x="4948533" y="2734550"/>
                </a:cubicBezTo>
                <a:cubicBezTo>
                  <a:pt x="4952750" y="2725422"/>
                  <a:pt x="4961505" y="2720858"/>
                  <a:pt x="4974801" y="2720858"/>
                </a:cubicBezTo>
                <a:cubicBezTo>
                  <a:pt x="4981449" y="2720858"/>
                  <a:pt x="4986310" y="2722669"/>
                  <a:pt x="4989387" y="2726290"/>
                </a:cubicBezTo>
                <a:cubicBezTo>
                  <a:pt x="4992462" y="2729912"/>
                  <a:pt x="4994347" y="2734550"/>
                  <a:pt x="4995042" y="2740206"/>
                </a:cubicBezTo>
                <a:cubicBezTo>
                  <a:pt x="4995736" y="2745861"/>
                  <a:pt x="4996083" y="2753799"/>
                  <a:pt x="4996083" y="2764018"/>
                </a:cubicBezTo>
                <a:lnTo>
                  <a:pt x="4996083" y="2828758"/>
                </a:lnTo>
                <a:cubicBezTo>
                  <a:pt x="4996083" y="2837291"/>
                  <a:pt x="4997993" y="2843691"/>
                  <a:pt x="5001813" y="2847957"/>
                </a:cubicBezTo>
                <a:cubicBezTo>
                  <a:pt x="5005633" y="2852224"/>
                  <a:pt x="5010619" y="2854357"/>
                  <a:pt x="5016770" y="2854357"/>
                </a:cubicBezTo>
                <a:cubicBezTo>
                  <a:pt x="5023120" y="2854357"/>
                  <a:pt x="5028230" y="2852224"/>
                  <a:pt x="5032100" y="2847957"/>
                </a:cubicBezTo>
                <a:cubicBezTo>
                  <a:pt x="5035969" y="2843691"/>
                  <a:pt x="5037904" y="2837291"/>
                  <a:pt x="5037904" y="2828758"/>
                </a:cubicBezTo>
                <a:lnTo>
                  <a:pt x="5037904" y="2774734"/>
                </a:lnTo>
                <a:cubicBezTo>
                  <a:pt x="5037904" y="2757370"/>
                  <a:pt x="5039392" y="2745266"/>
                  <a:pt x="5042369" y="2738420"/>
                </a:cubicBezTo>
                <a:cubicBezTo>
                  <a:pt x="5045048" y="2733062"/>
                  <a:pt x="5048793" y="2728795"/>
                  <a:pt x="5053605" y="2725620"/>
                </a:cubicBezTo>
                <a:cubicBezTo>
                  <a:pt x="5058417" y="2722445"/>
                  <a:pt x="5063502" y="2720858"/>
                  <a:pt x="5068860" y="2720858"/>
                </a:cubicBezTo>
                <a:cubicBezTo>
                  <a:pt x="5075508" y="2720858"/>
                  <a:pt x="5080469" y="2722644"/>
                  <a:pt x="5083743" y="2726216"/>
                </a:cubicBezTo>
                <a:cubicBezTo>
                  <a:pt x="5087017" y="2729788"/>
                  <a:pt x="5089026" y="2734203"/>
                  <a:pt x="5089771" y="2739461"/>
                </a:cubicBezTo>
                <a:cubicBezTo>
                  <a:pt x="5090515" y="2744720"/>
                  <a:pt x="5090887" y="2751715"/>
                  <a:pt x="5090887" y="2760446"/>
                </a:cubicBezTo>
                <a:lnTo>
                  <a:pt x="5090887" y="2828758"/>
                </a:lnTo>
                <a:cubicBezTo>
                  <a:pt x="5090887" y="2837192"/>
                  <a:pt x="5092846" y="2843567"/>
                  <a:pt x="5096765" y="2847883"/>
                </a:cubicBezTo>
                <a:cubicBezTo>
                  <a:pt x="5100685" y="2852199"/>
                  <a:pt x="5105720" y="2854357"/>
                  <a:pt x="5111872" y="2854357"/>
                </a:cubicBezTo>
                <a:cubicBezTo>
                  <a:pt x="5118222" y="2854357"/>
                  <a:pt x="5123331" y="2852224"/>
                  <a:pt x="5127201" y="2847957"/>
                </a:cubicBezTo>
                <a:cubicBezTo>
                  <a:pt x="5131070" y="2843691"/>
                  <a:pt x="5133005" y="2837291"/>
                  <a:pt x="5133005" y="2828758"/>
                </a:cubicBezTo>
                <a:lnTo>
                  <a:pt x="5133005" y="2749433"/>
                </a:lnTo>
                <a:cubicBezTo>
                  <a:pt x="5133005" y="2733657"/>
                  <a:pt x="5131269" y="2722098"/>
                  <a:pt x="5127796" y="2714756"/>
                </a:cubicBezTo>
                <a:cubicBezTo>
                  <a:pt x="5123827" y="2706620"/>
                  <a:pt x="5117825" y="2700369"/>
                  <a:pt x="5109788" y="2696004"/>
                </a:cubicBezTo>
                <a:cubicBezTo>
                  <a:pt x="5101751" y="2691638"/>
                  <a:pt x="5092177" y="2689455"/>
                  <a:pt x="5081064" y="2689455"/>
                </a:cubicBezTo>
                <a:cubicBezTo>
                  <a:pt x="5071539" y="2689455"/>
                  <a:pt x="5062858" y="2691464"/>
                  <a:pt x="5055019" y="2695483"/>
                </a:cubicBezTo>
                <a:cubicBezTo>
                  <a:pt x="5047181" y="2699501"/>
                  <a:pt x="5039839" y="2705677"/>
                  <a:pt x="5032993" y="2714012"/>
                </a:cubicBezTo>
                <a:cubicBezTo>
                  <a:pt x="5028230" y="2705777"/>
                  <a:pt x="5022178" y="2699625"/>
                  <a:pt x="5014836" y="2695557"/>
                </a:cubicBezTo>
                <a:cubicBezTo>
                  <a:pt x="5007494" y="2691489"/>
                  <a:pt x="4998712" y="2689455"/>
                  <a:pt x="4988494" y="2689455"/>
                </a:cubicBezTo>
                <a:cubicBezTo>
                  <a:pt x="4978671" y="2689455"/>
                  <a:pt x="4969741" y="2691440"/>
                  <a:pt x="4961705" y="2695408"/>
                </a:cubicBezTo>
                <a:cubicBezTo>
                  <a:pt x="4953667" y="2699377"/>
                  <a:pt x="4946127" y="2705578"/>
                  <a:pt x="4939082" y="2714012"/>
                </a:cubicBezTo>
                <a:lnTo>
                  <a:pt x="4939082" y="2710142"/>
                </a:lnTo>
                <a:cubicBezTo>
                  <a:pt x="4939082" y="2703594"/>
                  <a:pt x="4937222" y="2698459"/>
                  <a:pt x="4933501" y="2694739"/>
                </a:cubicBezTo>
                <a:cubicBezTo>
                  <a:pt x="4929780" y="2691018"/>
                  <a:pt x="4925142" y="2689158"/>
                  <a:pt x="4919586" y="2689158"/>
                </a:cubicBezTo>
                <a:close/>
                <a:moveTo>
                  <a:pt x="4453755" y="2689158"/>
                </a:moveTo>
                <a:cubicBezTo>
                  <a:pt x="4447901" y="2689158"/>
                  <a:pt x="4443288" y="2691068"/>
                  <a:pt x="4439914" y="2694887"/>
                </a:cubicBezTo>
                <a:cubicBezTo>
                  <a:pt x="4436541" y="2698707"/>
                  <a:pt x="4434854" y="2704487"/>
                  <a:pt x="4434854" y="2712226"/>
                </a:cubicBezTo>
                <a:lnTo>
                  <a:pt x="4434854" y="2829651"/>
                </a:lnTo>
                <a:cubicBezTo>
                  <a:pt x="4434854" y="2837589"/>
                  <a:pt x="4436739" y="2843691"/>
                  <a:pt x="4440510" y="2847957"/>
                </a:cubicBezTo>
                <a:cubicBezTo>
                  <a:pt x="4444279" y="2852224"/>
                  <a:pt x="4449092" y="2854357"/>
                  <a:pt x="4454946" y="2854357"/>
                </a:cubicBezTo>
                <a:cubicBezTo>
                  <a:pt x="4460998" y="2854357"/>
                  <a:pt x="4465935" y="2852298"/>
                  <a:pt x="4469754" y="2848180"/>
                </a:cubicBezTo>
                <a:cubicBezTo>
                  <a:pt x="4473574" y="2844063"/>
                  <a:pt x="4475484" y="2837886"/>
                  <a:pt x="4475484" y="2829651"/>
                </a:cubicBezTo>
                <a:lnTo>
                  <a:pt x="4475484" y="2778752"/>
                </a:lnTo>
                <a:cubicBezTo>
                  <a:pt x="4475484" y="2762183"/>
                  <a:pt x="4476477" y="2750872"/>
                  <a:pt x="4478461" y="2744819"/>
                </a:cubicBezTo>
                <a:cubicBezTo>
                  <a:pt x="4481238" y="2737279"/>
                  <a:pt x="4485604" y="2731350"/>
                  <a:pt x="4491558" y="2727034"/>
                </a:cubicBezTo>
                <a:cubicBezTo>
                  <a:pt x="4497511" y="2722718"/>
                  <a:pt x="4504109" y="2720560"/>
                  <a:pt x="4511352" y="2720560"/>
                </a:cubicBezTo>
                <a:cubicBezTo>
                  <a:pt x="4522464" y="2720560"/>
                  <a:pt x="4529880" y="2724107"/>
                  <a:pt x="4533601" y="2731201"/>
                </a:cubicBezTo>
                <a:cubicBezTo>
                  <a:pt x="4537322" y="2738296"/>
                  <a:pt x="4539182" y="2748540"/>
                  <a:pt x="4539182" y="2761935"/>
                </a:cubicBezTo>
                <a:lnTo>
                  <a:pt x="4539182" y="2829651"/>
                </a:lnTo>
                <a:cubicBezTo>
                  <a:pt x="4539182" y="2837589"/>
                  <a:pt x="4541067" y="2843691"/>
                  <a:pt x="4544838" y="2847957"/>
                </a:cubicBezTo>
                <a:cubicBezTo>
                  <a:pt x="4548608" y="2852224"/>
                  <a:pt x="4553520" y="2854357"/>
                  <a:pt x="4559572" y="2854357"/>
                </a:cubicBezTo>
                <a:cubicBezTo>
                  <a:pt x="4565525" y="2854357"/>
                  <a:pt x="4570362" y="2852273"/>
                  <a:pt x="4574083" y="2848106"/>
                </a:cubicBezTo>
                <a:cubicBezTo>
                  <a:pt x="4577803" y="2843939"/>
                  <a:pt x="4579664" y="2837787"/>
                  <a:pt x="4579664" y="2829651"/>
                </a:cubicBezTo>
                <a:lnTo>
                  <a:pt x="4579664" y="2754047"/>
                </a:lnTo>
                <a:cubicBezTo>
                  <a:pt x="4579664" y="2745117"/>
                  <a:pt x="4579267" y="2737775"/>
                  <a:pt x="4578473" y="2732020"/>
                </a:cubicBezTo>
                <a:cubicBezTo>
                  <a:pt x="4577679" y="2726265"/>
                  <a:pt x="4575943" y="2720908"/>
                  <a:pt x="4573265" y="2715947"/>
                </a:cubicBezTo>
                <a:cubicBezTo>
                  <a:pt x="4569097" y="2707414"/>
                  <a:pt x="4562796" y="2700816"/>
                  <a:pt x="4554362" y="2696152"/>
                </a:cubicBezTo>
                <a:cubicBezTo>
                  <a:pt x="4545929" y="2691489"/>
                  <a:pt x="4536355" y="2689158"/>
                  <a:pt x="4525639" y="2689158"/>
                </a:cubicBezTo>
                <a:cubicBezTo>
                  <a:pt x="4514626" y="2689158"/>
                  <a:pt x="4504877" y="2691365"/>
                  <a:pt x="4496395" y="2695780"/>
                </a:cubicBezTo>
                <a:cubicBezTo>
                  <a:pt x="4487912" y="2700196"/>
                  <a:pt x="4480098" y="2707116"/>
                  <a:pt x="4472954" y="2716542"/>
                </a:cubicBezTo>
                <a:lnTo>
                  <a:pt x="4472954" y="2711631"/>
                </a:lnTo>
                <a:cubicBezTo>
                  <a:pt x="4472954" y="2706769"/>
                  <a:pt x="4472085" y="2702651"/>
                  <a:pt x="4470350" y="2699278"/>
                </a:cubicBezTo>
                <a:cubicBezTo>
                  <a:pt x="4468614" y="2695904"/>
                  <a:pt x="4466307" y="2693374"/>
                  <a:pt x="4463429" y="2691688"/>
                </a:cubicBezTo>
                <a:cubicBezTo>
                  <a:pt x="4460552" y="2690001"/>
                  <a:pt x="4457327" y="2689158"/>
                  <a:pt x="4453755" y="2689158"/>
                </a:cubicBezTo>
                <a:close/>
                <a:moveTo>
                  <a:pt x="10748439" y="2688860"/>
                </a:moveTo>
                <a:cubicBezTo>
                  <a:pt x="10731472" y="2688860"/>
                  <a:pt x="10716887" y="2692357"/>
                  <a:pt x="10704683" y="2699352"/>
                </a:cubicBezTo>
                <a:cubicBezTo>
                  <a:pt x="10692479" y="2706347"/>
                  <a:pt x="10683153" y="2716244"/>
                  <a:pt x="10676703" y="2729043"/>
                </a:cubicBezTo>
                <a:cubicBezTo>
                  <a:pt x="10670255" y="2741843"/>
                  <a:pt x="10667029" y="2756577"/>
                  <a:pt x="10667029" y="2773245"/>
                </a:cubicBezTo>
                <a:cubicBezTo>
                  <a:pt x="10667029" y="2797852"/>
                  <a:pt x="10674075" y="2817472"/>
                  <a:pt x="10688163" y="2832107"/>
                </a:cubicBezTo>
                <a:cubicBezTo>
                  <a:pt x="10702253" y="2846742"/>
                  <a:pt x="10721849" y="2854059"/>
                  <a:pt x="10746951" y="2854059"/>
                </a:cubicBezTo>
                <a:cubicBezTo>
                  <a:pt x="10758758" y="2854059"/>
                  <a:pt x="10769374" y="2852472"/>
                  <a:pt x="10778799" y="2849297"/>
                </a:cubicBezTo>
                <a:cubicBezTo>
                  <a:pt x="10788225" y="2846122"/>
                  <a:pt x="10796039" y="2841930"/>
                  <a:pt x="10802240" y="2836721"/>
                </a:cubicBezTo>
                <a:cubicBezTo>
                  <a:pt x="10808441" y="2831512"/>
                  <a:pt x="10813055" y="2826030"/>
                  <a:pt x="10816081" y="2820275"/>
                </a:cubicBezTo>
                <a:cubicBezTo>
                  <a:pt x="10819107" y="2814520"/>
                  <a:pt x="10820621" y="2809113"/>
                  <a:pt x="10820621" y="2804053"/>
                </a:cubicBezTo>
                <a:cubicBezTo>
                  <a:pt x="10820621" y="2799786"/>
                  <a:pt x="10818983" y="2795768"/>
                  <a:pt x="10815709" y="2791998"/>
                </a:cubicBezTo>
                <a:cubicBezTo>
                  <a:pt x="10812435" y="2788227"/>
                  <a:pt x="10808317" y="2786342"/>
                  <a:pt x="10803356" y="2786342"/>
                </a:cubicBezTo>
                <a:cubicBezTo>
                  <a:pt x="10799189" y="2786342"/>
                  <a:pt x="10795667" y="2787632"/>
                  <a:pt x="10792789" y="2790212"/>
                </a:cubicBezTo>
                <a:cubicBezTo>
                  <a:pt x="10789913" y="2792792"/>
                  <a:pt x="10787233" y="2796363"/>
                  <a:pt x="10784753" y="2800927"/>
                </a:cubicBezTo>
                <a:cubicBezTo>
                  <a:pt x="10780288" y="2808667"/>
                  <a:pt x="10775153" y="2814421"/>
                  <a:pt x="10769349" y="2818192"/>
                </a:cubicBezTo>
                <a:cubicBezTo>
                  <a:pt x="10763545" y="2821962"/>
                  <a:pt x="10756575" y="2823847"/>
                  <a:pt x="10748439" y="2823847"/>
                </a:cubicBezTo>
                <a:cubicBezTo>
                  <a:pt x="10742387" y="2823847"/>
                  <a:pt x="10736830" y="2822681"/>
                  <a:pt x="10731770" y="2820350"/>
                </a:cubicBezTo>
                <a:cubicBezTo>
                  <a:pt x="10726709" y="2818018"/>
                  <a:pt x="10722393" y="2814595"/>
                  <a:pt x="10718822" y="2810080"/>
                </a:cubicBezTo>
                <a:cubicBezTo>
                  <a:pt x="10715250" y="2805566"/>
                  <a:pt x="10712521" y="2800109"/>
                  <a:pt x="10710637" y="2793709"/>
                </a:cubicBezTo>
                <a:cubicBezTo>
                  <a:pt x="10708751" y="2787310"/>
                  <a:pt x="10707809" y="2780290"/>
                  <a:pt x="10707809" y="2772650"/>
                </a:cubicBezTo>
                <a:cubicBezTo>
                  <a:pt x="10707809" y="2756378"/>
                  <a:pt x="10711480" y="2743554"/>
                  <a:pt x="10718822" y="2734178"/>
                </a:cubicBezTo>
                <a:cubicBezTo>
                  <a:pt x="10726165" y="2724802"/>
                  <a:pt x="10735838" y="2720114"/>
                  <a:pt x="10747843" y="2720114"/>
                </a:cubicBezTo>
                <a:cubicBezTo>
                  <a:pt x="10756177" y="2720114"/>
                  <a:pt x="10763049" y="2721999"/>
                  <a:pt x="10768456" y="2725769"/>
                </a:cubicBezTo>
                <a:cubicBezTo>
                  <a:pt x="10773864" y="2729540"/>
                  <a:pt x="10779048" y="2735195"/>
                  <a:pt x="10784009" y="2742736"/>
                </a:cubicBezTo>
                <a:cubicBezTo>
                  <a:pt x="10786787" y="2746605"/>
                  <a:pt x="10789292" y="2749408"/>
                  <a:pt x="10791525" y="2751144"/>
                </a:cubicBezTo>
                <a:cubicBezTo>
                  <a:pt x="10793757" y="2752881"/>
                  <a:pt x="10796560" y="2753749"/>
                  <a:pt x="10799933" y="2753749"/>
                </a:cubicBezTo>
                <a:cubicBezTo>
                  <a:pt x="10805093" y="2753749"/>
                  <a:pt x="10809483" y="2752062"/>
                  <a:pt x="10813105" y="2748689"/>
                </a:cubicBezTo>
                <a:cubicBezTo>
                  <a:pt x="10816727" y="2745315"/>
                  <a:pt x="10818537" y="2741198"/>
                  <a:pt x="10818537" y="2736336"/>
                </a:cubicBezTo>
                <a:cubicBezTo>
                  <a:pt x="10818537" y="2731574"/>
                  <a:pt x="10816925" y="2726439"/>
                  <a:pt x="10813700" y="2720932"/>
                </a:cubicBezTo>
                <a:cubicBezTo>
                  <a:pt x="10810475" y="2715426"/>
                  <a:pt x="10805812" y="2710242"/>
                  <a:pt x="10799710" y="2705380"/>
                </a:cubicBezTo>
                <a:cubicBezTo>
                  <a:pt x="10793608" y="2700518"/>
                  <a:pt x="10786167" y="2696549"/>
                  <a:pt x="10777385" y="2693474"/>
                </a:cubicBezTo>
                <a:cubicBezTo>
                  <a:pt x="10768605" y="2690398"/>
                  <a:pt x="10758956" y="2688860"/>
                  <a:pt x="10748439" y="2688860"/>
                </a:cubicBezTo>
                <a:close/>
                <a:moveTo>
                  <a:pt x="10563743" y="2688860"/>
                </a:moveTo>
                <a:cubicBezTo>
                  <a:pt x="10547769" y="2688860"/>
                  <a:pt x="10534424" y="2691043"/>
                  <a:pt x="10523708" y="2695408"/>
                </a:cubicBezTo>
                <a:cubicBezTo>
                  <a:pt x="10512993" y="2699774"/>
                  <a:pt x="10505105" y="2705330"/>
                  <a:pt x="10500045" y="2712077"/>
                </a:cubicBezTo>
                <a:cubicBezTo>
                  <a:pt x="10494985" y="2718824"/>
                  <a:pt x="10492455" y="2725769"/>
                  <a:pt x="10492455" y="2732913"/>
                </a:cubicBezTo>
                <a:cubicBezTo>
                  <a:pt x="10492455" y="2737477"/>
                  <a:pt x="10494117" y="2741223"/>
                  <a:pt x="10497440" y="2744150"/>
                </a:cubicBezTo>
                <a:cubicBezTo>
                  <a:pt x="10500764" y="2747077"/>
                  <a:pt x="10504708" y="2748540"/>
                  <a:pt x="10509272" y="2748540"/>
                </a:cubicBezTo>
                <a:cubicBezTo>
                  <a:pt x="10514332" y="2748540"/>
                  <a:pt x="10517631" y="2747622"/>
                  <a:pt x="10519169" y="2745787"/>
                </a:cubicBezTo>
                <a:cubicBezTo>
                  <a:pt x="10520707" y="2743951"/>
                  <a:pt x="10523336" y="2740156"/>
                  <a:pt x="10527057" y="2734401"/>
                </a:cubicBezTo>
                <a:cubicBezTo>
                  <a:pt x="10530777" y="2728647"/>
                  <a:pt x="10535243" y="2724331"/>
                  <a:pt x="10540451" y="2721453"/>
                </a:cubicBezTo>
                <a:cubicBezTo>
                  <a:pt x="10545661" y="2718576"/>
                  <a:pt x="10553425" y="2717137"/>
                  <a:pt x="10563743" y="2717137"/>
                </a:cubicBezTo>
                <a:cubicBezTo>
                  <a:pt x="10575749" y="2717137"/>
                  <a:pt x="10583661" y="2719643"/>
                  <a:pt x="10587481" y="2724653"/>
                </a:cubicBezTo>
                <a:cubicBezTo>
                  <a:pt x="10591301" y="2729664"/>
                  <a:pt x="10593459" y="2737527"/>
                  <a:pt x="10593955" y="2748242"/>
                </a:cubicBezTo>
                <a:cubicBezTo>
                  <a:pt x="10585423" y="2750723"/>
                  <a:pt x="10577509" y="2752831"/>
                  <a:pt x="10570217" y="2754568"/>
                </a:cubicBezTo>
                <a:cubicBezTo>
                  <a:pt x="10562925" y="2756304"/>
                  <a:pt x="10554169" y="2758214"/>
                  <a:pt x="10543949" y="2760297"/>
                </a:cubicBezTo>
                <a:cubicBezTo>
                  <a:pt x="10533729" y="2762381"/>
                  <a:pt x="10527330" y="2763720"/>
                  <a:pt x="10524750" y="2764316"/>
                </a:cubicBezTo>
                <a:cubicBezTo>
                  <a:pt x="10512447" y="2766995"/>
                  <a:pt x="10502773" y="2772253"/>
                  <a:pt x="10495729" y="2780092"/>
                </a:cubicBezTo>
                <a:cubicBezTo>
                  <a:pt x="10488684" y="2787930"/>
                  <a:pt x="10485161" y="2797405"/>
                  <a:pt x="10485161" y="2808518"/>
                </a:cubicBezTo>
                <a:cubicBezTo>
                  <a:pt x="10485161" y="2816753"/>
                  <a:pt x="10487295" y="2824393"/>
                  <a:pt x="10491561" y="2831437"/>
                </a:cubicBezTo>
                <a:cubicBezTo>
                  <a:pt x="10495828" y="2838482"/>
                  <a:pt x="10501905" y="2844063"/>
                  <a:pt x="10509793" y="2848180"/>
                </a:cubicBezTo>
                <a:cubicBezTo>
                  <a:pt x="10517681" y="2852298"/>
                  <a:pt x="10526833" y="2854357"/>
                  <a:pt x="10537251" y="2854357"/>
                </a:cubicBezTo>
                <a:cubicBezTo>
                  <a:pt x="10548662" y="2854357"/>
                  <a:pt x="10558956" y="2852447"/>
                  <a:pt x="10568133" y="2848627"/>
                </a:cubicBezTo>
                <a:cubicBezTo>
                  <a:pt x="10577311" y="2844807"/>
                  <a:pt x="10586811" y="2839077"/>
                  <a:pt x="10596634" y="2831437"/>
                </a:cubicBezTo>
                <a:cubicBezTo>
                  <a:pt x="10601198" y="2838879"/>
                  <a:pt x="10605514" y="2844559"/>
                  <a:pt x="10609582" y="2848478"/>
                </a:cubicBezTo>
                <a:cubicBezTo>
                  <a:pt x="10613651" y="2852397"/>
                  <a:pt x="10617767" y="2854357"/>
                  <a:pt x="10621935" y="2854357"/>
                </a:cubicBezTo>
                <a:cubicBezTo>
                  <a:pt x="10626896" y="2854357"/>
                  <a:pt x="10631336" y="2852645"/>
                  <a:pt x="10635255" y="2849222"/>
                </a:cubicBezTo>
                <a:cubicBezTo>
                  <a:pt x="10639175" y="2845799"/>
                  <a:pt x="10641133" y="2842004"/>
                  <a:pt x="10641133" y="2837837"/>
                </a:cubicBezTo>
                <a:cubicBezTo>
                  <a:pt x="10641133" y="2835456"/>
                  <a:pt x="10639869" y="2830123"/>
                  <a:pt x="10637339" y="2821838"/>
                </a:cubicBezTo>
                <a:cubicBezTo>
                  <a:pt x="10634809" y="2813553"/>
                  <a:pt x="10633543" y="2805591"/>
                  <a:pt x="10633543" y="2797951"/>
                </a:cubicBezTo>
                <a:cubicBezTo>
                  <a:pt x="10633643" y="2789815"/>
                  <a:pt x="10633717" y="2782423"/>
                  <a:pt x="10633767" y="2775776"/>
                </a:cubicBezTo>
                <a:cubicBezTo>
                  <a:pt x="10633817" y="2769128"/>
                  <a:pt x="10633841" y="2761042"/>
                  <a:pt x="10633841" y="2751517"/>
                </a:cubicBezTo>
                <a:cubicBezTo>
                  <a:pt x="10633841" y="2736435"/>
                  <a:pt x="10631733" y="2724331"/>
                  <a:pt x="10627516" y="2715202"/>
                </a:cubicBezTo>
                <a:cubicBezTo>
                  <a:pt x="10623299" y="2706074"/>
                  <a:pt x="10616081" y="2699402"/>
                  <a:pt x="10605861" y="2695185"/>
                </a:cubicBezTo>
                <a:cubicBezTo>
                  <a:pt x="10595642" y="2690968"/>
                  <a:pt x="10581603" y="2688860"/>
                  <a:pt x="10563743" y="2688860"/>
                </a:cubicBezTo>
                <a:close/>
                <a:moveTo>
                  <a:pt x="8584776" y="2688860"/>
                </a:moveTo>
                <a:cubicBezTo>
                  <a:pt x="8572572" y="2688860"/>
                  <a:pt x="8561460" y="2690819"/>
                  <a:pt x="8551438" y="2694739"/>
                </a:cubicBezTo>
                <a:cubicBezTo>
                  <a:pt x="8541417" y="2698658"/>
                  <a:pt x="8532983" y="2704288"/>
                  <a:pt x="8526137" y="2711631"/>
                </a:cubicBezTo>
                <a:cubicBezTo>
                  <a:pt x="8519291" y="2718973"/>
                  <a:pt x="8514082" y="2727778"/>
                  <a:pt x="8510510" y="2738048"/>
                </a:cubicBezTo>
                <a:cubicBezTo>
                  <a:pt x="8506938" y="2748317"/>
                  <a:pt x="8505153" y="2759454"/>
                  <a:pt x="8505153" y="2771460"/>
                </a:cubicBezTo>
                <a:cubicBezTo>
                  <a:pt x="8505153" y="2796959"/>
                  <a:pt x="8512396" y="2817150"/>
                  <a:pt x="8526881" y="2832033"/>
                </a:cubicBezTo>
                <a:cubicBezTo>
                  <a:pt x="8541368" y="2846915"/>
                  <a:pt x="8561658" y="2854357"/>
                  <a:pt x="8587752" y="2854357"/>
                </a:cubicBezTo>
                <a:cubicBezTo>
                  <a:pt x="8599163" y="2854357"/>
                  <a:pt x="8609258" y="2852868"/>
                  <a:pt x="8618039" y="2849892"/>
                </a:cubicBezTo>
                <a:cubicBezTo>
                  <a:pt x="8626820" y="2846915"/>
                  <a:pt x="8634112" y="2843170"/>
                  <a:pt x="8639916" y="2838655"/>
                </a:cubicBezTo>
                <a:cubicBezTo>
                  <a:pt x="8645721" y="2834141"/>
                  <a:pt x="8650062" y="2829428"/>
                  <a:pt x="8652939" y="2824517"/>
                </a:cubicBezTo>
                <a:cubicBezTo>
                  <a:pt x="8655817" y="2819605"/>
                  <a:pt x="8657255" y="2815314"/>
                  <a:pt x="8657255" y="2811643"/>
                </a:cubicBezTo>
                <a:cubicBezTo>
                  <a:pt x="8657255" y="2807476"/>
                  <a:pt x="8655965" y="2804251"/>
                  <a:pt x="8653385" y="2801969"/>
                </a:cubicBezTo>
                <a:cubicBezTo>
                  <a:pt x="8650806" y="2799687"/>
                  <a:pt x="8647432" y="2798546"/>
                  <a:pt x="8643265" y="2798546"/>
                </a:cubicBezTo>
                <a:cubicBezTo>
                  <a:pt x="8639396" y="2798546"/>
                  <a:pt x="8636419" y="2799439"/>
                  <a:pt x="8634335" y="2801225"/>
                </a:cubicBezTo>
                <a:cubicBezTo>
                  <a:pt x="8629275" y="2805988"/>
                  <a:pt x="8625158" y="2809758"/>
                  <a:pt x="8621983" y="2812536"/>
                </a:cubicBezTo>
                <a:cubicBezTo>
                  <a:pt x="8618808" y="2815314"/>
                  <a:pt x="8615335" y="2817919"/>
                  <a:pt x="8611565" y="2820350"/>
                </a:cubicBezTo>
                <a:cubicBezTo>
                  <a:pt x="8607795" y="2822780"/>
                  <a:pt x="8603900" y="2824566"/>
                  <a:pt x="8599882" y="2825707"/>
                </a:cubicBezTo>
                <a:cubicBezTo>
                  <a:pt x="8595863" y="2826848"/>
                  <a:pt x="8591423" y="2827419"/>
                  <a:pt x="8586562" y="2827419"/>
                </a:cubicBezTo>
                <a:cubicBezTo>
                  <a:pt x="8579319" y="2827419"/>
                  <a:pt x="8572696" y="2825633"/>
                  <a:pt x="8566693" y="2822061"/>
                </a:cubicBezTo>
                <a:cubicBezTo>
                  <a:pt x="8560690" y="2818489"/>
                  <a:pt x="8555879" y="2813181"/>
                  <a:pt x="8552257" y="2806136"/>
                </a:cubicBezTo>
                <a:cubicBezTo>
                  <a:pt x="8548635" y="2799092"/>
                  <a:pt x="8546775" y="2790956"/>
                  <a:pt x="8546676" y="2781729"/>
                </a:cubicBezTo>
                <a:lnTo>
                  <a:pt x="8626150" y="2781729"/>
                </a:lnTo>
                <a:cubicBezTo>
                  <a:pt x="8636767" y="2781729"/>
                  <a:pt x="8645002" y="2780216"/>
                  <a:pt x="8650855" y="2777189"/>
                </a:cubicBezTo>
                <a:cubicBezTo>
                  <a:pt x="8656710" y="2774163"/>
                  <a:pt x="8659636" y="2767540"/>
                  <a:pt x="8659636" y="2757321"/>
                </a:cubicBezTo>
                <a:cubicBezTo>
                  <a:pt x="8659636" y="2746308"/>
                  <a:pt x="8656808" y="2735493"/>
                  <a:pt x="8651153" y="2724876"/>
                </a:cubicBezTo>
                <a:cubicBezTo>
                  <a:pt x="8645497" y="2714260"/>
                  <a:pt x="8636990" y="2705603"/>
                  <a:pt x="8625629" y="2698906"/>
                </a:cubicBezTo>
                <a:cubicBezTo>
                  <a:pt x="8614269" y="2692209"/>
                  <a:pt x="8600651" y="2688860"/>
                  <a:pt x="8584776" y="2688860"/>
                </a:cubicBezTo>
                <a:close/>
                <a:moveTo>
                  <a:pt x="8127576" y="2688860"/>
                </a:moveTo>
                <a:cubicBezTo>
                  <a:pt x="8115372" y="2688860"/>
                  <a:pt x="8104260" y="2690819"/>
                  <a:pt x="8094238" y="2694739"/>
                </a:cubicBezTo>
                <a:cubicBezTo>
                  <a:pt x="8084217" y="2698658"/>
                  <a:pt x="8075784" y="2704288"/>
                  <a:pt x="8068938" y="2711631"/>
                </a:cubicBezTo>
                <a:cubicBezTo>
                  <a:pt x="8062092" y="2718973"/>
                  <a:pt x="8056883" y="2727778"/>
                  <a:pt x="8053311" y="2738048"/>
                </a:cubicBezTo>
                <a:cubicBezTo>
                  <a:pt x="8049739" y="2748317"/>
                  <a:pt x="8047953" y="2759454"/>
                  <a:pt x="8047953" y="2771460"/>
                </a:cubicBezTo>
                <a:cubicBezTo>
                  <a:pt x="8047953" y="2796959"/>
                  <a:pt x="8055196" y="2817150"/>
                  <a:pt x="8069682" y="2832033"/>
                </a:cubicBezTo>
                <a:cubicBezTo>
                  <a:pt x="8084168" y="2846915"/>
                  <a:pt x="8104458" y="2854357"/>
                  <a:pt x="8130552" y="2854357"/>
                </a:cubicBezTo>
                <a:cubicBezTo>
                  <a:pt x="8141963" y="2854357"/>
                  <a:pt x="8152058" y="2852868"/>
                  <a:pt x="8160839" y="2849892"/>
                </a:cubicBezTo>
                <a:cubicBezTo>
                  <a:pt x="8169620" y="2846915"/>
                  <a:pt x="8176912" y="2843170"/>
                  <a:pt x="8182716" y="2838655"/>
                </a:cubicBezTo>
                <a:cubicBezTo>
                  <a:pt x="8188521" y="2834141"/>
                  <a:pt x="8192862" y="2829428"/>
                  <a:pt x="8195739" y="2824517"/>
                </a:cubicBezTo>
                <a:cubicBezTo>
                  <a:pt x="8198617" y="2819605"/>
                  <a:pt x="8200055" y="2815314"/>
                  <a:pt x="8200055" y="2811643"/>
                </a:cubicBezTo>
                <a:cubicBezTo>
                  <a:pt x="8200055" y="2807476"/>
                  <a:pt x="8198765" y="2804251"/>
                  <a:pt x="8196185" y="2801969"/>
                </a:cubicBezTo>
                <a:cubicBezTo>
                  <a:pt x="8193606" y="2799687"/>
                  <a:pt x="8190232" y="2798546"/>
                  <a:pt x="8186065" y="2798546"/>
                </a:cubicBezTo>
                <a:cubicBezTo>
                  <a:pt x="8182196" y="2798546"/>
                  <a:pt x="8179219" y="2799439"/>
                  <a:pt x="8177135" y="2801225"/>
                </a:cubicBezTo>
                <a:cubicBezTo>
                  <a:pt x="8172075" y="2805988"/>
                  <a:pt x="8167958" y="2809758"/>
                  <a:pt x="8164783" y="2812536"/>
                </a:cubicBezTo>
                <a:cubicBezTo>
                  <a:pt x="8161608" y="2815314"/>
                  <a:pt x="8158135" y="2817919"/>
                  <a:pt x="8154365" y="2820350"/>
                </a:cubicBezTo>
                <a:cubicBezTo>
                  <a:pt x="8150595" y="2822780"/>
                  <a:pt x="8146700" y="2824566"/>
                  <a:pt x="8142682" y="2825707"/>
                </a:cubicBezTo>
                <a:cubicBezTo>
                  <a:pt x="8138663" y="2826848"/>
                  <a:pt x="8134223" y="2827419"/>
                  <a:pt x="8129362" y="2827419"/>
                </a:cubicBezTo>
                <a:cubicBezTo>
                  <a:pt x="8122119" y="2827419"/>
                  <a:pt x="8115496" y="2825633"/>
                  <a:pt x="8109493" y="2822061"/>
                </a:cubicBezTo>
                <a:cubicBezTo>
                  <a:pt x="8103490" y="2818489"/>
                  <a:pt x="8098679" y="2813181"/>
                  <a:pt x="8095057" y="2806136"/>
                </a:cubicBezTo>
                <a:cubicBezTo>
                  <a:pt x="8091435" y="2799092"/>
                  <a:pt x="8089575" y="2790956"/>
                  <a:pt x="8089476" y="2781729"/>
                </a:cubicBezTo>
                <a:lnTo>
                  <a:pt x="8168950" y="2781729"/>
                </a:lnTo>
                <a:cubicBezTo>
                  <a:pt x="8179567" y="2781729"/>
                  <a:pt x="8187802" y="2780216"/>
                  <a:pt x="8193655" y="2777189"/>
                </a:cubicBezTo>
                <a:cubicBezTo>
                  <a:pt x="8199510" y="2774163"/>
                  <a:pt x="8202436" y="2767540"/>
                  <a:pt x="8202436" y="2757321"/>
                </a:cubicBezTo>
                <a:cubicBezTo>
                  <a:pt x="8202436" y="2746308"/>
                  <a:pt x="8199608" y="2735493"/>
                  <a:pt x="8193953" y="2724876"/>
                </a:cubicBezTo>
                <a:cubicBezTo>
                  <a:pt x="8188297" y="2714260"/>
                  <a:pt x="8179790" y="2705603"/>
                  <a:pt x="8168429" y="2698906"/>
                </a:cubicBezTo>
                <a:cubicBezTo>
                  <a:pt x="8157069" y="2692209"/>
                  <a:pt x="8143451" y="2688860"/>
                  <a:pt x="8127576" y="2688860"/>
                </a:cubicBezTo>
                <a:close/>
                <a:moveTo>
                  <a:pt x="7677668" y="2688860"/>
                </a:moveTo>
                <a:cubicBezTo>
                  <a:pt x="7661694" y="2688860"/>
                  <a:pt x="7648349" y="2691043"/>
                  <a:pt x="7637634" y="2695408"/>
                </a:cubicBezTo>
                <a:cubicBezTo>
                  <a:pt x="7626918" y="2699774"/>
                  <a:pt x="7619030" y="2705330"/>
                  <a:pt x="7613970" y="2712077"/>
                </a:cubicBezTo>
                <a:cubicBezTo>
                  <a:pt x="7608910" y="2718824"/>
                  <a:pt x="7606380" y="2725769"/>
                  <a:pt x="7606380" y="2732913"/>
                </a:cubicBezTo>
                <a:cubicBezTo>
                  <a:pt x="7606380" y="2737477"/>
                  <a:pt x="7608042" y="2741223"/>
                  <a:pt x="7611366" y="2744150"/>
                </a:cubicBezTo>
                <a:cubicBezTo>
                  <a:pt x="7614689" y="2747077"/>
                  <a:pt x="7618633" y="2748540"/>
                  <a:pt x="7623197" y="2748540"/>
                </a:cubicBezTo>
                <a:cubicBezTo>
                  <a:pt x="7628258" y="2748540"/>
                  <a:pt x="7631556" y="2747622"/>
                  <a:pt x="7633094" y="2745787"/>
                </a:cubicBezTo>
                <a:cubicBezTo>
                  <a:pt x="7634632" y="2743951"/>
                  <a:pt x="7637262" y="2740156"/>
                  <a:pt x="7640982" y="2734401"/>
                </a:cubicBezTo>
                <a:cubicBezTo>
                  <a:pt x="7644703" y="2728647"/>
                  <a:pt x="7649168" y="2724331"/>
                  <a:pt x="7654377" y="2721453"/>
                </a:cubicBezTo>
                <a:cubicBezTo>
                  <a:pt x="7659586" y="2718576"/>
                  <a:pt x="7667350" y="2717137"/>
                  <a:pt x="7677668" y="2717137"/>
                </a:cubicBezTo>
                <a:cubicBezTo>
                  <a:pt x="7689674" y="2717137"/>
                  <a:pt x="7697586" y="2719643"/>
                  <a:pt x="7701407" y="2724653"/>
                </a:cubicBezTo>
                <a:cubicBezTo>
                  <a:pt x="7705226" y="2729664"/>
                  <a:pt x="7707384" y="2737527"/>
                  <a:pt x="7707881" y="2748242"/>
                </a:cubicBezTo>
                <a:cubicBezTo>
                  <a:pt x="7699348" y="2750723"/>
                  <a:pt x="7691435" y="2752831"/>
                  <a:pt x="7684142" y="2754568"/>
                </a:cubicBezTo>
                <a:cubicBezTo>
                  <a:pt x="7676850" y="2756304"/>
                  <a:pt x="7668094" y="2758214"/>
                  <a:pt x="7657874" y="2760297"/>
                </a:cubicBezTo>
                <a:cubicBezTo>
                  <a:pt x="7647655" y="2762381"/>
                  <a:pt x="7641255" y="2763720"/>
                  <a:pt x="7638675" y="2764316"/>
                </a:cubicBezTo>
                <a:cubicBezTo>
                  <a:pt x="7626372" y="2766995"/>
                  <a:pt x="7616698" y="2772253"/>
                  <a:pt x="7609654" y="2780092"/>
                </a:cubicBezTo>
                <a:cubicBezTo>
                  <a:pt x="7602609" y="2787930"/>
                  <a:pt x="7599087" y="2797405"/>
                  <a:pt x="7599087" y="2808518"/>
                </a:cubicBezTo>
                <a:cubicBezTo>
                  <a:pt x="7599087" y="2816753"/>
                  <a:pt x="7601220" y="2824393"/>
                  <a:pt x="7605487" y="2831437"/>
                </a:cubicBezTo>
                <a:cubicBezTo>
                  <a:pt x="7609753" y="2838482"/>
                  <a:pt x="7615830" y="2844063"/>
                  <a:pt x="7623718" y="2848180"/>
                </a:cubicBezTo>
                <a:cubicBezTo>
                  <a:pt x="7631606" y="2852298"/>
                  <a:pt x="7640759" y="2854357"/>
                  <a:pt x="7651177" y="2854357"/>
                </a:cubicBezTo>
                <a:cubicBezTo>
                  <a:pt x="7662587" y="2854357"/>
                  <a:pt x="7672881" y="2852447"/>
                  <a:pt x="7682059" y="2848627"/>
                </a:cubicBezTo>
                <a:cubicBezTo>
                  <a:pt x="7691237" y="2844807"/>
                  <a:pt x="7700737" y="2839077"/>
                  <a:pt x="7710559" y="2831437"/>
                </a:cubicBezTo>
                <a:cubicBezTo>
                  <a:pt x="7715123" y="2838879"/>
                  <a:pt x="7719439" y="2844559"/>
                  <a:pt x="7723508" y="2848478"/>
                </a:cubicBezTo>
                <a:cubicBezTo>
                  <a:pt x="7727575" y="2852397"/>
                  <a:pt x="7731693" y="2854357"/>
                  <a:pt x="7735860" y="2854357"/>
                </a:cubicBezTo>
                <a:cubicBezTo>
                  <a:pt x="7740821" y="2854357"/>
                  <a:pt x="7745261" y="2852645"/>
                  <a:pt x="7749180" y="2849222"/>
                </a:cubicBezTo>
                <a:cubicBezTo>
                  <a:pt x="7753100" y="2845799"/>
                  <a:pt x="7755059" y="2842004"/>
                  <a:pt x="7755059" y="2837837"/>
                </a:cubicBezTo>
                <a:cubicBezTo>
                  <a:pt x="7755059" y="2835456"/>
                  <a:pt x="7753794" y="2830123"/>
                  <a:pt x="7751264" y="2821838"/>
                </a:cubicBezTo>
                <a:cubicBezTo>
                  <a:pt x="7748734" y="2813553"/>
                  <a:pt x="7747469" y="2805591"/>
                  <a:pt x="7747469" y="2797951"/>
                </a:cubicBezTo>
                <a:cubicBezTo>
                  <a:pt x="7747568" y="2789815"/>
                  <a:pt x="7747642" y="2782423"/>
                  <a:pt x="7747692" y="2775776"/>
                </a:cubicBezTo>
                <a:cubicBezTo>
                  <a:pt x="7747742" y="2769128"/>
                  <a:pt x="7747767" y="2761042"/>
                  <a:pt x="7747767" y="2751517"/>
                </a:cubicBezTo>
                <a:cubicBezTo>
                  <a:pt x="7747767" y="2736435"/>
                  <a:pt x="7745658" y="2724331"/>
                  <a:pt x="7741441" y="2715202"/>
                </a:cubicBezTo>
                <a:cubicBezTo>
                  <a:pt x="7737224" y="2706074"/>
                  <a:pt x="7730006" y="2699402"/>
                  <a:pt x="7719787" y="2695185"/>
                </a:cubicBezTo>
                <a:cubicBezTo>
                  <a:pt x="7709567" y="2690968"/>
                  <a:pt x="7695528" y="2688860"/>
                  <a:pt x="7677668" y="2688860"/>
                </a:cubicBezTo>
                <a:close/>
                <a:moveTo>
                  <a:pt x="7222701" y="2688860"/>
                </a:moveTo>
                <a:cubicBezTo>
                  <a:pt x="7210497" y="2688860"/>
                  <a:pt x="7199384" y="2690819"/>
                  <a:pt x="7189363" y="2694739"/>
                </a:cubicBezTo>
                <a:cubicBezTo>
                  <a:pt x="7179342" y="2698658"/>
                  <a:pt x="7170909" y="2704288"/>
                  <a:pt x="7164062" y="2711631"/>
                </a:cubicBezTo>
                <a:cubicBezTo>
                  <a:pt x="7157216" y="2718973"/>
                  <a:pt x="7152007" y="2727778"/>
                  <a:pt x="7148436" y="2738048"/>
                </a:cubicBezTo>
                <a:cubicBezTo>
                  <a:pt x="7144864" y="2748317"/>
                  <a:pt x="7143078" y="2759454"/>
                  <a:pt x="7143078" y="2771460"/>
                </a:cubicBezTo>
                <a:cubicBezTo>
                  <a:pt x="7143078" y="2796959"/>
                  <a:pt x="7150321" y="2817150"/>
                  <a:pt x="7164807" y="2832033"/>
                </a:cubicBezTo>
                <a:cubicBezTo>
                  <a:pt x="7179293" y="2846915"/>
                  <a:pt x="7199583" y="2854357"/>
                  <a:pt x="7225677" y="2854357"/>
                </a:cubicBezTo>
                <a:cubicBezTo>
                  <a:pt x="7237087" y="2854357"/>
                  <a:pt x="7247183" y="2852868"/>
                  <a:pt x="7255964" y="2849892"/>
                </a:cubicBezTo>
                <a:cubicBezTo>
                  <a:pt x="7264745" y="2846915"/>
                  <a:pt x="7272037" y="2843170"/>
                  <a:pt x="7277842" y="2838655"/>
                </a:cubicBezTo>
                <a:cubicBezTo>
                  <a:pt x="7283646" y="2834141"/>
                  <a:pt x="7287987" y="2829428"/>
                  <a:pt x="7290864" y="2824517"/>
                </a:cubicBezTo>
                <a:cubicBezTo>
                  <a:pt x="7293741" y="2819605"/>
                  <a:pt x="7295180" y="2815314"/>
                  <a:pt x="7295180" y="2811643"/>
                </a:cubicBezTo>
                <a:cubicBezTo>
                  <a:pt x="7295180" y="2807476"/>
                  <a:pt x="7293890" y="2804251"/>
                  <a:pt x="7291311" y="2801969"/>
                </a:cubicBezTo>
                <a:cubicBezTo>
                  <a:pt x="7288731" y="2799687"/>
                  <a:pt x="7285357" y="2798546"/>
                  <a:pt x="7281190" y="2798546"/>
                </a:cubicBezTo>
                <a:cubicBezTo>
                  <a:pt x="7277321" y="2798546"/>
                  <a:pt x="7274344" y="2799439"/>
                  <a:pt x="7272261" y="2801225"/>
                </a:cubicBezTo>
                <a:cubicBezTo>
                  <a:pt x="7267200" y="2805988"/>
                  <a:pt x="7263083" y="2809758"/>
                  <a:pt x="7259908" y="2812536"/>
                </a:cubicBezTo>
                <a:cubicBezTo>
                  <a:pt x="7256733" y="2815314"/>
                  <a:pt x="7253260" y="2817919"/>
                  <a:pt x="7249490" y="2820350"/>
                </a:cubicBezTo>
                <a:cubicBezTo>
                  <a:pt x="7245719" y="2822780"/>
                  <a:pt x="7241825" y="2824566"/>
                  <a:pt x="7237807" y="2825707"/>
                </a:cubicBezTo>
                <a:cubicBezTo>
                  <a:pt x="7233788" y="2826848"/>
                  <a:pt x="7229348" y="2827419"/>
                  <a:pt x="7224487" y="2827419"/>
                </a:cubicBezTo>
                <a:cubicBezTo>
                  <a:pt x="7217244" y="2827419"/>
                  <a:pt x="7210621" y="2825633"/>
                  <a:pt x="7204618" y="2822061"/>
                </a:cubicBezTo>
                <a:cubicBezTo>
                  <a:pt x="7198615" y="2818489"/>
                  <a:pt x="7193803" y="2813181"/>
                  <a:pt x="7190182" y="2806136"/>
                </a:cubicBezTo>
                <a:cubicBezTo>
                  <a:pt x="7186560" y="2799092"/>
                  <a:pt x="7184700" y="2790956"/>
                  <a:pt x="7184601" y="2781729"/>
                </a:cubicBezTo>
                <a:lnTo>
                  <a:pt x="7264075" y="2781729"/>
                </a:lnTo>
                <a:cubicBezTo>
                  <a:pt x="7274691" y="2781729"/>
                  <a:pt x="7282926" y="2780216"/>
                  <a:pt x="7288780" y="2777189"/>
                </a:cubicBezTo>
                <a:cubicBezTo>
                  <a:pt x="7294634" y="2774163"/>
                  <a:pt x="7297561" y="2767540"/>
                  <a:pt x="7297561" y="2757321"/>
                </a:cubicBezTo>
                <a:cubicBezTo>
                  <a:pt x="7297561" y="2746308"/>
                  <a:pt x="7294734" y="2735493"/>
                  <a:pt x="7289078" y="2724876"/>
                </a:cubicBezTo>
                <a:cubicBezTo>
                  <a:pt x="7283423" y="2714260"/>
                  <a:pt x="7274914" y="2705603"/>
                  <a:pt x="7263554" y="2698906"/>
                </a:cubicBezTo>
                <a:cubicBezTo>
                  <a:pt x="7252193" y="2692209"/>
                  <a:pt x="7238576" y="2688860"/>
                  <a:pt x="7222701" y="2688860"/>
                </a:cubicBezTo>
                <a:close/>
                <a:moveTo>
                  <a:pt x="6791843" y="2688860"/>
                </a:moveTo>
                <a:cubicBezTo>
                  <a:pt x="6775869" y="2688860"/>
                  <a:pt x="6762524" y="2691043"/>
                  <a:pt x="6751809" y="2695408"/>
                </a:cubicBezTo>
                <a:cubicBezTo>
                  <a:pt x="6741093" y="2699774"/>
                  <a:pt x="6733205" y="2705330"/>
                  <a:pt x="6728145" y="2712077"/>
                </a:cubicBezTo>
                <a:cubicBezTo>
                  <a:pt x="6723085" y="2718824"/>
                  <a:pt x="6720555" y="2725769"/>
                  <a:pt x="6720555" y="2732913"/>
                </a:cubicBezTo>
                <a:cubicBezTo>
                  <a:pt x="6720555" y="2737477"/>
                  <a:pt x="6722216" y="2741223"/>
                  <a:pt x="6725540" y="2744150"/>
                </a:cubicBezTo>
                <a:cubicBezTo>
                  <a:pt x="6728864" y="2747077"/>
                  <a:pt x="6732808" y="2748540"/>
                  <a:pt x="6737372" y="2748540"/>
                </a:cubicBezTo>
                <a:cubicBezTo>
                  <a:pt x="6742432" y="2748540"/>
                  <a:pt x="6745731" y="2747622"/>
                  <a:pt x="6747269" y="2745787"/>
                </a:cubicBezTo>
                <a:cubicBezTo>
                  <a:pt x="6748807" y="2743951"/>
                  <a:pt x="6751437" y="2740156"/>
                  <a:pt x="6755157" y="2734401"/>
                </a:cubicBezTo>
                <a:cubicBezTo>
                  <a:pt x="6758878" y="2728647"/>
                  <a:pt x="6763343" y="2724331"/>
                  <a:pt x="6768552" y="2721453"/>
                </a:cubicBezTo>
                <a:cubicBezTo>
                  <a:pt x="6773761" y="2718576"/>
                  <a:pt x="6781524" y="2717137"/>
                  <a:pt x="6791843" y="2717137"/>
                </a:cubicBezTo>
                <a:cubicBezTo>
                  <a:pt x="6803849" y="2717137"/>
                  <a:pt x="6811762" y="2719643"/>
                  <a:pt x="6815581" y="2724653"/>
                </a:cubicBezTo>
                <a:cubicBezTo>
                  <a:pt x="6819401" y="2729664"/>
                  <a:pt x="6821559" y="2737527"/>
                  <a:pt x="6822055" y="2748242"/>
                </a:cubicBezTo>
                <a:cubicBezTo>
                  <a:pt x="6813523" y="2750723"/>
                  <a:pt x="6805610" y="2752831"/>
                  <a:pt x="6798317" y="2754568"/>
                </a:cubicBezTo>
                <a:cubicBezTo>
                  <a:pt x="6791025" y="2756304"/>
                  <a:pt x="6782269" y="2758214"/>
                  <a:pt x="6772049" y="2760297"/>
                </a:cubicBezTo>
                <a:cubicBezTo>
                  <a:pt x="6761830" y="2762381"/>
                  <a:pt x="6755430" y="2763720"/>
                  <a:pt x="6752850" y="2764316"/>
                </a:cubicBezTo>
                <a:cubicBezTo>
                  <a:pt x="6740547" y="2766995"/>
                  <a:pt x="6730874" y="2772253"/>
                  <a:pt x="6723829" y="2780092"/>
                </a:cubicBezTo>
                <a:cubicBezTo>
                  <a:pt x="6716784" y="2787930"/>
                  <a:pt x="6713262" y="2797405"/>
                  <a:pt x="6713262" y="2808518"/>
                </a:cubicBezTo>
                <a:cubicBezTo>
                  <a:pt x="6713262" y="2816753"/>
                  <a:pt x="6715395" y="2824393"/>
                  <a:pt x="6719662" y="2831437"/>
                </a:cubicBezTo>
                <a:cubicBezTo>
                  <a:pt x="6723928" y="2838482"/>
                  <a:pt x="6730005" y="2844063"/>
                  <a:pt x="6737893" y="2848180"/>
                </a:cubicBezTo>
                <a:cubicBezTo>
                  <a:pt x="6745781" y="2852298"/>
                  <a:pt x="6754934" y="2854357"/>
                  <a:pt x="6765352" y="2854357"/>
                </a:cubicBezTo>
                <a:cubicBezTo>
                  <a:pt x="6776762" y="2854357"/>
                  <a:pt x="6787056" y="2852447"/>
                  <a:pt x="6796234" y="2848627"/>
                </a:cubicBezTo>
                <a:cubicBezTo>
                  <a:pt x="6805411" y="2844807"/>
                  <a:pt x="6814912" y="2839077"/>
                  <a:pt x="6824734" y="2831437"/>
                </a:cubicBezTo>
                <a:cubicBezTo>
                  <a:pt x="6829298" y="2838879"/>
                  <a:pt x="6833614" y="2844559"/>
                  <a:pt x="6837682" y="2848478"/>
                </a:cubicBezTo>
                <a:cubicBezTo>
                  <a:pt x="6841750" y="2852397"/>
                  <a:pt x="6845868" y="2854357"/>
                  <a:pt x="6850035" y="2854357"/>
                </a:cubicBezTo>
                <a:cubicBezTo>
                  <a:pt x="6854996" y="2854357"/>
                  <a:pt x="6859436" y="2852645"/>
                  <a:pt x="6863355" y="2849222"/>
                </a:cubicBezTo>
                <a:cubicBezTo>
                  <a:pt x="6867274" y="2845799"/>
                  <a:pt x="6869234" y="2842004"/>
                  <a:pt x="6869234" y="2837837"/>
                </a:cubicBezTo>
                <a:cubicBezTo>
                  <a:pt x="6869234" y="2835456"/>
                  <a:pt x="6867969" y="2830123"/>
                  <a:pt x="6865439" y="2821838"/>
                </a:cubicBezTo>
                <a:cubicBezTo>
                  <a:pt x="6862909" y="2813553"/>
                  <a:pt x="6861644" y="2805591"/>
                  <a:pt x="6861644" y="2797951"/>
                </a:cubicBezTo>
                <a:cubicBezTo>
                  <a:pt x="6861743" y="2789815"/>
                  <a:pt x="6861817" y="2782423"/>
                  <a:pt x="6861867" y="2775776"/>
                </a:cubicBezTo>
                <a:cubicBezTo>
                  <a:pt x="6861917" y="2769128"/>
                  <a:pt x="6861941" y="2761042"/>
                  <a:pt x="6861941" y="2751517"/>
                </a:cubicBezTo>
                <a:cubicBezTo>
                  <a:pt x="6861941" y="2736435"/>
                  <a:pt x="6859833" y="2724331"/>
                  <a:pt x="6855616" y="2715202"/>
                </a:cubicBezTo>
                <a:cubicBezTo>
                  <a:pt x="6851399" y="2706074"/>
                  <a:pt x="6844181" y="2699402"/>
                  <a:pt x="6833962" y="2695185"/>
                </a:cubicBezTo>
                <a:cubicBezTo>
                  <a:pt x="6823742" y="2690968"/>
                  <a:pt x="6809703" y="2688860"/>
                  <a:pt x="6791843" y="2688860"/>
                </a:cubicBezTo>
                <a:close/>
                <a:moveTo>
                  <a:pt x="5327226" y="2688860"/>
                </a:moveTo>
                <a:cubicBezTo>
                  <a:pt x="5315022" y="2688860"/>
                  <a:pt x="5303909" y="2690819"/>
                  <a:pt x="5293888" y="2694739"/>
                </a:cubicBezTo>
                <a:cubicBezTo>
                  <a:pt x="5283868" y="2698658"/>
                  <a:pt x="5275434" y="2704288"/>
                  <a:pt x="5268588" y="2711631"/>
                </a:cubicBezTo>
                <a:cubicBezTo>
                  <a:pt x="5261741" y="2718973"/>
                  <a:pt x="5256532" y="2727778"/>
                  <a:pt x="5252961" y="2738048"/>
                </a:cubicBezTo>
                <a:cubicBezTo>
                  <a:pt x="5249389" y="2748317"/>
                  <a:pt x="5247603" y="2759454"/>
                  <a:pt x="5247603" y="2771460"/>
                </a:cubicBezTo>
                <a:cubicBezTo>
                  <a:pt x="5247603" y="2796959"/>
                  <a:pt x="5254846" y="2817150"/>
                  <a:pt x="5269332" y="2832033"/>
                </a:cubicBezTo>
                <a:cubicBezTo>
                  <a:pt x="5283818" y="2846915"/>
                  <a:pt x="5304108" y="2854357"/>
                  <a:pt x="5330202" y="2854357"/>
                </a:cubicBezTo>
                <a:cubicBezTo>
                  <a:pt x="5341613" y="2854357"/>
                  <a:pt x="5351708" y="2852868"/>
                  <a:pt x="5360490" y="2849892"/>
                </a:cubicBezTo>
                <a:cubicBezTo>
                  <a:pt x="5369270" y="2846915"/>
                  <a:pt x="5376562" y="2843170"/>
                  <a:pt x="5382367" y="2838655"/>
                </a:cubicBezTo>
                <a:cubicBezTo>
                  <a:pt x="5388171" y="2834141"/>
                  <a:pt x="5392512" y="2829428"/>
                  <a:pt x="5395389" y="2824517"/>
                </a:cubicBezTo>
                <a:cubicBezTo>
                  <a:pt x="5398266" y="2819605"/>
                  <a:pt x="5399705" y="2815314"/>
                  <a:pt x="5399705" y="2811643"/>
                </a:cubicBezTo>
                <a:cubicBezTo>
                  <a:pt x="5399705" y="2807476"/>
                  <a:pt x="5398415" y="2804251"/>
                  <a:pt x="5395836" y="2801969"/>
                </a:cubicBezTo>
                <a:cubicBezTo>
                  <a:pt x="5393256" y="2799687"/>
                  <a:pt x="5389882" y="2798546"/>
                  <a:pt x="5385715" y="2798546"/>
                </a:cubicBezTo>
                <a:cubicBezTo>
                  <a:pt x="5381846" y="2798546"/>
                  <a:pt x="5378869" y="2799439"/>
                  <a:pt x="5376786" y="2801225"/>
                </a:cubicBezTo>
                <a:cubicBezTo>
                  <a:pt x="5371725" y="2805988"/>
                  <a:pt x="5367608" y="2809758"/>
                  <a:pt x="5364433" y="2812536"/>
                </a:cubicBezTo>
                <a:cubicBezTo>
                  <a:pt x="5361258" y="2815314"/>
                  <a:pt x="5357785" y="2817919"/>
                  <a:pt x="5354015" y="2820350"/>
                </a:cubicBezTo>
                <a:cubicBezTo>
                  <a:pt x="5350245" y="2822780"/>
                  <a:pt x="5346350" y="2824566"/>
                  <a:pt x="5342332" y="2825707"/>
                </a:cubicBezTo>
                <a:cubicBezTo>
                  <a:pt x="5338314" y="2826848"/>
                  <a:pt x="5333874" y="2827419"/>
                  <a:pt x="5329012" y="2827419"/>
                </a:cubicBezTo>
                <a:cubicBezTo>
                  <a:pt x="5321769" y="2827419"/>
                  <a:pt x="5315146" y="2825633"/>
                  <a:pt x="5309144" y="2822061"/>
                </a:cubicBezTo>
                <a:cubicBezTo>
                  <a:pt x="5303141" y="2818489"/>
                  <a:pt x="5298329" y="2813181"/>
                  <a:pt x="5294707" y="2806136"/>
                </a:cubicBezTo>
                <a:cubicBezTo>
                  <a:pt x="5291085" y="2799092"/>
                  <a:pt x="5289225" y="2790956"/>
                  <a:pt x="5289126" y="2781729"/>
                </a:cubicBezTo>
                <a:lnTo>
                  <a:pt x="5368600" y="2781729"/>
                </a:lnTo>
                <a:cubicBezTo>
                  <a:pt x="5379217" y="2781729"/>
                  <a:pt x="5387452" y="2780216"/>
                  <a:pt x="5393306" y="2777189"/>
                </a:cubicBezTo>
                <a:cubicBezTo>
                  <a:pt x="5399159" y="2774163"/>
                  <a:pt x="5402086" y="2767540"/>
                  <a:pt x="5402086" y="2757321"/>
                </a:cubicBezTo>
                <a:cubicBezTo>
                  <a:pt x="5402086" y="2746308"/>
                  <a:pt x="5399259" y="2735493"/>
                  <a:pt x="5393603" y="2724876"/>
                </a:cubicBezTo>
                <a:cubicBezTo>
                  <a:pt x="5387948" y="2714260"/>
                  <a:pt x="5379440" y="2705603"/>
                  <a:pt x="5368079" y="2698906"/>
                </a:cubicBezTo>
                <a:cubicBezTo>
                  <a:pt x="5356719" y="2692209"/>
                  <a:pt x="5343101" y="2688860"/>
                  <a:pt x="5327226" y="2688860"/>
                </a:cubicBezTo>
                <a:close/>
                <a:moveTo>
                  <a:pt x="4791593" y="2688860"/>
                </a:moveTo>
                <a:cubicBezTo>
                  <a:pt x="4775619" y="2688860"/>
                  <a:pt x="4762274" y="2691043"/>
                  <a:pt x="4751559" y="2695408"/>
                </a:cubicBezTo>
                <a:cubicBezTo>
                  <a:pt x="4740843" y="2699774"/>
                  <a:pt x="4732955" y="2705330"/>
                  <a:pt x="4727895" y="2712077"/>
                </a:cubicBezTo>
                <a:cubicBezTo>
                  <a:pt x="4722835" y="2718824"/>
                  <a:pt x="4720305" y="2725769"/>
                  <a:pt x="4720305" y="2732913"/>
                </a:cubicBezTo>
                <a:cubicBezTo>
                  <a:pt x="4720305" y="2737477"/>
                  <a:pt x="4721967" y="2741223"/>
                  <a:pt x="4725290" y="2744150"/>
                </a:cubicBezTo>
                <a:cubicBezTo>
                  <a:pt x="4728614" y="2747077"/>
                  <a:pt x="4732558" y="2748540"/>
                  <a:pt x="4737122" y="2748540"/>
                </a:cubicBezTo>
                <a:cubicBezTo>
                  <a:pt x="4742183" y="2748540"/>
                  <a:pt x="4745482" y="2747622"/>
                  <a:pt x="4747019" y="2745787"/>
                </a:cubicBezTo>
                <a:cubicBezTo>
                  <a:pt x="4748557" y="2743951"/>
                  <a:pt x="4751187" y="2740156"/>
                  <a:pt x="4754907" y="2734401"/>
                </a:cubicBezTo>
                <a:cubicBezTo>
                  <a:pt x="4758628" y="2728647"/>
                  <a:pt x="4763093" y="2724331"/>
                  <a:pt x="4768302" y="2721453"/>
                </a:cubicBezTo>
                <a:cubicBezTo>
                  <a:pt x="4773511" y="2718576"/>
                  <a:pt x="4781275" y="2717137"/>
                  <a:pt x="4791593" y="2717137"/>
                </a:cubicBezTo>
                <a:cubicBezTo>
                  <a:pt x="4803599" y="2717137"/>
                  <a:pt x="4811512" y="2719643"/>
                  <a:pt x="4815331" y="2724653"/>
                </a:cubicBezTo>
                <a:cubicBezTo>
                  <a:pt x="4819151" y="2729664"/>
                  <a:pt x="4821310" y="2737527"/>
                  <a:pt x="4821806" y="2748242"/>
                </a:cubicBezTo>
                <a:cubicBezTo>
                  <a:pt x="4813273" y="2750723"/>
                  <a:pt x="4805360" y="2752831"/>
                  <a:pt x="4798067" y="2754568"/>
                </a:cubicBezTo>
                <a:cubicBezTo>
                  <a:pt x="4790775" y="2756304"/>
                  <a:pt x="4782019" y="2758214"/>
                  <a:pt x="4771799" y="2760297"/>
                </a:cubicBezTo>
                <a:cubicBezTo>
                  <a:pt x="4761580" y="2762381"/>
                  <a:pt x="4755180" y="2763720"/>
                  <a:pt x="4752600" y="2764316"/>
                </a:cubicBezTo>
                <a:cubicBezTo>
                  <a:pt x="4740298" y="2766995"/>
                  <a:pt x="4730624" y="2772253"/>
                  <a:pt x="4723580" y="2780092"/>
                </a:cubicBezTo>
                <a:cubicBezTo>
                  <a:pt x="4716534" y="2787930"/>
                  <a:pt x="4713012" y="2797405"/>
                  <a:pt x="4713012" y="2808518"/>
                </a:cubicBezTo>
                <a:cubicBezTo>
                  <a:pt x="4713012" y="2816753"/>
                  <a:pt x="4715146" y="2824393"/>
                  <a:pt x="4719412" y="2831437"/>
                </a:cubicBezTo>
                <a:cubicBezTo>
                  <a:pt x="4723679" y="2838482"/>
                  <a:pt x="4729755" y="2844063"/>
                  <a:pt x="4737644" y="2848180"/>
                </a:cubicBezTo>
                <a:cubicBezTo>
                  <a:pt x="4745531" y="2852298"/>
                  <a:pt x="4754684" y="2854357"/>
                  <a:pt x="4765102" y="2854357"/>
                </a:cubicBezTo>
                <a:cubicBezTo>
                  <a:pt x="4776513" y="2854357"/>
                  <a:pt x="4786806" y="2852447"/>
                  <a:pt x="4795984" y="2848627"/>
                </a:cubicBezTo>
                <a:cubicBezTo>
                  <a:pt x="4805161" y="2844807"/>
                  <a:pt x="4814662" y="2839077"/>
                  <a:pt x="4824484" y="2831437"/>
                </a:cubicBezTo>
                <a:cubicBezTo>
                  <a:pt x="4829049" y="2838879"/>
                  <a:pt x="4833364" y="2844559"/>
                  <a:pt x="4837432" y="2848478"/>
                </a:cubicBezTo>
                <a:cubicBezTo>
                  <a:pt x="4841501" y="2852397"/>
                  <a:pt x="4845618" y="2854357"/>
                  <a:pt x="4849785" y="2854357"/>
                </a:cubicBezTo>
                <a:cubicBezTo>
                  <a:pt x="4854746" y="2854357"/>
                  <a:pt x="4859187" y="2852645"/>
                  <a:pt x="4863105" y="2849222"/>
                </a:cubicBezTo>
                <a:cubicBezTo>
                  <a:pt x="4867024" y="2845799"/>
                  <a:pt x="4868985" y="2842004"/>
                  <a:pt x="4868985" y="2837837"/>
                </a:cubicBezTo>
                <a:cubicBezTo>
                  <a:pt x="4868985" y="2835456"/>
                  <a:pt x="4867720" y="2830123"/>
                  <a:pt x="4865189" y="2821838"/>
                </a:cubicBezTo>
                <a:cubicBezTo>
                  <a:pt x="4862659" y="2813553"/>
                  <a:pt x="4861394" y="2805591"/>
                  <a:pt x="4861394" y="2797951"/>
                </a:cubicBezTo>
                <a:cubicBezTo>
                  <a:pt x="4861493" y="2789815"/>
                  <a:pt x="4861568" y="2782423"/>
                  <a:pt x="4861617" y="2775776"/>
                </a:cubicBezTo>
                <a:cubicBezTo>
                  <a:pt x="4861667" y="2769128"/>
                  <a:pt x="4861692" y="2761042"/>
                  <a:pt x="4861692" y="2751517"/>
                </a:cubicBezTo>
                <a:cubicBezTo>
                  <a:pt x="4861692" y="2736435"/>
                  <a:pt x="4859583" y="2724331"/>
                  <a:pt x="4855366" y="2715202"/>
                </a:cubicBezTo>
                <a:cubicBezTo>
                  <a:pt x="4851149" y="2706074"/>
                  <a:pt x="4843931" y="2699402"/>
                  <a:pt x="4833712" y="2695185"/>
                </a:cubicBezTo>
                <a:cubicBezTo>
                  <a:pt x="4823492" y="2690968"/>
                  <a:pt x="4809453" y="2688860"/>
                  <a:pt x="4791593" y="2688860"/>
                </a:cubicBezTo>
                <a:close/>
                <a:moveTo>
                  <a:pt x="4327102" y="2688860"/>
                </a:moveTo>
                <a:cubicBezTo>
                  <a:pt x="4314898" y="2688860"/>
                  <a:pt x="4303786" y="2690819"/>
                  <a:pt x="4293765" y="2694739"/>
                </a:cubicBezTo>
                <a:cubicBezTo>
                  <a:pt x="4283743" y="2698658"/>
                  <a:pt x="4275310" y="2704288"/>
                  <a:pt x="4268464" y="2711631"/>
                </a:cubicBezTo>
                <a:cubicBezTo>
                  <a:pt x="4261618" y="2718973"/>
                  <a:pt x="4256408" y="2727778"/>
                  <a:pt x="4252837" y="2738048"/>
                </a:cubicBezTo>
                <a:cubicBezTo>
                  <a:pt x="4249265" y="2748317"/>
                  <a:pt x="4247478" y="2759454"/>
                  <a:pt x="4247478" y="2771460"/>
                </a:cubicBezTo>
                <a:cubicBezTo>
                  <a:pt x="4247478" y="2796959"/>
                  <a:pt x="4254722" y="2817150"/>
                  <a:pt x="4269207" y="2832033"/>
                </a:cubicBezTo>
                <a:cubicBezTo>
                  <a:pt x="4283693" y="2846915"/>
                  <a:pt x="4303984" y="2854357"/>
                  <a:pt x="4330079" y="2854357"/>
                </a:cubicBezTo>
                <a:cubicBezTo>
                  <a:pt x="4341489" y="2854357"/>
                  <a:pt x="4351584" y="2852868"/>
                  <a:pt x="4360365" y="2849892"/>
                </a:cubicBezTo>
                <a:cubicBezTo>
                  <a:pt x="4369146" y="2846915"/>
                  <a:pt x="4376438" y="2843170"/>
                  <a:pt x="4382244" y="2838655"/>
                </a:cubicBezTo>
                <a:cubicBezTo>
                  <a:pt x="4388047" y="2834141"/>
                  <a:pt x="4392388" y="2829428"/>
                  <a:pt x="4395266" y="2824517"/>
                </a:cubicBezTo>
                <a:cubicBezTo>
                  <a:pt x="4398143" y="2819605"/>
                  <a:pt x="4399581" y="2815314"/>
                  <a:pt x="4399581" y="2811643"/>
                </a:cubicBezTo>
                <a:cubicBezTo>
                  <a:pt x="4399581" y="2807476"/>
                  <a:pt x="4398292" y="2804251"/>
                  <a:pt x="4395712" y="2801969"/>
                </a:cubicBezTo>
                <a:cubicBezTo>
                  <a:pt x="4393132" y="2799687"/>
                  <a:pt x="4389760" y="2798546"/>
                  <a:pt x="4385592" y="2798546"/>
                </a:cubicBezTo>
                <a:cubicBezTo>
                  <a:pt x="4381722" y="2798546"/>
                  <a:pt x="4378745" y="2799439"/>
                  <a:pt x="4376663" y="2801225"/>
                </a:cubicBezTo>
                <a:cubicBezTo>
                  <a:pt x="4371602" y="2805988"/>
                  <a:pt x="4367484" y="2809758"/>
                  <a:pt x="4364309" y="2812536"/>
                </a:cubicBezTo>
                <a:cubicBezTo>
                  <a:pt x="4361135" y="2815314"/>
                  <a:pt x="4357661" y="2817919"/>
                  <a:pt x="4353892" y="2820350"/>
                </a:cubicBezTo>
                <a:cubicBezTo>
                  <a:pt x="4350121" y="2822780"/>
                  <a:pt x="4346227" y="2824566"/>
                  <a:pt x="4342208" y="2825707"/>
                </a:cubicBezTo>
                <a:cubicBezTo>
                  <a:pt x="4338190" y="2826848"/>
                  <a:pt x="4333750" y="2827419"/>
                  <a:pt x="4328888" y="2827419"/>
                </a:cubicBezTo>
                <a:cubicBezTo>
                  <a:pt x="4321645" y="2827419"/>
                  <a:pt x="4315023" y="2825633"/>
                  <a:pt x="4309020" y="2822061"/>
                </a:cubicBezTo>
                <a:cubicBezTo>
                  <a:pt x="4303016" y="2818489"/>
                  <a:pt x="4298205" y="2813181"/>
                  <a:pt x="4294584" y="2806136"/>
                </a:cubicBezTo>
                <a:cubicBezTo>
                  <a:pt x="4290962" y="2799092"/>
                  <a:pt x="4289101" y="2790956"/>
                  <a:pt x="4289001" y="2781729"/>
                </a:cubicBezTo>
                <a:lnTo>
                  <a:pt x="4368476" y="2781729"/>
                </a:lnTo>
                <a:cubicBezTo>
                  <a:pt x="4379093" y="2781729"/>
                  <a:pt x="4387328" y="2780216"/>
                  <a:pt x="4393182" y="2777189"/>
                </a:cubicBezTo>
                <a:cubicBezTo>
                  <a:pt x="4399035" y="2774163"/>
                  <a:pt x="4401963" y="2767540"/>
                  <a:pt x="4401963" y="2757321"/>
                </a:cubicBezTo>
                <a:cubicBezTo>
                  <a:pt x="4401963" y="2746308"/>
                  <a:pt x="4399135" y="2735493"/>
                  <a:pt x="4393479" y="2724876"/>
                </a:cubicBezTo>
                <a:cubicBezTo>
                  <a:pt x="4387825" y="2714260"/>
                  <a:pt x="4379316" y="2705603"/>
                  <a:pt x="4367955" y="2698906"/>
                </a:cubicBezTo>
                <a:cubicBezTo>
                  <a:pt x="4356595" y="2692209"/>
                  <a:pt x="4342977" y="2688860"/>
                  <a:pt x="4327102" y="2688860"/>
                </a:cubicBezTo>
                <a:close/>
                <a:moveTo>
                  <a:pt x="4058170" y="2688860"/>
                </a:moveTo>
                <a:cubicBezTo>
                  <a:pt x="4042195" y="2688860"/>
                  <a:pt x="4028849" y="2691043"/>
                  <a:pt x="4018134" y="2695408"/>
                </a:cubicBezTo>
                <a:cubicBezTo>
                  <a:pt x="4007419" y="2699774"/>
                  <a:pt x="3999531" y="2705330"/>
                  <a:pt x="3994471" y="2712077"/>
                </a:cubicBezTo>
                <a:cubicBezTo>
                  <a:pt x="3989410" y="2718824"/>
                  <a:pt x="3986881" y="2725769"/>
                  <a:pt x="3986881" y="2732913"/>
                </a:cubicBezTo>
                <a:cubicBezTo>
                  <a:pt x="3986881" y="2737477"/>
                  <a:pt x="3988542" y="2741223"/>
                  <a:pt x="3991866" y="2744150"/>
                </a:cubicBezTo>
                <a:cubicBezTo>
                  <a:pt x="3995190" y="2747077"/>
                  <a:pt x="3999134" y="2748540"/>
                  <a:pt x="4003698" y="2748540"/>
                </a:cubicBezTo>
                <a:cubicBezTo>
                  <a:pt x="4008758" y="2748540"/>
                  <a:pt x="4012057" y="2747622"/>
                  <a:pt x="4013595" y="2745787"/>
                </a:cubicBezTo>
                <a:cubicBezTo>
                  <a:pt x="4015132" y="2743951"/>
                  <a:pt x="4017761" y="2740156"/>
                  <a:pt x="4021483" y="2734401"/>
                </a:cubicBezTo>
                <a:cubicBezTo>
                  <a:pt x="4025203" y="2728647"/>
                  <a:pt x="4029669" y="2724331"/>
                  <a:pt x="4034877" y="2721453"/>
                </a:cubicBezTo>
                <a:cubicBezTo>
                  <a:pt x="4040086" y="2718576"/>
                  <a:pt x="4047851" y="2717137"/>
                  <a:pt x="4058170" y="2717137"/>
                </a:cubicBezTo>
                <a:cubicBezTo>
                  <a:pt x="4070175" y="2717137"/>
                  <a:pt x="4078088" y="2719643"/>
                  <a:pt x="4081908" y="2724653"/>
                </a:cubicBezTo>
                <a:cubicBezTo>
                  <a:pt x="4085727" y="2729664"/>
                  <a:pt x="4087886" y="2737527"/>
                  <a:pt x="4088381" y="2748242"/>
                </a:cubicBezTo>
                <a:cubicBezTo>
                  <a:pt x="4079848" y="2750723"/>
                  <a:pt x="4071936" y="2752831"/>
                  <a:pt x="4064644" y="2754568"/>
                </a:cubicBezTo>
                <a:cubicBezTo>
                  <a:pt x="4057350" y="2756304"/>
                  <a:pt x="4048594" y="2758214"/>
                  <a:pt x="4038375" y="2760297"/>
                </a:cubicBezTo>
                <a:cubicBezTo>
                  <a:pt x="4028155" y="2762381"/>
                  <a:pt x="4021756" y="2763720"/>
                  <a:pt x="4019177" y="2764316"/>
                </a:cubicBezTo>
                <a:cubicBezTo>
                  <a:pt x="4006874" y="2766995"/>
                  <a:pt x="3997199" y="2772253"/>
                  <a:pt x="3990155" y="2780092"/>
                </a:cubicBezTo>
                <a:cubicBezTo>
                  <a:pt x="3983111" y="2787930"/>
                  <a:pt x="3979589" y="2797405"/>
                  <a:pt x="3979589" y="2808518"/>
                </a:cubicBezTo>
                <a:cubicBezTo>
                  <a:pt x="3979589" y="2816753"/>
                  <a:pt x="3981721" y="2824393"/>
                  <a:pt x="3985988" y="2831437"/>
                </a:cubicBezTo>
                <a:cubicBezTo>
                  <a:pt x="3990254" y="2838482"/>
                  <a:pt x="3996331" y="2844063"/>
                  <a:pt x="4004219" y="2848180"/>
                </a:cubicBezTo>
                <a:cubicBezTo>
                  <a:pt x="4012106" y="2852298"/>
                  <a:pt x="4021260" y="2854357"/>
                  <a:pt x="4031679" y="2854357"/>
                </a:cubicBezTo>
                <a:cubicBezTo>
                  <a:pt x="4043088" y="2854357"/>
                  <a:pt x="4053382" y="2852447"/>
                  <a:pt x="4062560" y="2848627"/>
                </a:cubicBezTo>
                <a:cubicBezTo>
                  <a:pt x="4071737" y="2844807"/>
                  <a:pt x="4081238" y="2839077"/>
                  <a:pt x="4091060" y="2831437"/>
                </a:cubicBezTo>
                <a:cubicBezTo>
                  <a:pt x="4095624" y="2838879"/>
                  <a:pt x="4099940" y="2844559"/>
                  <a:pt x="4104008" y="2848478"/>
                </a:cubicBezTo>
                <a:cubicBezTo>
                  <a:pt x="4108077" y="2852397"/>
                  <a:pt x="4112194" y="2854357"/>
                  <a:pt x="4116360" y="2854357"/>
                </a:cubicBezTo>
                <a:cubicBezTo>
                  <a:pt x="4121322" y="2854357"/>
                  <a:pt x="4125762" y="2852645"/>
                  <a:pt x="4129682" y="2849222"/>
                </a:cubicBezTo>
                <a:cubicBezTo>
                  <a:pt x="4133600" y="2845799"/>
                  <a:pt x="4135560" y="2842004"/>
                  <a:pt x="4135560" y="2837837"/>
                </a:cubicBezTo>
                <a:cubicBezTo>
                  <a:pt x="4135560" y="2835456"/>
                  <a:pt x="4134296" y="2830123"/>
                  <a:pt x="4131765" y="2821838"/>
                </a:cubicBezTo>
                <a:cubicBezTo>
                  <a:pt x="4129235" y="2813553"/>
                  <a:pt x="4127969" y="2805591"/>
                  <a:pt x="4127969" y="2797951"/>
                </a:cubicBezTo>
                <a:cubicBezTo>
                  <a:pt x="4128069" y="2789815"/>
                  <a:pt x="4128143" y="2782423"/>
                  <a:pt x="4128193" y="2775776"/>
                </a:cubicBezTo>
                <a:cubicBezTo>
                  <a:pt x="4128243" y="2769128"/>
                  <a:pt x="4128268" y="2761042"/>
                  <a:pt x="4128268" y="2751517"/>
                </a:cubicBezTo>
                <a:cubicBezTo>
                  <a:pt x="4128268" y="2736435"/>
                  <a:pt x="4126159" y="2724331"/>
                  <a:pt x="4121942" y="2715202"/>
                </a:cubicBezTo>
                <a:cubicBezTo>
                  <a:pt x="4117726" y="2706074"/>
                  <a:pt x="4110507" y="2699402"/>
                  <a:pt x="4100287" y="2695185"/>
                </a:cubicBezTo>
                <a:cubicBezTo>
                  <a:pt x="4090067" y="2690968"/>
                  <a:pt x="4076028" y="2688860"/>
                  <a:pt x="4058170" y="2688860"/>
                </a:cubicBezTo>
                <a:close/>
                <a:moveTo>
                  <a:pt x="3880915" y="2688860"/>
                </a:moveTo>
                <a:cubicBezTo>
                  <a:pt x="3863948" y="2688860"/>
                  <a:pt x="3849364" y="2692357"/>
                  <a:pt x="3837160" y="2699352"/>
                </a:cubicBezTo>
                <a:cubicBezTo>
                  <a:pt x="3824957" y="2706347"/>
                  <a:pt x="3815630" y="2716244"/>
                  <a:pt x="3809180" y="2729043"/>
                </a:cubicBezTo>
                <a:cubicBezTo>
                  <a:pt x="3802732" y="2741843"/>
                  <a:pt x="3799507" y="2756577"/>
                  <a:pt x="3799507" y="2773245"/>
                </a:cubicBezTo>
                <a:cubicBezTo>
                  <a:pt x="3799507" y="2797852"/>
                  <a:pt x="3806551" y="2817472"/>
                  <a:pt x="3820639" y="2832107"/>
                </a:cubicBezTo>
                <a:cubicBezTo>
                  <a:pt x="3834730" y="2846742"/>
                  <a:pt x="3854324" y="2854059"/>
                  <a:pt x="3879427" y="2854059"/>
                </a:cubicBezTo>
                <a:cubicBezTo>
                  <a:pt x="3891234" y="2854059"/>
                  <a:pt x="3901850" y="2852472"/>
                  <a:pt x="3911276" y="2849297"/>
                </a:cubicBezTo>
                <a:cubicBezTo>
                  <a:pt x="3920701" y="2846122"/>
                  <a:pt x="3928515" y="2841930"/>
                  <a:pt x="3934717" y="2836721"/>
                </a:cubicBezTo>
                <a:cubicBezTo>
                  <a:pt x="3940917" y="2831512"/>
                  <a:pt x="3945531" y="2826030"/>
                  <a:pt x="3948557" y="2820275"/>
                </a:cubicBezTo>
                <a:cubicBezTo>
                  <a:pt x="3951583" y="2814520"/>
                  <a:pt x="3953096" y="2809113"/>
                  <a:pt x="3953096" y="2804053"/>
                </a:cubicBezTo>
                <a:cubicBezTo>
                  <a:pt x="3953096" y="2799786"/>
                  <a:pt x="3951460" y="2795768"/>
                  <a:pt x="3948186" y="2791998"/>
                </a:cubicBezTo>
                <a:cubicBezTo>
                  <a:pt x="3944911" y="2788227"/>
                  <a:pt x="3940794" y="2786342"/>
                  <a:pt x="3935833" y="2786342"/>
                </a:cubicBezTo>
                <a:cubicBezTo>
                  <a:pt x="3931665" y="2786342"/>
                  <a:pt x="3928144" y="2787632"/>
                  <a:pt x="3925266" y="2790212"/>
                </a:cubicBezTo>
                <a:cubicBezTo>
                  <a:pt x="3922389" y="2792792"/>
                  <a:pt x="3919709" y="2796363"/>
                  <a:pt x="3917230" y="2800927"/>
                </a:cubicBezTo>
                <a:cubicBezTo>
                  <a:pt x="3912764" y="2808667"/>
                  <a:pt x="3907629" y="2814421"/>
                  <a:pt x="3901826" y="2818192"/>
                </a:cubicBezTo>
                <a:cubicBezTo>
                  <a:pt x="3896021" y="2821962"/>
                  <a:pt x="3889051" y="2823847"/>
                  <a:pt x="3880915" y="2823847"/>
                </a:cubicBezTo>
                <a:cubicBezTo>
                  <a:pt x="3874862" y="2823847"/>
                  <a:pt x="3869307" y="2822681"/>
                  <a:pt x="3864246" y="2820350"/>
                </a:cubicBezTo>
                <a:cubicBezTo>
                  <a:pt x="3859186" y="2818018"/>
                  <a:pt x="3854871" y="2814595"/>
                  <a:pt x="3851298" y="2810080"/>
                </a:cubicBezTo>
                <a:cubicBezTo>
                  <a:pt x="3847726" y="2805566"/>
                  <a:pt x="3844999" y="2800109"/>
                  <a:pt x="3843113" y="2793709"/>
                </a:cubicBezTo>
                <a:cubicBezTo>
                  <a:pt x="3841227" y="2787310"/>
                  <a:pt x="3840285" y="2780290"/>
                  <a:pt x="3840285" y="2772650"/>
                </a:cubicBezTo>
                <a:cubicBezTo>
                  <a:pt x="3840285" y="2756378"/>
                  <a:pt x="3843956" y="2743554"/>
                  <a:pt x="3851298" y="2734178"/>
                </a:cubicBezTo>
                <a:cubicBezTo>
                  <a:pt x="3858641" y="2724802"/>
                  <a:pt x="3868315" y="2720114"/>
                  <a:pt x="3880319" y="2720114"/>
                </a:cubicBezTo>
                <a:cubicBezTo>
                  <a:pt x="3888654" y="2720114"/>
                  <a:pt x="3895525" y="2721999"/>
                  <a:pt x="3900932" y="2725769"/>
                </a:cubicBezTo>
                <a:cubicBezTo>
                  <a:pt x="3906340" y="2729540"/>
                  <a:pt x="3911524" y="2735195"/>
                  <a:pt x="3916484" y="2742736"/>
                </a:cubicBezTo>
                <a:cubicBezTo>
                  <a:pt x="3919263" y="2746605"/>
                  <a:pt x="3921768" y="2749408"/>
                  <a:pt x="3924000" y="2751144"/>
                </a:cubicBezTo>
                <a:cubicBezTo>
                  <a:pt x="3926232" y="2752881"/>
                  <a:pt x="3929036" y="2753749"/>
                  <a:pt x="3932409" y="2753749"/>
                </a:cubicBezTo>
                <a:cubicBezTo>
                  <a:pt x="3937569" y="2753749"/>
                  <a:pt x="3941959" y="2752062"/>
                  <a:pt x="3945581" y="2748689"/>
                </a:cubicBezTo>
                <a:cubicBezTo>
                  <a:pt x="3949202" y="2745315"/>
                  <a:pt x="3951013" y="2741198"/>
                  <a:pt x="3951013" y="2736336"/>
                </a:cubicBezTo>
                <a:cubicBezTo>
                  <a:pt x="3951013" y="2731574"/>
                  <a:pt x="3949400" y="2726439"/>
                  <a:pt x="3946176" y="2720932"/>
                </a:cubicBezTo>
                <a:cubicBezTo>
                  <a:pt x="3942952" y="2715426"/>
                  <a:pt x="3938288" y="2710242"/>
                  <a:pt x="3932186" y="2705380"/>
                </a:cubicBezTo>
                <a:cubicBezTo>
                  <a:pt x="3926084" y="2700518"/>
                  <a:pt x="3918643" y="2696549"/>
                  <a:pt x="3909862" y="2693474"/>
                </a:cubicBezTo>
                <a:cubicBezTo>
                  <a:pt x="3901082" y="2690398"/>
                  <a:pt x="3891433" y="2688860"/>
                  <a:pt x="3880915" y="2688860"/>
                </a:cubicBezTo>
                <a:close/>
                <a:moveTo>
                  <a:pt x="10882831" y="2633942"/>
                </a:moveTo>
                <a:cubicBezTo>
                  <a:pt x="10879159" y="2633942"/>
                  <a:pt x="10875835" y="2634810"/>
                  <a:pt x="10872859" y="2636547"/>
                </a:cubicBezTo>
                <a:cubicBezTo>
                  <a:pt x="10869883" y="2638283"/>
                  <a:pt x="10867601" y="2640540"/>
                  <a:pt x="10866013" y="2643318"/>
                </a:cubicBezTo>
                <a:cubicBezTo>
                  <a:pt x="10864425" y="2645997"/>
                  <a:pt x="10863459" y="2649197"/>
                  <a:pt x="10863111" y="2652918"/>
                </a:cubicBezTo>
                <a:cubicBezTo>
                  <a:pt x="10862763" y="2656639"/>
                  <a:pt x="10862590" y="2661773"/>
                  <a:pt x="10862590" y="2668322"/>
                </a:cubicBezTo>
                <a:lnTo>
                  <a:pt x="10862590" y="2692729"/>
                </a:lnTo>
                <a:lnTo>
                  <a:pt x="10858125" y="2692729"/>
                </a:lnTo>
                <a:cubicBezTo>
                  <a:pt x="10851973" y="2692729"/>
                  <a:pt x="10847285" y="2694094"/>
                  <a:pt x="10844061" y="2696822"/>
                </a:cubicBezTo>
                <a:cubicBezTo>
                  <a:pt x="10840837" y="2699551"/>
                  <a:pt x="10839224" y="2703048"/>
                  <a:pt x="10839224" y="2707315"/>
                </a:cubicBezTo>
                <a:cubicBezTo>
                  <a:pt x="10839224" y="2711581"/>
                  <a:pt x="10840762" y="2715103"/>
                  <a:pt x="10843837" y="2717881"/>
                </a:cubicBezTo>
                <a:cubicBezTo>
                  <a:pt x="10846913" y="2720660"/>
                  <a:pt x="10851379" y="2722049"/>
                  <a:pt x="10857232" y="2722049"/>
                </a:cubicBezTo>
                <a:lnTo>
                  <a:pt x="10862590" y="2722049"/>
                </a:lnTo>
                <a:lnTo>
                  <a:pt x="10862590" y="2800035"/>
                </a:lnTo>
                <a:cubicBezTo>
                  <a:pt x="10862590" y="2812635"/>
                  <a:pt x="10863607" y="2822706"/>
                  <a:pt x="10865641" y="2830247"/>
                </a:cubicBezTo>
                <a:cubicBezTo>
                  <a:pt x="10867675" y="2837787"/>
                  <a:pt x="10871966" y="2843691"/>
                  <a:pt x="10878515" y="2847957"/>
                </a:cubicBezTo>
                <a:cubicBezTo>
                  <a:pt x="10885063" y="2852224"/>
                  <a:pt x="10894687" y="2854357"/>
                  <a:pt x="10907387" y="2854357"/>
                </a:cubicBezTo>
                <a:cubicBezTo>
                  <a:pt x="10920781" y="2854357"/>
                  <a:pt x="10931051" y="2852620"/>
                  <a:pt x="10938195" y="2849148"/>
                </a:cubicBezTo>
                <a:cubicBezTo>
                  <a:pt x="10945338" y="2845675"/>
                  <a:pt x="10948910" y="2840665"/>
                  <a:pt x="10948910" y="2834116"/>
                </a:cubicBezTo>
                <a:cubicBezTo>
                  <a:pt x="10948910" y="2830247"/>
                  <a:pt x="10947595" y="2826997"/>
                  <a:pt x="10944966" y="2824368"/>
                </a:cubicBezTo>
                <a:cubicBezTo>
                  <a:pt x="10942337" y="2821739"/>
                  <a:pt x="10939385" y="2820424"/>
                  <a:pt x="10936111" y="2820424"/>
                </a:cubicBezTo>
                <a:cubicBezTo>
                  <a:pt x="10933829" y="2820424"/>
                  <a:pt x="10930654" y="2820846"/>
                  <a:pt x="10926586" y="2821689"/>
                </a:cubicBezTo>
                <a:cubicBezTo>
                  <a:pt x="10922518" y="2822532"/>
                  <a:pt x="10919293" y="2822954"/>
                  <a:pt x="10916912" y="2822954"/>
                </a:cubicBezTo>
                <a:cubicBezTo>
                  <a:pt x="10912547" y="2822954"/>
                  <a:pt x="10909396" y="2821887"/>
                  <a:pt x="10907461" y="2819754"/>
                </a:cubicBezTo>
                <a:cubicBezTo>
                  <a:pt x="10905527" y="2817621"/>
                  <a:pt x="10904336" y="2814843"/>
                  <a:pt x="10903889" y="2811420"/>
                </a:cubicBezTo>
                <a:cubicBezTo>
                  <a:pt x="10903443" y="2807997"/>
                  <a:pt x="10903220" y="2803110"/>
                  <a:pt x="10903220" y="2796760"/>
                </a:cubicBezTo>
                <a:lnTo>
                  <a:pt x="10903220" y="2722049"/>
                </a:lnTo>
                <a:lnTo>
                  <a:pt x="10910810" y="2722049"/>
                </a:lnTo>
                <a:cubicBezTo>
                  <a:pt x="10918847" y="2722049"/>
                  <a:pt x="10925023" y="2720957"/>
                  <a:pt x="10929339" y="2718774"/>
                </a:cubicBezTo>
                <a:cubicBezTo>
                  <a:pt x="10933655" y="2716592"/>
                  <a:pt x="10935813" y="2712772"/>
                  <a:pt x="10935813" y="2707315"/>
                </a:cubicBezTo>
                <a:cubicBezTo>
                  <a:pt x="10935813" y="2703048"/>
                  <a:pt x="10934301" y="2699551"/>
                  <a:pt x="10931274" y="2696822"/>
                </a:cubicBezTo>
                <a:cubicBezTo>
                  <a:pt x="10928248" y="2694094"/>
                  <a:pt x="10923857" y="2692729"/>
                  <a:pt x="10918103" y="2692729"/>
                </a:cubicBezTo>
                <a:lnTo>
                  <a:pt x="10903220" y="2692729"/>
                </a:lnTo>
                <a:lnTo>
                  <a:pt x="10903220" y="2665047"/>
                </a:lnTo>
                <a:cubicBezTo>
                  <a:pt x="10903220" y="2658201"/>
                  <a:pt x="10902848" y="2652918"/>
                  <a:pt x="10902103" y="2649197"/>
                </a:cubicBezTo>
                <a:cubicBezTo>
                  <a:pt x="10901359" y="2645477"/>
                  <a:pt x="10899599" y="2642326"/>
                  <a:pt x="10896821" y="2639747"/>
                </a:cubicBezTo>
                <a:cubicBezTo>
                  <a:pt x="10892653" y="2635877"/>
                  <a:pt x="10887990" y="2633942"/>
                  <a:pt x="10882831" y="2633942"/>
                </a:cubicBezTo>
                <a:close/>
                <a:moveTo>
                  <a:pt x="7977706" y="2633942"/>
                </a:moveTo>
                <a:cubicBezTo>
                  <a:pt x="7974035" y="2633942"/>
                  <a:pt x="7970711" y="2634810"/>
                  <a:pt x="7967734" y="2636547"/>
                </a:cubicBezTo>
                <a:cubicBezTo>
                  <a:pt x="7964758" y="2638283"/>
                  <a:pt x="7962476" y="2640540"/>
                  <a:pt x="7960888" y="2643318"/>
                </a:cubicBezTo>
                <a:cubicBezTo>
                  <a:pt x="7959301" y="2645997"/>
                  <a:pt x="7958334" y="2649197"/>
                  <a:pt x="7957986" y="2652918"/>
                </a:cubicBezTo>
                <a:cubicBezTo>
                  <a:pt x="7957639" y="2656639"/>
                  <a:pt x="7957465" y="2661773"/>
                  <a:pt x="7957465" y="2668322"/>
                </a:cubicBezTo>
                <a:lnTo>
                  <a:pt x="7957465" y="2692729"/>
                </a:lnTo>
                <a:lnTo>
                  <a:pt x="7953000" y="2692729"/>
                </a:lnTo>
                <a:cubicBezTo>
                  <a:pt x="7946849" y="2692729"/>
                  <a:pt x="7942161" y="2694094"/>
                  <a:pt x="7938936" y="2696822"/>
                </a:cubicBezTo>
                <a:cubicBezTo>
                  <a:pt x="7935712" y="2699551"/>
                  <a:pt x="7934099" y="2703048"/>
                  <a:pt x="7934099" y="2707315"/>
                </a:cubicBezTo>
                <a:cubicBezTo>
                  <a:pt x="7934099" y="2711581"/>
                  <a:pt x="7935637" y="2715103"/>
                  <a:pt x="7938713" y="2717881"/>
                </a:cubicBezTo>
                <a:cubicBezTo>
                  <a:pt x="7941789" y="2720660"/>
                  <a:pt x="7946254" y="2722049"/>
                  <a:pt x="7952108" y="2722049"/>
                </a:cubicBezTo>
                <a:lnTo>
                  <a:pt x="7957465" y="2722049"/>
                </a:lnTo>
                <a:lnTo>
                  <a:pt x="7957465" y="2800035"/>
                </a:lnTo>
                <a:cubicBezTo>
                  <a:pt x="7957465" y="2812635"/>
                  <a:pt x="7958482" y="2822706"/>
                  <a:pt x="7960516" y="2830247"/>
                </a:cubicBezTo>
                <a:cubicBezTo>
                  <a:pt x="7962550" y="2837787"/>
                  <a:pt x="7966842" y="2843691"/>
                  <a:pt x="7973390" y="2847957"/>
                </a:cubicBezTo>
                <a:cubicBezTo>
                  <a:pt x="7979938" y="2852224"/>
                  <a:pt x="7989563" y="2854357"/>
                  <a:pt x="8002263" y="2854357"/>
                </a:cubicBezTo>
                <a:cubicBezTo>
                  <a:pt x="8015657" y="2854357"/>
                  <a:pt x="8025926" y="2852620"/>
                  <a:pt x="8033070" y="2849148"/>
                </a:cubicBezTo>
                <a:cubicBezTo>
                  <a:pt x="8040214" y="2845675"/>
                  <a:pt x="8043786" y="2840665"/>
                  <a:pt x="8043786" y="2834116"/>
                </a:cubicBezTo>
                <a:cubicBezTo>
                  <a:pt x="8043786" y="2830247"/>
                  <a:pt x="8042471" y="2826997"/>
                  <a:pt x="8039842" y="2824368"/>
                </a:cubicBezTo>
                <a:cubicBezTo>
                  <a:pt x="8037213" y="2821739"/>
                  <a:pt x="8034261" y="2820424"/>
                  <a:pt x="8030986" y="2820424"/>
                </a:cubicBezTo>
                <a:cubicBezTo>
                  <a:pt x="8028704" y="2820424"/>
                  <a:pt x="8025529" y="2820846"/>
                  <a:pt x="8021461" y="2821689"/>
                </a:cubicBezTo>
                <a:cubicBezTo>
                  <a:pt x="8017393" y="2822532"/>
                  <a:pt x="8014169" y="2822954"/>
                  <a:pt x="8011788" y="2822954"/>
                </a:cubicBezTo>
                <a:cubicBezTo>
                  <a:pt x="8007422" y="2822954"/>
                  <a:pt x="8004272" y="2821887"/>
                  <a:pt x="8002337" y="2819754"/>
                </a:cubicBezTo>
                <a:cubicBezTo>
                  <a:pt x="8000402" y="2817621"/>
                  <a:pt x="7999212" y="2814843"/>
                  <a:pt x="7998765" y="2811420"/>
                </a:cubicBezTo>
                <a:cubicBezTo>
                  <a:pt x="7998319" y="2807997"/>
                  <a:pt x="7998095" y="2803110"/>
                  <a:pt x="7998095" y="2796760"/>
                </a:cubicBezTo>
                <a:lnTo>
                  <a:pt x="7998095" y="2722049"/>
                </a:lnTo>
                <a:lnTo>
                  <a:pt x="8005686" y="2722049"/>
                </a:lnTo>
                <a:cubicBezTo>
                  <a:pt x="8013722" y="2722049"/>
                  <a:pt x="8019899" y="2720957"/>
                  <a:pt x="8024215" y="2718774"/>
                </a:cubicBezTo>
                <a:cubicBezTo>
                  <a:pt x="8028531" y="2716592"/>
                  <a:pt x="8030689" y="2712772"/>
                  <a:pt x="8030689" y="2707315"/>
                </a:cubicBezTo>
                <a:cubicBezTo>
                  <a:pt x="8030689" y="2703048"/>
                  <a:pt x="8029176" y="2699551"/>
                  <a:pt x="8026150" y="2696822"/>
                </a:cubicBezTo>
                <a:cubicBezTo>
                  <a:pt x="8023123" y="2694094"/>
                  <a:pt x="8018733" y="2692729"/>
                  <a:pt x="8012978" y="2692729"/>
                </a:cubicBezTo>
                <a:lnTo>
                  <a:pt x="7998095" y="2692729"/>
                </a:lnTo>
                <a:lnTo>
                  <a:pt x="7998095" y="2665047"/>
                </a:lnTo>
                <a:cubicBezTo>
                  <a:pt x="7998095" y="2658201"/>
                  <a:pt x="7997723" y="2652918"/>
                  <a:pt x="7996979" y="2649197"/>
                </a:cubicBezTo>
                <a:cubicBezTo>
                  <a:pt x="7996235" y="2645477"/>
                  <a:pt x="7994474" y="2642326"/>
                  <a:pt x="7991696" y="2639747"/>
                </a:cubicBezTo>
                <a:cubicBezTo>
                  <a:pt x="7987529" y="2635877"/>
                  <a:pt x="7982865" y="2633942"/>
                  <a:pt x="7977706" y="2633942"/>
                </a:cubicBezTo>
                <a:close/>
                <a:moveTo>
                  <a:pt x="7530031" y="2633942"/>
                </a:moveTo>
                <a:cubicBezTo>
                  <a:pt x="7526360" y="2633942"/>
                  <a:pt x="7523036" y="2634810"/>
                  <a:pt x="7520059" y="2636547"/>
                </a:cubicBezTo>
                <a:cubicBezTo>
                  <a:pt x="7517083" y="2638283"/>
                  <a:pt x="7514801" y="2640540"/>
                  <a:pt x="7513213" y="2643318"/>
                </a:cubicBezTo>
                <a:cubicBezTo>
                  <a:pt x="7511626" y="2645997"/>
                  <a:pt x="7510658" y="2649197"/>
                  <a:pt x="7510311" y="2652918"/>
                </a:cubicBezTo>
                <a:cubicBezTo>
                  <a:pt x="7509964" y="2656639"/>
                  <a:pt x="7509790" y="2661773"/>
                  <a:pt x="7509790" y="2668322"/>
                </a:cubicBezTo>
                <a:lnTo>
                  <a:pt x="7509790" y="2692729"/>
                </a:lnTo>
                <a:lnTo>
                  <a:pt x="7505325" y="2692729"/>
                </a:lnTo>
                <a:cubicBezTo>
                  <a:pt x="7499174" y="2692729"/>
                  <a:pt x="7494486" y="2694094"/>
                  <a:pt x="7491261" y="2696822"/>
                </a:cubicBezTo>
                <a:cubicBezTo>
                  <a:pt x="7488036" y="2699551"/>
                  <a:pt x="7486424" y="2703048"/>
                  <a:pt x="7486424" y="2707315"/>
                </a:cubicBezTo>
                <a:cubicBezTo>
                  <a:pt x="7486424" y="2711581"/>
                  <a:pt x="7487962" y="2715103"/>
                  <a:pt x="7491038" y="2717881"/>
                </a:cubicBezTo>
                <a:cubicBezTo>
                  <a:pt x="7494114" y="2720660"/>
                  <a:pt x="7498579" y="2722049"/>
                  <a:pt x="7504433" y="2722049"/>
                </a:cubicBezTo>
                <a:lnTo>
                  <a:pt x="7509790" y="2722049"/>
                </a:lnTo>
                <a:lnTo>
                  <a:pt x="7509790" y="2800035"/>
                </a:lnTo>
                <a:cubicBezTo>
                  <a:pt x="7509790" y="2812635"/>
                  <a:pt x="7510807" y="2822706"/>
                  <a:pt x="7512841" y="2830247"/>
                </a:cubicBezTo>
                <a:cubicBezTo>
                  <a:pt x="7514875" y="2837787"/>
                  <a:pt x="7519167" y="2843691"/>
                  <a:pt x="7525715" y="2847957"/>
                </a:cubicBezTo>
                <a:cubicBezTo>
                  <a:pt x="7532263" y="2852224"/>
                  <a:pt x="7541888" y="2854357"/>
                  <a:pt x="7554588" y="2854357"/>
                </a:cubicBezTo>
                <a:cubicBezTo>
                  <a:pt x="7567982" y="2854357"/>
                  <a:pt x="7578251" y="2852620"/>
                  <a:pt x="7585395" y="2849148"/>
                </a:cubicBezTo>
                <a:cubicBezTo>
                  <a:pt x="7592539" y="2845675"/>
                  <a:pt x="7596111" y="2840665"/>
                  <a:pt x="7596111" y="2834116"/>
                </a:cubicBezTo>
                <a:cubicBezTo>
                  <a:pt x="7596111" y="2830247"/>
                  <a:pt x="7594796" y="2826997"/>
                  <a:pt x="7592167" y="2824368"/>
                </a:cubicBezTo>
                <a:cubicBezTo>
                  <a:pt x="7589537" y="2821739"/>
                  <a:pt x="7586586" y="2820424"/>
                  <a:pt x="7583311" y="2820424"/>
                </a:cubicBezTo>
                <a:cubicBezTo>
                  <a:pt x="7581029" y="2820424"/>
                  <a:pt x="7577854" y="2820846"/>
                  <a:pt x="7573786" y="2821689"/>
                </a:cubicBezTo>
                <a:cubicBezTo>
                  <a:pt x="7569718" y="2822532"/>
                  <a:pt x="7566494" y="2822954"/>
                  <a:pt x="7564113" y="2822954"/>
                </a:cubicBezTo>
                <a:cubicBezTo>
                  <a:pt x="7559747" y="2822954"/>
                  <a:pt x="7556597" y="2821887"/>
                  <a:pt x="7554662" y="2819754"/>
                </a:cubicBezTo>
                <a:cubicBezTo>
                  <a:pt x="7552727" y="2817621"/>
                  <a:pt x="7551537" y="2814843"/>
                  <a:pt x="7551090" y="2811420"/>
                </a:cubicBezTo>
                <a:cubicBezTo>
                  <a:pt x="7550644" y="2807997"/>
                  <a:pt x="7550420" y="2803110"/>
                  <a:pt x="7550420" y="2796760"/>
                </a:cubicBezTo>
                <a:lnTo>
                  <a:pt x="7550420" y="2722049"/>
                </a:lnTo>
                <a:lnTo>
                  <a:pt x="7558011" y="2722049"/>
                </a:lnTo>
                <a:cubicBezTo>
                  <a:pt x="7566047" y="2722049"/>
                  <a:pt x="7572224" y="2720957"/>
                  <a:pt x="7576540" y="2718774"/>
                </a:cubicBezTo>
                <a:cubicBezTo>
                  <a:pt x="7580856" y="2716592"/>
                  <a:pt x="7583014" y="2712772"/>
                  <a:pt x="7583014" y="2707315"/>
                </a:cubicBezTo>
                <a:cubicBezTo>
                  <a:pt x="7583014" y="2703048"/>
                  <a:pt x="7581500" y="2699551"/>
                  <a:pt x="7578475" y="2696822"/>
                </a:cubicBezTo>
                <a:cubicBezTo>
                  <a:pt x="7575448" y="2694094"/>
                  <a:pt x="7571058" y="2692729"/>
                  <a:pt x="7565303" y="2692729"/>
                </a:cubicBezTo>
                <a:lnTo>
                  <a:pt x="7550420" y="2692729"/>
                </a:lnTo>
                <a:lnTo>
                  <a:pt x="7550420" y="2665047"/>
                </a:lnTo>
                <a:cubicBezTo>
                  <a:pt x="7550420" y="2658201"/>
                  <a:pt x="7550048" y="2652918"/>
                  <a:pt x="7549304" y="2649197"/>
                </a:cubicBezTo>
                <a:cubicBezTo>
                  <a:pt x="7548560" y="2645477"/>
                  <a:pt x="7546799" y="2642326"/>
                  <a:pt x="7544021" y="2639747"/>
                </a:cubicBezTo>
                <a:cubicBezTo>
                  <a:pt x="7539854" y="2635877"/>
                  <a:pt x="7535190" y="2633942"/>
                  <a:pt x="7530031" y="2633942"/>
                </a:cubicBezTo>
                <a:close/>
                <a:moveTo>
                  <a:pt x="5644081" y="2633942"/>
                </a:moveTo>
                <a:cubicBezTo>
                  <a:pt x="5640410" y="2633942"/>
                  <a:pt x="5637086" y="2634810"/>
                  <a:pt x="5634109" y="2636547"/>
                </a:cubicBezTo>
                <a:cubicBezTo>
                  <a:pt x="5631133" y="2638283"/>
                  <a:pt x="5628851" y="2640540"/>
                  <a:pt x="5627263" y="2643318"/>
                </a:cubicBezTo>
                <a:cubicBezTo>
                  <a:pt x="5625676" y="2645997"/>
                  <a:pt x="5624708" y="2649197"/>
                  <a:pt x="5624361" y="2652918"/>
                </a:cubicBezTo>
                <a:cubicBezTo>
                  <a:pt x="5624014" y="2656639"/>
                  <a:pt x="5623840" y="2661773"/>
                  <a:pt x="5623840" y="2668322"/>
                </a:cubicBezTo>
                <a:lnTo>
                  <a:pt x="5623840" y="2692729"/>
                </a:lnTo>
                <a:lnTo>
                  <a:pt x="5619376" y="2692729"/>
                </a:lnTo>
                <a:cubicBezTo>
                  <a:pt x="5613225" y="2692729"/>
                  <a:pt x="5608536" y="2694094"/>
                  <a:pt x="5605311" y="2696822"/>
                </a:cubicBezTo>
                <a:cubicBezTo>
                  <a:pt x="5602086" y="2699551"/>
                  <a:pt x="5600474" y="2703048"/>
                  <a:pt x="5600474" y="2707315"/>
                </a:cubicBezTo>
                <a:cubicBezTo>
                  <a:pt x="5600474" y="2711581"/>
                  <a:pt x="5602013" y="2715103"/>
                  <a:pt x="5605088" y="2717881"/>
                </a:cubicBezTo>
                <a:cubicBezTo>
                  <a:pt x="5608164" y="2720660"/>
                  <a:pt x="5612629" y="2722049"/>
                  <a:pt x="5618483" y="2722049"/>
                </a:cubicBezTo>
                <a:lnTo>
                  <a:pt x="5623840" y="2722049"/>
                </a:lnTo>
                <a:lnTo>
                  <a:pt x="5623840" y="2800035"/>
                </a:lnTo>
                <a:cubicBezTo>
                  <a:pt x="5623840" y="2812635"/>
                  <a:pt x="5624857" y="2822706"/>
                  <a:pt x="5626891" y="2830247"/>
                </a:cubicBezTo>
                <a:cubicBezTo>
                  <a:pt x="5628926" y="2837787"/>
                  <a:pt x="5633217" y="2843691"/>
                  <a:pt x="5639766" y="2847957"/>
                </a:cubicBezTo>
                <a:cubicBezTo>
                  <a:pt x="5646313" y="2852224"/>
                  <a:pt x="5655938" y="2854357"/>
                  <a:pt x="5668637" y="2854357"/>
                </a:cubicBezTo>
                <a:cubicBezTo>
                  <a:pt x="5682033" y="2854357"/>
                  <a:pt x="5692301" y="2852620"/>
                  <a:pt x="5699445" y="2849148"/>
                </a:cubicBezTo>
                <a:cubicBezTo>
                  <a:pt x="5706589" y="2845675"/>
                  <a:pt x="5710161" y="2840665"/>
                  <a:pt x="5710161" y="2834116"/>
                </a:cubicBezTo>
                <a:cubicBezTo>
                  <a:pt x="5710161" y="2830247"/>
                  <a:pt x="5708846" y="2826997"/>
                  <a:pt x="5706217" y="2824368"/>
                </a:cubicBezTo>
                <a:cubicBezTo>
                  <a:pt x="5703587" y="2821739"/>
                  <a:pt x="5700636" y="2820424"/>
                  <a:pt x="5697362" y="2820424"/>
                </a:cubicBezTo>
                <a:cubicBezTo>
                  <a:pt x="5695079" y="2820424"/>
                  <a:pt x="5691904" y="2820846"/>
                  <a:pt x="5687836" y="2821689"/>
                </a:cubicBezTo>
                <a:cubicBezTo>
                  <a:pt x="5683769" y="2822532"/>
                  <a:pt x="5680544" y="2822954"/>
                  <a:pt x="5678162" y="2822954"/>
                </a:cubicBezTo>
                <a:cubicBezTo>
                  <a:pt x="5673797" y="2822954"/>
                  <a:pt x="5670647" y="2821887"/>
                  <a:pt x="5668712" y="2819754"/>
                </a:cubicBezTo>
                <a:cubicBezTo>
                  <a:pt x="5666777" y="2817621"/>
                  <a:pt x="5665587" y="2814843"/>
                  <a:pt x="5665140" y="2811420"/>
                </a:cubicBezTo>
                <a:cubicBezTo>
                  <a:pt x="5664694" y="2807997"/>
                  <a:pt x="5664470" y="2803110"/>
                  <a:pt x="5664470" y="2796760"/>
                </a:cubicBezTo>
                <a:lnTo>
                  <a:pt x="5664470" y="2722049"/>
                </a:lnTo>
                <a:lnTo>
                  <a:pt x="5672061" y="2722049"/>
                </a:lnTo>
                <a:cubicBezTo>
                  <a:pt x="5680097" y="2722049"/>
                  <a:pt x="5686274" y="2720957"/>
                  <a:pt x="5690590" y="2718774"/>
                </a:cubicBezTo>
                <a:cubicBezTo>
                  <a:pt x="5694906" y="2716592"/>
                  <a:pt x="5697064" y="2712772"/>
                  <a:pt x="5697064" y="2707315"/>
                </a:cubicBezTo>
                <a:cubicBezTo>
                  <a:pt x="5697064" y="2703048"/>
                  <a:pt x="5695550" y="2699551"/>
                  <a:pt x="5692524" y="2696822"/>
                </a:cubicBezTo>
                <a:cubicBezTo>
                  <a:pt x="5689498" y="2694094"/>
                  <a:pt x="5685108" y="2692729"/>
                  <a:pt x="5679353" y="2692729"/>
                </a:cubicBezTo>
                <a:lnTo>
                  <a:pt x="5664470" y="2692729"/>
                </a:lnTo>
                <a:lnTo>
                  <a:pt x="5664470" y="2665047"/>
                </a:lnTo>
                <a:cubicBezTo>
                  <a:pt x="5664470" y="2658201"/>
                  <a:pt x="5664098" y="2652918"/>
                  <a:pt x="5663354" y="2649197"/>
                </a:cubicBezTo>
                <a:cubicBezTo>
                  <a:pt x="5662610" y="2645477"/>
                  <a:pt x="5660849" y="2642326"/>
                  <a:pt x="5658071" y="2639747"/>
                </a:cubicBezTo>
                <a:cubicBezTo>
                  <a:pt x="5653903" y="2635877"/>
                  <a:pt x="5649240" y="2633942"/>
                  <a:pt x="5644081" y="2633942"/>
                </a:cubicBezTo>
                <a:close/>
                <a:moveTo>
                  <a:pt x="4643956" y="2633942"/>
                </a:moveTo>
                <a:cubicBezTo>
                  <a:pt x="4640285" y="2633942"/>
                  <a:pt x="4636961" y="2634810"/>
                  <a:pt x="4633985" y="2636547"/>
                </a:cubicBezTo>
                <a:cubicBezTo>
                  <a:pt x="4631008" y="2638283"/>
                  <a:pt x="4628727" y="2640540"/>
                  <a:pt x="4627140" y="2643318"/>
                </a:cubicBezTo>
                <a:cubicBezTo>
                  <a:pt x="4625553" y="2645997"/>
                  <a:pt x="4624584" y="2649197"/>
                  <a:pt x="4624238" y="2652918"/>
                </a:cubicBezTo>
                <a:cubicBezTo>
                  <a:pt x="4623890" y="2656639"/>
                  <a:pt x="4623717" y="2661773"/>
                  <a:pt x="4623717" y="2668322"/>
                </a:cubicBezTo>
                <a:lnTo>
                  <a:pt x="4623717" y="2692729"/>
                </a:lnTo>
                <a:lnTo>
                  <a:pt x="4619252" y="2692729"/>
                </a:lnTo>
                <a:cubicBezTo>
                  <a:pt x="4613101" y="2692729"/>
                  <a:pt x="4608412" y="2694094"/>
                  <a:pt x="4605188" y="2696822"/>
                </a:cubicBezTo>
                <a:cubicBezTo>
                  <a:pt x="4601963" y="2699551"/>
                  <a:pt x="4600351" y="2703048"/>
                  <a:pt x="4600351" y="2707315"/>
                </a:cubicBezTo>
                <a:cubicBezTo>
                  <a:pt x="4600351" y="2711581"/>
                  <a:pt x="4601888" y="2715103"/>
                  <a:pt x="4604964" y="2717881"/>
                </a:cubicBezTo>
                <a:cubicBezTo>
                  <a:pt x="4608040" y="2720660"/>
                  <a:pt x="4612506" y="2722049"/>
                  <a:pt x="4618359" y="2722049"/>
                </a:cubicBezTo>
                <a:lnTo>
                  <a:pt x="4623717" y="2722049"/>
                </a:lnTo>
                <a:lnTo>
                  <a:pt x="4623717" y="2800035"/>
                </a:lnTo>
                <a:cubicBezTo>
                  <a:pt x="4623717" y="2812635"/>
                  <a:pt x="4624733" y="2822706"/>
                  <a:pt x="4626768" y="2830247"/>
                </a:cubicBezTo>
                <a:cubicBezTo>
                  <a:pt x="4628802" y="2837787"/>
                  <a:pt x="4633091" y="2843691"/>
                  <a:pt x="4639640" y="2847957"/>
                </a:cubicBezTo>
                <a:cubicBezTo>
                  <a:pt x="4646189" y="2852224"/>
                  <a:pt x="4655813" y="2854357"/>
                  <a:pt x="4668513" y="2854357"/>
                </a:cubicBezTo>
                <a:cubicBezTo>
                  <a:pt x="4681907" y="2854357"/>
                  <a:pt x="4692176" y="2852620"/>
                  <a:pt x="4699320" y="2849148"/>
                </a:cubicBezTo>
                <a:cubicBezTo>
                  <a:pt x="4706464" y="2845675"/>
                  <a:pt x="4710036" y="2840665"/>
                  <a:pt x="4710036" y="2834116"/>
                </a:cubicBezTo>
                <a:cubicBezTo>
                  <a:pt x="4710036" y="2830247"/>
                  <a:pt x="4708721" y="2826997"/>
                  <a:pt x="4706092" y="2824368"/>
                </a:cubicBezTo>
                <a:cubicBezTo>
                  <a:pt x="4703462" y="2821739"/>
                  <a:pt x="4700511" y="2820424"/>
                  <a:pt x="4697236" y="2820424"/>
                </a:cubicBezTo>
                <a:cubicBezTo>
                  <a:pt x="4694954" y="2820424"/>
                  <a:pt x="4691779" y="2820846"/>
                  <a:pt x="4687712" y="2821689"/>
                </a:cubicBezTo>
                <a:cubicBezTo>
                  <a:pt x="4683643" y="2822532"/>
                  <a:pt x="4680419" y="2822954"/>
                  <a:pt x="4678038" y="2822954"/>
                </a:cubicBezTo>
                <a:cubicBezTo>
                  <a:pt x="4673672" y="2822954"/>
                  <a:pt x="4670522" y="2821887"/>
                  <a:pt x="4668588" y="2819754"/>
                </a:cubicBezTo>
                <a:cubicBezTo>
                  <a:pt x="4666652" y="2817621"/>
                  <a:pt x="4665462" y="2814843"/>
                  <a:pt x="4665015" y="2811420"/>
                </a:cubicBezTo>
                <a:cubicBezTo>
                  <a:pt x="4664569" y="2807997"/>
                  <a:pt x="4664345" y="2803110"/>
                  <a:pt x="4664345" y="2796760"/>
                </a:cubicBezTo>
                <a:lnTo>
                  <a:pt x="4664345" y="2722049"/>
                </a:lnTo>
                <a:lnTo>
                  <a:pt x="4671936" y="2722049"/>
                </a:lnTo>
                <a:cubicBezTo>
                  <a:pt x="4679972" y="2722049"/>
                  <a:pt x="4686149" y="2720957"/>
                  <a:pt x="4690465" y="2718774"/>
                </a:cubicBezTo>
                <a:cubicBezTo>
                  <a:pt x="4694781" y="2716592"/>
                  <a:pt x="4696939" y="2712772"/>
                  <a:pt x="4696939" y="2707315"/>
                </a:cubicBezTo>
                <a:cubicBezTo>
                  <a:pt x="4696939" y="2703048"/>
                  <a:pt x="4695426" y="2699551"/>
                  <a:pt x="4692399" y="2696822"/>
                </a:cubicBezTo>
                <a:cubicBezTo>
                  <a:pt x="4689373" y="2694094"/>
                  <a:pt x="4684983" y="2692729"/>
                  <a:pt x="4679228" y="2692729"/>
                </a:cubicBezTo>
                <a:lnTo>
                  <a:pt x="4664345" y="2692729"/>
                </a:lnTo>
                <a:lnTo>
                  <a:pt x="4664345" y="2665047"/>
                </a:lnTo>
                <a:cubicBezTo>
                  <a:pt x="4664345" y="2658201"/>
                  <a:pt x="4663973" y="2652918"/>
                  <a:pt x="4663229" y="2649197"/>
                </a:cubicBezTo>
                <a:cubicBezTo>
                  <a:pt x="4662485" y="2645477"/>
                  <a:pt x="4660724" y="2642326"/>
                  <a:pt x="4657946" y="2639747"/>
                </a:cubicBezTo>
                <a:cubicBezTo>
                  <a:pt x="4653779" y="2635877"/>
                  <a:pt x="4649115" y="2633942"/>
                  <a:pt x="4643956" y="2633942"/>
                </a:cubicBezTo>
                <a:close/>
                <a:moveTo>
                  <a:pt x="3389636" y="2632454"/>
                </a:moveTo>
                <a:cubicBezTo>
                  <a:pt x="3383385" y="2632454"/>
                  <a:pt x="3378249" y="2633372"/>
                  <a:pt x="3374232" y="2635207"/>
                </a:cubicBezTo>
                <a:cubicBezTo>
                  <a:pt x="3370214" y="2637043"/>
                  <a:pt x="3367262" y="2639970"/>
                  <a:pt x="3365376" y="2643988"/>
                </a:cubicBezTo>
                <a:cubicBezTo>
                  <a:pt x="3363492" y="2648007"/>
                  <a:pt x="3362548" y="2653191"/>
                  <a:pt x="3362548" y="2659541"/>
                </a:cubicBezTo>
                <a:lnTo>
                  <a:pt x="3362548" y="2823549"/>
                </a:lnTo>
                <a:cubicBezTo>
                  <a:pt x="3362548" y="2833074"/>
                  <a:pt x="3364657" y="2839970"/>
                  <a:pt x="3368873" y="2844236"/>
                </a:cubicBezTo>
                <a:cubicBezTo>
                  <a:pt x="3373092" y="2848503"/>
                  <a:pt x="3380011" y="2850636"/>
                  <a:pt x="3389636" y="2850636"/>
                </a:cubicBezTo>
                <a:lnTo>
                  <a:pt x="3509739" y="2850636"/>
                </a:lnTo>
                <a:cubicBezTo>
                  <a:pt x="3516685" y="2850636"/>
                  <a:pt x="3521919" y="2849024"/>
                  <a:pt x="3525441" y="2845799"/>
                </a:cubicBezTo>
                <a:cubicBezTo>
                  <a:pt x="3528963" y="2842575"/>
                  <a:pt x="3530725" y="2838383"/>
                  <a:pt x="3530725" y="2833223"/>
                </a:cubicBezTo>
                <a:cubicBezTo>
                  <a:pt x="3530725" y="2827865"/>
                  <a:pt x="3528963" y="2823574"/>
                  <a:pt x="3525441" y="2820350"/>
                </a:cubicBezTo>
                <a:cubicBezTo>
                  <a:pt x="3521919" y="2817125"/>
                  <a:pt x="3516685" y="2815513"/>
                  <a:pt x="3509739" y="2815513"/>
                </a:cubicBezTo>
                <a:lnTo>
                  <a:pt x="3406751" y="2815513"/>
                </a:lnTo>
                <a:lnTo>
                  <a:pt x="3406751" y="2753451"/>
                </a:lnTo>
                <a:lnTo>
                  <a:pt x="3498429" y="2753451"/>
                </a:lnTo>
                <a:cubicBezTo>
                  <a:pt x="3505275" y="2753451"/>
                  <a:pt x="3510336" y="2751889"/>
                  <a:pt x="3513609" y="2748763"/>
                </a:cubicBezTo>
                <a:cubicBezTo>
                  <a:pt x="3516885" y="2745638"/>
                  <a:pt x="3518521" y="2741595"/>
                  <a:pt x="3518521" y="2736634"/>
                </a:cubicBezTo>
                <a:cubicBezTo>
                  <a:pt x="3518521" y="2731673"/>
                  <a:pt x="3516858" y="2727679"/>
                  <a:pt x="3513534" y="2724653"/>
                </a:cubicBezTo>
                <a:cubicBezTo>
                  <a:pt x="3510212" y="2721627"/>
                  <a:pt x="3505176" y="2720114"/>
                  <a:pt x="3498429" y="2720114"/>
                </a:cubicBezTo>
                <a:lnTo>
                  <a:pt x="3406751" y="2720114"/>
                </a:lnTo>
                <a:lnTo>
                  <a:pt x="3406751" y="2666536"/>
                </a:lnTo>
                <a:lnTo>
                  <a:pt x="3506316" y="2666536"/>
                </a:lnTo>
                <a:cubicBezTo>
                  <a:pt x="3513362" y="2666536"/>
                  <a:pt x="3518595" y="2664973"/>
                  <a:pt x="3522019" y="2661848"/>
                </a:cubicBezTo>
                <a:cubicBezTo>
                  <a:pt x="3525441" y="2658722"/>
                  <a:pt x="3527153" y="2654580"/>
                  <a:pt x="3527153" y="2649420"/>
                </a:cubicBezTo>
                <a:cubicBezTo>
                  <a:pt x="3527153" y="2644360"/>
                  <a:pt x="3525441" y="2640268"/>
                  <a:pt x="3522019" y="2637142"/>
                </a:cubicBezTo>
                <a:cubicBezTo>
                  <a:pt x="3518595" y="2634017"/>
                  <a:pt x="3513362" y="2632454"/>
                  <a:pt x="3506316" y="2632454"/>
                </a:cubicBezTo>
                <a:close/>
                <a:moveTo>
                  <a:pt x="7683473" y="2630817"/>
                </a:moveTo>
                <a:cubicBezTo>
                  <a:pt x="7677619" y="2630817"/>
                  <a:pt x="7673253" y="2631809"/>
                  <a:pt x="7670376" y="2633793"/>
                </a:cubicBezTo>
                <a:cubicBezTo>
                  <a:pt x="7667498" y="2635778"/>
                  <a:pt x="7664125" y="2640392"/>
                  <a:pt x="7660256" y="2647635"/>
                </a:cubicBezTo>
                <a:lnTo>
                  <a:pt x="7653558" y="2660136"/>
                </a:lnTo>
                <a:cubicBezTo>
                  <a:pt x="7650979" y="2664303"/>
                  <a:pt x="7649689" y="2667230"/>
                  <a:pt x="7649689" y="2668917"/>
                </a:cubicBezTo>
                <a:cubicBezTo>
                  <a:pt x="7649689" y="2671397"/>
                  <a:pt x="7651822" y="2672638"/>
                  <a:pt x="7656088" y="2672638"/>
                </a:cubicBezTo>
                <a:cubicBezTo>
                  <a:pt x="7662537" y="2672638"/>
                  <a:pt x="7668590" y="2671199"/>
                  <a:pt x="7674245" y="2668322"/>
                </a:cubicBezTo>
                <a:cubicBezTo>
                  <a:pt x="7676428" y="2667230"/>
                  <a:pt x="7680347" y="2664105"/>
                  <a:pt x="7686003" y="2658945"/>
                </a:cubicBezTo>
                <a:cubicBezTo>
                  <a:pt x="7691658" y="2653786"/>
                  <a:pt x="7697264" y="2648379"/>
                  <a:pt x="7702820" y="2642723"/>
                </a:cubicBezTo>
                <a:cubicBezTo>
                  <a:pt x="7708376" y="2637068"/>
                  <a:pt x="7711155" y="2633843"/>
                  <a:pt x="7711155" y="2633049"/>
                </a:cubicBezTo>
                <a:cubicBezTo>
                  <a:pt x="7711155" y="2631561"/>
                  <a:pt x="7708625" y="2630817"/>
                  <a:pt x="7703565" y="2630817"/>
                </a:cubicBezTo>
                <a:close/>
                <a:moveTo>
                  <a:pt x="9971556" y="2630519"/>
                </a:moveTo>
                <a:cubicBezTo>
                  <a:pt x="9966099" y="2630519"/>
                  <a:pt x="9961311" y="2632380"/>
                  <a:pt x="9957194" y="2636100"/>
                </a:cubicBezTo>
                <a:cubicBezTo>
                  <a:pt x="9953077" y="2639821"/>
                  <a:pt x="9951017" y="2644559"/>
                  <a:pt x="9951017" y="2650313"/>
                </a:cubicBezTo>
                <a:cubicBezTo>
                  <a:pt x="9951017" y="2656663"/>
                  <a:pt x="9953027" y="2661575"/>
                  <a:pt x="9957045" y="2665047"/>
                </a:cubicBezTo>
                <a:cubicBezTo>
                  <a:pt x="9961063" y="2668520"/>
                  <a:pt x="9965901" y="2670256"/>
                  <a:pt x="9971556" y="2670256"/>
                </a:cubicBezTo>
                <a:cubicBezTo>
                  <a:pt x="9977013" y="2670256"/>
                  <a:pt x="9981726" y="2668495"/>
                  <a:pt x="9985695" y="2664973"/>
                </a:cubicBezTo>
                <a:cubicBezTo>
                  <a:pt x="9989663" y="2661451"/>
                  <a:pt x="9991647" y="2656564"/>
                  <a:pt x="9991647" y="2650313"/>
                </a:cubicBezTo>
                <a:cubicBezTo>
                  <a:pt x="9991647" y="2643864"/>
                  <a:pt x="9989614" y="2638953"/>
                  <a:pt x="9985545" y="2635579"/>
                </a:cubicBezTo>
                <a:cubicBezTo>
                  <a:pt x="9981478" y="2632206"/>
                  <a:pt x="9976815" y="2630519"/>
                  <a:pt x="9971556" y="2630519"/>
                </a:cubicBezTo>
                <a:close/>
                <a:moveTo>
                  <a:pt x="8447556" y="2630519"/>
                </a:moveTo>
                <a:cubicBezTo>
                  <a:pt x="8442099" y="2630519"/>
                  <a:pt x="8437312" y="2632380"/>
                  <a:pt x="8433194" y="2636100"/>
                </a:cubicBezTo>
                <a:cubicBezTo>
                  <a:pt x="8429077" y="2639821"/>
                  <a:pt x="8427018" y="2644559"/>
                  <a:pt x="8427018" y="2650313"/>
                </a:cubicBezTo>
                <a:cubicBezTo>
                  <a:pt x="8427018" y="2656663"/>
                  <a:pt x="8429027" y="2661575"/>
                  <a:pt x="8433045" y="2665047"/>
                </a:cubicBezTo>
                <a:cubicBezTo>
                  <a:pt x="8437064" y="2668520"/>
                  <a:pt x="8441901" y="2670256"/>
                  <a:pt x="8447556" y="2670256"/>
                </a:cubicBezTo>
                <a:cubicBezTo>
                  <a:pt x="8453013" y="2670256"/>
                  <a:pt x="8457726" y="2668495"/>
                  <a:pt x="8461695" y="2664973"/>
                </a:cubicBezTo>
                <a:cubicBezTo>
                  <a:pt x="8465664" y="2661451"/>
                  <a:pt x="8467648" y="2656564"/>
                  <a:pt x="8467648" y="2650313"/>
                </a:cubicBezTo>
                <a:cubicBezTo>
                  <a:pt x="8467648" y="2643864"/>
                  <a:pt x="8465614" y="2638953"/>
                  <a:pt x="8461546" y="2635579"/>
                </a:cubicBezTo>
                <a:cubicBezTo>
                  <a:pt x="8457478" y="2632206"/>
                  <a:pt x="8452815" y="2630519"/>
                  <a:pt x="8447556" y="2630519"/>
                </a:cubicBezTo>
                <a:close/>
                <a:moveTo>
                  <a:pt x="5190007" y="2630519"/>
                </a:moveTo>
                <a:cubicBezTo>
                  <a:pt x="5184549" y="2630519"/>
                  <a:pt x="5179762" y="2632380"/>
                  <a:pt x="5175644" y="2636100"/>
                </a:cubicBezTo>
                <a:cubicBezTo>
                  <a:pt x="5171527" y="2639821"/>
                  <a:pt x="5169468" y="2644559"/>
                  <a:pt x="5169468" y="2650313"/>
                </a:cubicBezTo>
                <a:cubicBezTo>
                  <a:pt x="5169468" y="2656663"/>
                  <a:pt x="5171477" y="2661575"/>
                  <a:pt x="5175496" y="2665047"/>
                </a:cubicBezTo>
                <a:cubicBezTo>
                  <a:pt x="5179514" y="2668520"/>
                  <a:pt x="5184351" y="2670256"/>
                  <a:pt x="5190007" y="2670256"/>
                </a:cubicBezTo>
                <a:cubicBezTo>
                  <a:pt x="5195463" y="2670256"/>
                  <a:pt x="5200176" y="2668495"/>
                  <a:pt x="5204145" y="2664973"/>
                </a:cubicBezTo>
                <a:cubicBezTo>
                  <a:pt x="5208114" y="2661451"/>
                  <a:pt x="5210098" y="2656564"/>
                  <a:pt x="5210098" y="2650313"/>
                </a:cubicBezTo>
                <a:cubicBezTo>
                  <a:pt x="5210098" y="2643864"/>
                  <a:pt x="5208064" y="2638953"/>
                  <a:pt x="5203997" y="2635579"/>
                </a:cubicBezTo>
                <a:cubicBezTo>
                  <a:pt x="5199928" y="2632206"/>
                  <a:pt x="5195265" y="2630519"/>
                  <a:pt x="5190007" y="2630519"/>
                </a:cubicBezTo>
                <a:close/>
                <a:moveTo>
                  <a:pt x="9005215" y="2628733"/>
                </a:moveTo>
                <a:cubicBezTo>
                  <a:pt x="8999063" y="2628733"/>
                  <a:pt x="8994326" y="2630867"/>
                  <a:pt x="8991001" y="2635133"/>
                </a:cubicBezTo>
                <a:cubicBezTo>
                  <a:pt x="8987678" y="2639399"/>
                  <a:pt x="8986016" y="2645700"/>
                  <a:pt x="8986016" y="2654034"/>
                </a:cubicBezTo>
                <a:lnTo>
                  <a:pt x="8986016" y="2714012"/>
                </a:lnTo>
                <a:cubicBezTo>
                  <a:pt x="8978377" y="2705677"/>
                  <a:pt x="8970538" y="2699501"/>
                  <a:pt x="8962501" y="2695483"/>
                </a:cubicBezTo>
                <a:cubicBezTo>
                  <a:pt x="8954465" y="2691464"/>
                  <a:pt x="8944593" y="2689455"/>
                  <a:pt x="8932885" y="2689455"/>
                </a:cubicBezTo>
                <a:cubicBezTo>
                  <a:pt x="8912643" y="2689455"/>
                  <a:pt x="8896323" y="2696549"/>
                  <a:pt x="8883920" y="2710738"/>
                </a:cubicBezTo>
                <a:cubicBezTo>
                  <a:pt x="8871517" y="2724926"/>
                  <a:pt x="8865317" y="2744720"/>
                  <a:pt x="8865317" y="2770120"/>
                </a:cubicBezTo>
                <a:cubicBezTo>
                  <a:pt x="8865317" y="2782126"/>
                  <a:pt x="8866879" y="2793288"/>
                  <a:pt x="8870005" y="2803606"/>
                </a:cubicBezTo>
                <a:cubicBezTo>
                  <a:pt x="8873130" y="2813925"/>
                  <a:pt x="8877719" y="2822904"/>
                  <a:pt x="8883771" y="2830544"/>
                </a:cubicBezTo>
                <a:cubicBezTo>
                  <a:pt x="8889823" y="2838184"/>
                  <a:pt x="8896993" y="2844063"/>
                  <a:pt x="8905277" y="2848180"/>
                </a:cubicBezTo>
                <a:cubicBezTo>
                  <a:pt x="8913561" y="2852298"/>
                  <a:pt x="8922566" y="2854357"/>
                  <a:pt x="8932289" y="2854357"/>
                </a:cubicBezTo>
                <a:cubicBezTo>
                  <a:pt x="8939631" y="2854357"/>
                  <a:pt x="8946403" y="2853340"/>
                  <a:pt x="8952604" y="2851306"/>
                </a:cubicBezTo>
                <a:cubicBezTo>
                  <a:pt x="8958805" y="2849272"/>
                  <a:pt x="8964561" y="2846295"/>
                  <a:pt x="8969868" y="2842376"/>
                </a:cubicBezTo>
                <a:cubicBezTo>
                  <a:pt x="8975177" y="2838457"/>
                  <a:pt x="8980559" y="2833372"/>
                  <a:pt x="8986016" y="2827121"/>
                </a:cubicBezTo>
                <a:lnTo>
                  <a:pt x="8986016" y="2831140"/>
                </a:lnTo>
                <a:cubicBezTo>
                  <a:pt x="8986016" y="2838581"/>
                  <a:pt x="8987827" y="2844311"/>
                  <a:pt x="8991448" y="2848329"/>
                </a:cubicBezTo>
                <a:cubicBezTo>
                  <a:pt x="8995070" y="2852348"/>
                  <a:pt x="8999659" y="2854357"/>
                  <a:pt x="9005215" y="2854357"/>
                </a:cubicBezTo>
                <a:cubicBezTo>
                  <a:pt x="9010871" y="2854357"/>
                  <a:pt x="9015484" y="2852422"/>
                  <a:pt x="9019056" y="2848552"/>
                </a:cubicBezTo>
                <a:cubicBezTo>
                  <a:pt x="9022627" y="2844683"/>
                  <a:pt x="9024413" y="2838879"/>
                  <a:pt x="9024413" y="2831140"/>
                </a:cubicBezTo>
                <a:lnTo>
                  <a:pt x="9024413" y="2651951"/>
                </a:lnTo>
                <a:cubicBezTo>
                  <a:pt x="9024413" y="2644311"/>
                  <a:pt x="9022752" y="2638531"/>
                  <a:pt x="9019428" y="2634612"/>
                </a:cubicBezTo>
                <a:cubicBezTo>
                  <a:pt x="9016105" y="2630693"/>
                  <a:pt x="9011367" y="2628733"/>
                  <a:pt x="9005215" y="2628733"/>
                </a:cubicBezTo>
                <a:close/>
                <a:moveTo>
                  <a:pt x="6923110" y="2628733"/>
                </a:moveTo>
                <a:cubicBezTo>
                  <a:pt x="6916958" y="2628733"/>
                  <a:pt x="6912072" y="2630817"/>
                  <a:pt x="6908450" y="2634984"/>
                </a:cubicBezTo>
                <a:cubicBezTo>
                  <a:pt x="6904829" y="2639151"/>
                  <a:pt x="6903018" y="2645303"/>
                  <a:pt x="6903018" y="2653439"/>
                </a:cubicBezTo>
                <a:lnTo>
                  <a:pt x="6903018" y="2829651"/>
                </a:lnTo>
                <a:cubicBezTo>
                  <a:pt x="6903018" y="2837589"/>
                  <a:pt x="6904878" y="2843691"/>
                  <a:pt x="6908599" y="2847957"/>
                </a:cubicBezTo>
                <a:cubicBezTo>
                  <a:pt x="6912320" y="2852224"/>
                  <a:pt x="6917157" y="2854357"/>
                  <a:pt x="6923110" y="2854357"/>
                </a:cubicBezTo>
                <a:cubicBezTo>
                  <a:pt x="6929162" y="2854357"/>
                  <a:pt x="6934098" y="2852298"/>
                  <a:pt x="6937918" y="2848180"/>
                </a:cubicBezTo>
                <a:cubicBezTo>
                  <a:pt x="6941738" y="2844063"/>
                  <a:pt x="6943648" y="2837886"/>
                  <a:pt x="6943648" y="2829651"/>
                </a:cubicBezTo>
                <a:lnTo>
                  <a:pt x="6943648" y="2653439"/>
                </a:lnTo>
                <a:cubicBezTo>
                  <a:pt x="6943648" y="2645204"/>
                  <a:pt x="6941763" y="2639027"/>
                  <a:pt x="6937993" y="2634910"/>
                </a:cubicBezTo>
                <a:cubicBezTo>
                  <a:pt x="6934222" y="2630792"/>
                  <a:pt x="6929261" y="2628733"/>
                  <a:pt x="6923110" y="2628733"/>
                </a:cubicBezTo>
                <a:close/>
                <a:moveTo>
                  <a:pt x="6549551" y="2628733"/>
                </a:moveTo>
                <a:cubicBezTo>
                  <a:pt x="6543599" y="2628733"/>
                  <a:pt x="6538960" y="2630842"/>
                  <a:pt x="6535636" y="2635059"/>
                </a:cubicBezTo>
                <a:cubicBezTo>
                  <a:pt x="6532312" y="2639275"/>
                  <a:pt x="6530651" y="2645501"/>
                  <a:pt x="6530651" y="2653736"/>
                </a:cubicBezTo>
                <a:lnTo>
                  <a:pt x="6530651" y="2831140"/>
                </a:lnTo>
                <a:cubicBezTo>
                  <a:pt x="6530651" y="2838779"/>
                  <a:pt x="6532362" y="2844559"/>
                  <a:pt x="6535785" y="2848478"/>
                </a:cubicBezTo>
                <a:cubicBezTo>
                  <a:pt x="6539208" y="2852397"/>
                  <a:pt x="6543796" y="2854357"/>
                  <a:pt x="6549551" y="2854357"/>
                </a:cubicBezTo>
                <a:cubicBezTo>
                  <a:pt x="6555207" y="2854357"/>
                  <a:pt x="6559870" y="2852397"/>
                  <a:pt x="6563541" y="2848478"/>
                </a:cubicBezTo>
                <a:cubicBezTo>
                  <a:pt x="6567212" y="2844559"/>
                  <a:pt x="6569048" y="2838779"/>
                  <a:pt x="6569048" y="2831140"/>
                </a:cubicBezTo>
                <a:lnTo>
                  <a:pt x="6569048" y="2827121"/>
                </a:lnTo>
                <a:cubicBezTo>
                  <a:pt x="6573512" y="2832281"/>
                  <a:pt x="6577109" y="2836150"/>
                  <a:pt x="6579838" y="2838730"/>
                </a:cubicBezTo>
                <a:cubicBezTo>
                  <a:pt x="6582566" y="2841309"/>
                  <a:pt x="6585865" y="2843815"/>
                  <a:pt x="6589735" y="2846246"/>
                </a:cubicBezTo>
                <a:cubicBezTo>
                  <a:pt x="6593604" y="2848677"/>
                  <a:pt x="6598292" y="2850636"/>
                  <a:pt x="6603799" y="2852124"/>
                </a:cubicBezTo>
                <a:cubicBezTo>
                  <a:pt x="6609306" y="2853613"/>
                  <a:pt x="6615184" y="2854357"/>
                  <a:pt x="6621435" y="2854357"/>
                </a:cubicBezTo>
                <a:cubicBezTo>
                  <a:pt x="6631655" y="2854357"/>
                  <a:pt x="6641006" y="2852298"/>
                  <a:pt x="6649489" y="2848180"/>
                </a:cubicBezTo>
                <a:cubicBezTo>
                  <a:pt x="6657972" y="2844063"/>
                  <a:pt x="6665191" y="2838234"/>
                  <a:pt x="6671144" y="2830693"/>
                </a:cubicBezTo>
                <a:cubicBezTo>
                  <a:pt x="6677097" y="2823153"/>
                  <a:pt x="6681636" y="2814248"/>
                  <a:pt x="6684762" y="2803978"/>
                </a:cubicBezTo>
                <a:cubicBezTo>
                  <a:pt x="6687887" y="2793709"/>
                  <a:pt x="6689450" y="2782423"/>
                  <a:pt x="6689450" y="2770120"/>
                </a:cubicBezTo>
                <a:cubicBezTo>
                  <a:pt x="6689450" y="2753451"/>
                  <a:pt x="6686647" y="2739040"/>
                  <a:pt x="6681041" y="2726885"/>
                </a:cubicBezTo>
                <a:cubicBezTo>
                  <a:pt x="6675435" y="2714731"/>
                  <a:pt x="6667547" y="2705454"/>
                  <a:pt x="6657377" y="2699055"/>
                </a:cubicBezTo>
                <a:cubicBezTo>
                  <a:pt x="6647207" y="2692655"/>
                  <a:pt x="6635375" y="2689455"/>
                  <a:pt x="6621882" y="2689455"/>
                </a:cubicBezTo>
                <a:cubicBezTo>
                  <a:pt x="6610174" y="2689455"/>
                  <a:pt x="6600351" y="2691564"/>
                  <a:pt x="6592414" y="2695780"/>
                </a:cubicBezTo>
                <a:cubicBezTo>
                  <a:pt x="6584476" y="2699997"/>
                  <a:pt x="6576687" y="2706074"/>
                  <a:pt x="6569048" y="2714012"/>
                </a:cubicBezTo>
                <a:lnTo>
                  <a:pt x="6569048" y="2651951"/>
                </a:lnTo>
                <a:cubicBezTo>
                  <a:pt x="6569048" y="2644509"/>
                  <a:pt x="6567361" y="2638779"/>
                  <a:pt x="6563987" y="2634761"/>
                </a:cubicBezTo>
                <a:cubicBezTo>
                  <a:pt x="6560614" y="2630743"/>
                  <a:pt x="6555803" y="2628733"/>
                  <a:pt x="6549551" y="2628733"/>
                </a:cubicBezTo>
                <a:close/>
                <a:moveTo>
                  <a:pt x="6284935" y="2628733"/>
                </a:moveTo>
                <a:cubicBezTo>
                  <a:pt x="6278783" y="2628733"/>
                  <a:pt x="6273898" y="2630817"/>
                  <a:pt x="6270275" y="2634984"/>
                </a:cubicBezTo>
                <a:cubicBezTo>
                  <a:pt x="6266654" y="2639151"/>
                  <a:pt x="6264844" y="2645303"/>
                  <a:pt x="6264844" y="2653439"/>
                </a:cubicBezTo>
                <a:lnTo>
                  <a:pt x="6264844" y="2829651"/>
                </a:lnTo>
                <a:cubicBezTo>
                  <a:pt x="6264844" y="2837589"/>
                  <a:pt x="6266703" y="2843691"/>
                  <a:pt x="6270424" y="2847957"/>
                </a:cubicBezTo>
                <a:cubicBezTo>
                  <a:pt x="6274145" y="2852224"/>
                  <a:pt x="6278982" y="2854357"/>
                  <a:pt x="6284935" y="2854357"/>
                </a:cubicBezTo>
                <a:cubicBezTo>
                  <a:pt x="6290987" y="2854357"/>
                  <a:pt x="6295924" y="2852298"/>
                  <a:pt x="6299743" y="2848180"/>
                </a:cubicBezTo>
                <a:cubicBezTo>
                  <a:pt x="6303563" y="2844063"/>
                  <a:pt x="6305474" y="2837886"/>
                  <a:pt x="6305474" y="2829651"/>
                </a:cubicBezTo>
                <a:lnTo>
                  <a:pt x="6305474" y="2653439"/>
                </a:lnTo>
                <a:cubicBezTo>
                  <a:pt x="6305474" y="2645204"/>
                  <a:pt x="6303588" y="2639027"/>
                  <a:pt x="6299818" y="2634910"/>
                </a:cubicBezTo>
                <a:cubicBezTo>
                  <a:pt x="6296048" y="2630792"/>
                  <a:pt x="6291086" y="2628733"/>
                  <a:pt x="6284935" y="2628733"/>
                </a:cubicBezTo>
                <a:close/>
                <a:moveTo>
                  <a:pt x="4189436" y="2628733"/>
                </a:moveTo>
                <a:cubicBezTo>
                  <a:pt x="4183285" y="2628733"/>
                  <a:pt x="4178397" y="2630817"/>
                  <a:pt x="4174776" y="2634984"/>
                </a:cubicBezTo>
                <a:cubicBezTo>
                  <a:pt x="4171155" y="2639151"/>
                  <a:pt x="4169345" y="2645303"/>
                  <a:pt x="4169345" y="2653439"/>
                </a:cubicBezTo>
                <a:lnTo>
                  <a:pt x="4169345" y="2829651"/>
                </a:lnTo>
                <a:cubicBezTo>
                  <a:pt x="4169345" y="2837589"/>
                  <a:pt x="4171205" y="2843691"/>
                  <a:pt x="4174926" y="2847957"/>
                </a:cubicBezTo>
                <a:cubicBezTo>
                  <a:pt x="4178645" y="2852224"/>
                  <a:pt x="4183483" y="2854357"/>
                  <a:pt x="4189436" y="2854357"/>
                </a:cubicBezTo>
                <a:cubicBezTo>
                  <a:pt x="4195489" y="2854357"/>
                  <a:pt x="4200424" y="2852298"/>
                  <a:pt x="4204244" y="2848180"/>
                </a:cubicBezTo>
                <a:cubicBezTo>
                  <a:pt x="4208064" y="2844063"/>
                  <a:pt x="4209974" y="2837886"/>
                  <a:pt x="4209974" y="2829651"/>
                </a:cubicBezTo>
                <a:lnTo>
                  <a:pt x="4209974" y="2653439"/>
                </a:lnTo>
                <a:cubicBezTo>
                  <a:pt x="4209974" y="2645204"/>
                  <a:pt x="4208090" y="2639027"/>
                  <a:pt x="4204319" y="2634910"/>
                </a:cubicBezTo>
                <a:cubicBezTo>
                  <a:pt x="4200548" y="2630792"/>
                  <a:pt x="4195588" y="2628733"/>
                  <a:pt x="4189436" y="2628733"/>
                </a:cubicBezTo>
                <a:close/>
                <a:moveTo>
                  <a:pt x="3579838" y="2628733"/>
                </a:moveTo>
                <a:cubicBezTo>
                  <a:pt x="3573686" y="2628733"/>
                  <a:pt x="3568799" y="2630817"/>
                  <a:pt x="3565178" y="2634984"/>
                </a:cubicBezTo>
                <a:cubicBezTo>
                  <a:pt x="3561557" y="2639151"/>
                  <a:pt x="3559745" y="2645303"/>
                  <a:pt x="3559745" y="2653439"/>
                </a:cubicBezTo>
                <a:lnTo>
                  <a:pt x="3559745" y="2829651"/>
                </a:lnTo>
                <a:cubicBezTo>
                  <a:pt x="3559745" y="2837589"/>
                  <a:pt x="3561606" y="2843691"/>
                  <a:pt x="3565326" y="2847957"/>
                </a:cubicBezTo>
                <a:cubicBezTo>
                  <a:pt x="3569048" y="2852224"/>
                  <a:pt x="3573885" y="2854357"/>
                  <a:pt x="3579838" y="2854357"/>
                </a:cubicBezTo>
                <a:cubicBezTo>
                  <a:pt x="3585891" y="2854357"/>
                  <a:pt x="3590826" y="2852298"/>
                  <a:pt x="3594646" y="2848180"/>
                </a:cubicBezTo>
                <a:cubicBezTo>
                  <a:pt x="3598466" y="2844063"/>
                  <a:pt x="3600377" y="2837886"/>
                  <a:pt x="3600377" y="2829651"/>
                </a:cubicBezTo>
                <a:lnTo>
                  <a:pt x="3600377" y="2653439"/>
                </a:lnTo>
                <a:cubicBezTo>
                  <a:pt x="3600377" y="2645204"/>
                  <a:pt x="3598492" y="2639027"/>
                  <a:pt x="3594721" y="2634910"/>
                </a:cubicBezTo>
                <a:cubicBezTo>
                  <a:pt x="3590950" y="2630792"/>
                  <a:pt x="3585989" y="2628733"/>
                  <a:pt x="3579838" y="2628733"/>
                </a:cubicBezTo>
                <a:close/>
                <a:moveTo>
                  <a:pt x="9097865" y="2348192"/>
                </a:moveTo>
                <a:lnTo>
                  <a:pt x="9149211" y="2348192"/>
                </a:lnTo>
                <a:cubicBezTo>
                  <a:pt x="9166921" y="2348192"/>
                  <a:pt x="9179311" y="2351131"/>
                  <a:pt x="9186381" y="2357010"/>
                </a:cubicBezTo>
                <a:cubicBezTo>
                  <a:pt x="9193449" y="2362889"/>
                  <a:pt x="9196985" y="2370665"/>
                  <a:pt x="9196985" y="2380339"/>
                </a:cubicBezTo>
                <a:cubicBezTo>
                  <a:pt x="9196985" y="2390757"/>
                  <a:pt x="9193413" y="2399054"/>
                  <a:pt x="9186269" y="2405230"/>
                </a:cubicBezTo>
                <a:cubicBezTo>
                  <a:pt x="9179125" y="2411407"/>
                  <a:pt x="9166847" y="2414495"/>
                  <a:pt x="9149434" y="2414495"/>
                </a:cubicBezTo>
                <a:lnTo>
                  <a:pt x="9097865" y="2414495"/>
                </a:lnTo>
                <a:close/>
                <a:moveTo>
                  <a:pt x="9482623" y="2242375"/>
                </a:moveTo>
                <a:lnTo>
                  <a:pt x="9518746" y="2360024"/>
                </a:lnTo>
                <a:lnTo>
                  <a:pt x="9446876" y="2360024"/>
                </a:lnTo>
                <a:close/>
                <a:moveTo>
                  <a:pt x="5558323" y="2242375"/>
                </a:moveTo>
                <a:lnTo>
                  <a:pt x="5594447" y="2360024"/>
                </a:lnTo>
                <a:lnTo>
                  <a:pt x="5522577" y="2360024"/>
                </a:lnTo>
                <a:close/>
                <a:moveTo>
                  <a:pt x="3881923" y="2242375"/>
                </a:moveTo>
                <a:lnTo>
                  <a:pt x="3918046" y="2360024"/>
                </a:lnTo>
                <a:lnTo>
                  <a:pt x="3846176" y="2360024"/>
                </a:lnTo>
                <a:close/>
                <a:moveTo>
                  <a:pt x="8770666" y="2228534"/>
                </a:moveTo>
                <a:cubicBezTo>
                  <a:pt x="8791949" y="2228534"/>
                  <a:pt x="8808804" y="2235641"/>
                  <a:pt x="8821231" y="2249854"/>
                </a:cubicBezTo>
                <a:cubicBezTo>
                  <a:pt x="8833657" y="2264067"/>
                  <a:pt x="8839871" y="2286577"/>
                  <a:pt x="8839871" y="2317384"/>
                </a:cubicBezTo>
                <a:cubicBezTo>
                  <a:pt x="8839871" y="2353996"/>
                  <a:pt x="8833918" y="2379371"/>
                  <a:pt x="8822012" y="2393510"/>
                </a:cubicBezTo>
                <a:cubicBezTo>
                  <a:pt x="8810106" y="2407649"/>
                  <a:pt x="8793288" y="2414718"/>
                  <a:pt x="8771559" y="2414718"/>
                </a:cubicBezTo>
                <a:cubicBezTo>
                  <a:pt x="8750426" y="2414718"/>
                  <a:pt x="8733720" y="2407500"/>
                  <a:pt x="8721442" y="2393064"/>
                </a:cubicBezTo>
                <a:cubicBezTo>
                  <a:pt x="8709163" y="2378627"/>
                  <a:pt x="8703024" y="2354889"/>
                  <a:pt x="8703024" y="2321849"/>
                </a:cubicBezTo>
                <a:cubicBezTo>
                  <a:pt x="8703024" y="2288512"/>
                  <a:pt x="8709200" y="2264625"/>
                  <a:pt x="8721553" y="2250189"/>
                </a:cubicBezTo>
                <a:cubicBezTo>
                  <a:pt x="8733906" y="2235752"/>
                  <a:pt x="8750277" y="2228534"/>
                  <a:pt x="8770666" y="2228534"/>
                </a:cubicBezTo>
                <a:close/>
                <a:moveTo>
                  <a:pt x="7560991" y="2228534"/>
                </a:moveTo>
                <a:cubicBezTo>
                  <a:pt x="7582274" y="2228534"/>
                  <a:pt x="7599129" y="2235641"/>
                  <a:pt x="7611556" y="2249854"/>
                </a:cubicBezTo>
                <a:cubicBezTo>
                  <a:pt x="7623983" y="2264067"/>
                  <a:pt x="7630197" y="2286577"/>
                  <a:pt x="7630197" y="2317384"/>
                </a:cubicBezTo>
                <a:cubicBezTo>
                  <a:pt x="7630197" y="2353996"/>
                  <a:pt x="7624243" y="2379371"/>
                  <a:pt x="7612337" y="2393510"/>
                </a:cubicBezTo>
                <a:cubicBezTo>
                  <a:pt x="7600431" y="2407649"/>
                  <a:pt x="7583613" y="2414718"/>
                  <a:pt x="7561884" y="2414718"/>
                </a:cubicBezTo>
                <a:cubicBezTo>
                  <a:pt x="7540751" y="2414718"/>
                  <a:pt x="7524045" y="2407500"/>
                  <a:pt x="7511767" y="2393064"/>
                </a:cubicBezTo>
                <a:cubicBezTo>
                  <a:pt x="7499488" y="2378627"/>
                  <a:pt x="7493349" y="2354889"/>
                  <a:pt x="7493349" y="2321849"/>
                </a:cubicBezTo>
                <a:cubicBezTo>
                  <a:pt x="7493349" y="2288512"/>
                  <a:pt x="7499525" y="2264625"/>
                  <a:pt x="7511878" y="2250189"/>
                </a:cubicBezTo>
                <a:cubicBezTo>
                  <a:pt x="7524231" y="2235752"/>
                  <a:pt x="7540602" y="2228534"/>
                  <a:pt x="7560991" y="2228534"/>
                </a:cubicBezTo>
                <a:close/>
                <a:moveTo>
                  <a:pt x="9097865" y="2223846"/>
                </a:moveTo>
                <a:lnTo>
                  <a:pt x="9142513" y="2223846"/>
                </a:lnTo>
                <a:cubicBezTo>
                  <a:pt x="9157843" y="2223846"/>
                  <a:pt x="9168595" y="2226525"/>
                  <a:pt x="9174771" y="2231883"/>
                </a:cubicBezTo>
                <a:cubicBezTo>
                  <a:pt x="9180948" y="2237241"/>
                  <a:pt x="9184037" y="2244682"/>
                  <a:pt x="9184037" y="2254207"/>
                </a:cubicBezTo>
                <a:cubicBezTo>
                  <a:pt x="9184037" y="2264476"/>
                  <a:pt x="9180948" y="2272327"/>
                  <a:pt x="9174771" y="2277759"/>
                </a:cubicBezTo>
                <a:cubicBezTo>
                  <a:pt x="9168595" y="2283191"/>
                  <a:pt x="9157619" y="2285907"/>
                  <a:pt x="9141843" y="2285907"/>
                </a:cubicBezTo>
                <a:lnTo>
                  <a:pt x="9097865" y="2285907"/>
                </a:lnTo>
                <a:close/>
                <a:moveTo>
                  <a:pt x="9690945" y="2157543"/>
                </a:moveTo>
                <a:lnTo>
                  <a:pt x="9690945" y="2484816"/>
                </a:lnTo>
                <a:lnTo>
                  <a:pt x="9949906" y="2484816"/>
                </a:lnTo>
                <a:lnTo>
                  <a:pt x="9949906" y="2404226"/>
                </a:lnTo>
                <a:lnTo>
                  <a:pt x="9792073" y="2404226"/>
                </a:lnTo>
                <a:lnTo>
                  <a:pt x="9792073" y="2157543"/>
                </a:lnTo>
                <a:close/>
                <a:moveTo>
                  <a:pt x="9428709" y="2157543"/>
                </a:moveTo>
                <a:lnTo>
                  <a:pt x="9305703" y="2484816"/>
                </a:lnTo>
                <a:lnTo>
                  <a:pt x="9408960" y="2484816"/>
                </a:lnTo>
                <a:lnTo>
                  <a:pt x="9424911" y="2430791"/>
                </a:lnTo>
                <a:lnTo>
                  <a:pt x="9539724" y="2430791"/>
                </a:lnTo>
                <a:lnTo>
                  <a:pt x="9556097" y="2484816"/>
                </a:lnTo>
                <a:lnTo>
                  <a:pt x="9661998" y="2484816"/>
                </a:lnTo>
                <a:lnTo>
                  <a:pt x="9539019" y="2157543"/>
                </a:lnTo>
                <a:close/>
                <a:moveTo>
                  <a:pt x="8995843" y="2157543"/>
                </a:moveTo>
                <a:lnTo>
                  <a:pt x="8995843" y="2484816"/>
                </a:lnTo>
                <a:lnTo>
                  <a:pt x="9170419" y="2484816"/>
                </a:lnTo>
                <a:cubicBezTo>
                  <a:pt x="9177860" y="2484816"/>
                  <a:pt x="9192966" y="2483328"/>
                  <a:pt x="9215737" y="2480351"/>
                </a:cubicBezTo>
                <a:cubicBezTo>
                  <a:pt x="9232852" y="2478119"/>
                  <a:pt x="9245651" y="2474547"/>
                  <a:pt x="9254135" y="2469636"/>
                </a:cubicBezTo>
                <a:cubicBezTo>
                  <a:pt x="9267827" y="2461748"/>
                  <a:pt x="9278617" y="2451032"/>
                  <a:pt x="9286505" y="2437489"/>
                </a:cubicBezTo>
                <a:cubicBezTo>
                  <a:pt x="9294393" y="2423945"/>
                  <a:pt x="9298337" y="2408690"/>
                  <a:pt x="9298337" y="2391724"/>
                </a:cubicBezTo>
                <a:cubicBezTo>
                  <a:pt x="9298337" y="2370888"/>
                  <a:pt x="9292793" y="2353587"/>
                  <a:pt x="9281705" y="2339820"/>
                </a:cubicBezTo>
                <a:cubicBezTo>
                  <a:pt x="9270617" y="2326054"/>
                  <a:pt x="9253316" y="2316343"/>
                  <a:pt x="9229801" y="2310687"/>
                </a:cubicBezTo>
                <a:cubicBezTo>
                  <a:pt x="9245279" y="2305329"/>
                  <a:pt x="9257037" y="2298037"/>
                  <a:pt x="9265073" y="2288810"/>
                </a:cubicBezTo>
                <a:cubicBezTo>
                  <a:pt x="9277129" y="2274969"/>
                  <a:pt x="9283156" y="2258374"/>
                  <a:pt x="9283156" y="2239027"/>
                </a:cubicBezTo>
                <a:cubicBezTo>
                  <a:pt x="9283156" y="2215958"/>
                  <a:pt x="9274710" y="2196611"/>
                  <a:pt x="9257818" y="2180984"/>
                </a:cubicBezTo>
                <a:cubicBezTo>
                  <a:pt x="9240926" y="2165357"/>
                  <a:pt x="9216704" y="2157543"/>
                  <a:pt x="9185153" y="2157543"/>
                </a:cubicBezTo>
                <a:close/>
                <a:moveTo>
                  <a:pt x="8319345" y="2157543"/>
                </a:moveTo>
                <a:lnTo>
                  <a:pt x="8319345" y="2484816"/>
                </a:lnTo>
                <a:lnTo>
                  <a:pt x="8578306" y="2484816"/>
                </a:lnTo>
                <a:lnTo>
                  <a:pt x="8578306" y="2404226"/>
                </a:lnTo>
                <a:lnTo>
                  <a:pt x="8420474" y="2404226"/>
                </a:lnTo>
                <a:lnTo>
                  <a:pt x="8420474" y="2157543"/>
                </a:lnTo>
                <a:close/>
                <a:moveTo>
                  <a:pt x="7067626" y="2157543"/>
                </a:moveTo>
                <a:lnTo>
                  <a:pt x="7067626" y="2238357"/>
                </a:lnTo>
                <a:lnTo>
                  <a:pt x="7170764" y="2238357"/>
                </a:lnTo>
                <a:lnTo>
                  <a:pt x="7170764" y="2484816"/>
                </a:lnTo>
                <a:lnTo>
                  <a:pt x="7271893" y="2484816"/>
                </a:lnTo>
                <a:lnTo>
                  <a:pt x="7271893" y="2238357"/>
                </a:lnTo>
                <a:lnTo>
                  <a:pt x="7375031" y="2238357"/>
                </a:lnTo>
                <a:lnTo>
                  <a:pt x="7375031" y="2157543"/>
                </a:lnTo>
                <a:close/>
                <a:moveTo>
                  <a:pt x="6710290" y="2157543"/>
                </a:moveTo>
                <a:lnTo>
                  <a:pt x="6710290" y="2484816"/>
                </a:lnTo>
                <a:lnTo>
                  <a:pt x="6805391" y="2484816"/>
                </a:lnTo>
                <a:lnTo>
                  <a:pt x="6805391" y="2305120"/>
                </a:lnTo>
                <a:lnTo>
                  <a:pt x="6927951" y="2484816"/>
                </a:lnTo>
                <a:lnTo>
                  <a:pt x="7023275" y="2484816"/>
                </a:lnTo>
                <a:lnTo>
                  <a:pt x="7023275" y="2157543"/>
                </a:lnTo>
                <a:lnTo>
                  <a:pt x="6927951" y="2157543"/>
                </a:lnTo>
                <a:lnTo>
                  <a:pt x="6927951" y="2338606"/>
                </a:lnTo>
                <a:lnTo>
                  <a:pt x="6804721" y="2157543"/>
                </a:lnTo>
                <a:close/>
                <a:moveTo>
                  <a:pt x="6376022" y="2157543"/>
                </a:moveTo>
                <a:lnTo>
                  <a:pt x="6376022" y="2484816"/>
                </a:lnTo>
                <a:lnTo>
                  <a:pt x="6651949" y="2484816"/>
                </a:lnTo>
                <a:lnTo>
                  <a:pt x="6651949" y="2410700"/>
                </a:lnTo>
                <a:lnTo>
                  <a:pt x="6477375" y="2410700"/>
                </a:lnTo>
                <a:lnTo>
                  <a:pt x="6477375" y="2346183"/>
                </a:lnTo>
                <a:lnTo>
                  <a:pt x="6634760" y="2346183"/>
                </a:lnTo>
                <a:lnTo>
                  <a:pt x="6634760" y="2279433"/>
                </a:lnTo>
                <a:lnTo>
                  <a:pt x="6477375" y="2279433"/>
                </a:lnTo>
                <a:lnTo>
                  <a:pt x="6477375" y="2227418"/>
                </a:lnTo>
                <a:lnTo>
                  <a:pt x="6647038" y="2227418"/>
                </a:lnTo>
                <a:lnTo>
                  <a:pt x="6647038" y="2157543"/>
                </a:lnTo>
                <a:close/>
                <a:moveTo>
                  <a:pt x="6199289" y="2157543"/>
                </a:moveTo>
                <a:lnTo>
                  <a:pt x="6199289" y="2484816"/>
                </a:lnTo>
                <a:lnTo>
                  <a:pt x="6300641" y="2484816"/>
                </a:lnTo>
                <a:lnTo>
                  <a:pt x="6300641" y="2157543"/>
                </a:lnTo>
                <a:close/>
                <a:moveTo>
                  <a:pt x="5765529" y="2157543"/>
                </a:moveTo>
                <a:lnTo>
                  <a:pt x="5765529" y="2484816"/>
                </a:lnTo>
                <a:lnTo>
                  <a:pt x="5848352" y="2484816"/>
                </a:lnTo>
                <a:lnTo>
                  <a:pt x="5848352" y="2235231"/>
                </a:lnTo>
                <a:lnTo>
                  <a:pt x="5912049" y="2484816"/>
                </a:lnTo>
                <a:lnTo>
                  <a:pt x="5987017" y="2484816"/>
                </a:lnTo>
                <a:lnTo>
                  <a:pt x="6050832" y="2235231"/>
                </a:lnTo>
                <a:lnTo>
                  <a:pt x="6050832" y="2484816"/>
                </a:lnTo>
                <a:lnTo>
                  <a:pt x="6133655" y="2484816"/>
                </a:lnTo>
                <a:lnTo>
                  <a:pt x="6133655" y="2157543"/>
                </a:lnTo>
                <a:lnTo>
                  <a:pt x="6000739" y="2157543"/>
                </a:lnTo>
                <a:lnTo>
                  <a:pt x="5949815" y="2356675"/>
                </a:lnTo>
                <a:lnTo>
                  <a:pt x="5898525" y="2157543"/>
                </a:lnTo>
                <a:close/>
                <a:moveTo>
                  <a:pt x="5504411" y="2157543"/>
                </a:moveTo>
                <a:lnTo>
                  <a:pt x="5381403" y="2484816"/>
                </a:lnTo>
                <a:lnTo>
                  <a:pt x="5484660" y="2484816"/>
                </a:lnTo>
                <a:lnTo>
                  <a:pt x="5500611" y="2430791"/>
                </a:lnTo>
                <a:lnTo>
                  <a:pt x="5615425" y="2430791"/>
                </a:lnTo>
                <a:lnTo>
                  <a:pt x="5631798" y="2484816"/>
                </a:lnTo>
                <a:lnTo>
                  <a:pt x="5737699" y="2484816"/>
                </a:lnTo>
                <a:lnTo>
                  <a:pt x="5614719" y="2157543"/>
                </a:lnTo>
                <a:close/>
                <a:moveTo>
                  <a:pt x="5086427" y="2157543"/>
                </a:moveTo>
                <a:lnTo>
                  <a:pt x="5086427" y="2238357"/>
                </a:lnTo>
                <a:lnTo>
                  <a:pt x="5189564" y="2238357"/>
                </a:lnTo>
                <a:lnTo>
                  <a:pt x="5189564" y="2484816"/>
                </a:lnTo>
                <a:lnTo>
                  <a:pt x="5290693" y="2484816"/>
                </a:lnTo>
                <a:lnTo>
                  <a:pt x="5290693" y="2238357"/>
                </a:lnTo>
                <a:lnTo>
                  <a:pt x="5393831" y="2238357"/>
                </a:lnTo>
                <a:lnTo>
                  <a:pt x="5393831" y="2157543"/>
                </a:lnTo>
                <a:close/>
                <a:moveTo>
                  <a:pt x="4729090" y="2157543"/>
                </a:moveTo>
                <a:lnTo>
                  <a:pt x="4729090" y="2484816"/>
                </a:lnTo>
                <a:lnTo>
                  <a:pt x="4824191" y="2484816"/>
                </a:lnTo>
                <a:lnTo>
                  <a:pt x="4824191" y="2305120"/>
                </a:lnTo>
                <a:lnTo>
                  <a:pt x="4946752" y="2484816"/>
                </a:lnTo>
                <a:lnTo>
                  <a:pt x="5042076" y="2484816"/>
                </a:lnTo>
                <a:lnTo>
                  <a:pt x="5042076" y="2157543"/>
                </a:lnTo>
                <a:lnTo>
                  <a:pt x="4946752" y="2157543"/>
                </a:lnTo>
                <a:lnTo>
                  <a:pt x="4946752" y="2338606"/>
                </a:lnTo>
                <a:lnTo>
                  <a:pt x="4823522" y="2157543"/>
                </a:lnTo>
                <a:close/>
                <a:moveTo>
                  <a:pt x="4394823" y="2157543"/>
                </a:moveTo>
                <a:lnTo>
                  <a:pt x="4394823" y="2484816"/>
                </a:lnTo>
                <a:lnTo>
                  <a:pt x="4670750" y="2484816"/>
                </a:lnTo>
                <a:lnTo>
                  <a:pt x="4670750" y="2410700"/>
                </a:lnTo>
                <a:lnTo>
                  <a:pt x="4496174" y="2410700"/>
                </a:lnTo>
                <a:lnTo>
                  <a:pt x="4496174" y="2346183"/>
                </a:lnTo>
                <a:lnTo>
                  <a:pt x="4653560" y="2346183"/>
                </a:lnTo>
                <a:lnTo>
                  <a:pt x="4653560" y="2279433"/>
                </a:lnTo>
                <a:lnTo>
                  <a:pt x="4496174" y="2279433"/>
                </a:lnTo>
                <a:lnTo>
                  <a:pt x="4496174" y="2227418"/>
                </a:lnTo>
                <a:lnTo>
                  <a:pt x="4665839" y="2227418"/>
                </a:lnTo>
                <a:lnTo>
                  <a:pt x="4665839" y="2157543"/>
                </a:lnTo>
                <a:close/>
                <a:moveTo>
                  <a:pt x="4090246" y="2157543"/>
                </a:moveTo>
                <a:lnTo>
                  <a:pt x="4090246" y="2484816"/>
                </a:lnTo>
                <a:lnTo>
                  <a:pt x="4349206" y="2484816"/>
                </a:lnTo>
                <a:lnTo>
                  <a:pt x="4349206" y="2404226"/>
                </a:lnTo>
                <a:lnTo>
                  <a:pt x="4191374" y="2404226"/>
                </a:lnTo>
                <a:lnTo>
                  <a:pt x="4191374" y="2157543"/>
                </a:lnTo>
                <a:close/>
                <a:moveTo>
                  <a:pt x="3828010" y="2157543"/>
                </a:moveTo>
                <a:lnTo>
                  <a:pt x="3705004" y="2484816"/>
                </a:lnTo>
                <a:lnTo>
                  <a:pt x="3808261" y="2484816"/>
                </a:lnTo>
                <a:lnTo>
                  <a:pt x="3824212" y="2430791"/>
                </a:lnTo>
                <a:lnTo>
                  <a:pt x="3939024" y="2430791"/>
                </a:lnTo>
                <a:lnTo>
                  <a:pt x="3955398" y="2484816"/>
                </a:lnTo>
                <a:lnTo>
                  <a:pt x="4061299" y="2484816"/>
                </a:lnTo>
                <a:lnTo>
                  <a:pt x="3938320" y="2157543"/>
                </a:lnTo>
                <a:close/>
                <a:moveTo>
                  <a:pt x="8770890" y="2151962"/>
                </a:moveTo>
                <a:cubicBezTo>
                  <a:pt x="8717758" y="2151962"/>
                  <a:pt x="8676309" y="2166845"/>
                  <a:pt x="8646544" y="2196611"/>
                </a:cubicBezTo>
                <a:cubicBezTo>
                  <a:pt x="8616778" y="2226376"/>
                  <a:pt x="8601895" y="2267974"/>
                  <a:pt x="8601895" y="2321403"/>
                </a:cubicBezTo>
                <a:cubicBezTo>
                  <a:pt x="8601895" y="2359652"/>
                  <a:pt x="8609411" y="2391501"/>
                  <a:pt x="8624443" y="2416950"/>
                </a:cubicBezTo>
                <a:cubicBezTo>
                  <a:pt x="8639474" y="2442400"/>
                  <a:pt x="8659083" y="2461004"/>
                  <a:pt x="8683267" y="2472761"/>
                </a:cubicBezTo>
                <a:cubicBezTo>
                  <a:pt x="8707452" y="2484518"/>
                  <a:pt x="8737999" y="2490397"/>
                  <a:pt x="8774908" y="2490397"/>
                </a:cubicBezTo>
                <a:cubicBezTo>
                  <a:pt x="8811222" y="2490397"/>
                  <a:pt x="8841545" y="2483588"/>
                  <a:pt x="8865879" y="2469970"/>
                </a:cubicBezTo>
                <a:cubicBezTo>
                  <a:pt x="8890213" y="2456353"/>
                  <a:pt x="8908816" y="2437303"/>
                  <a:pt x="8921689" y="2412820"/>
                </a:cubicBezTo>
                <a:cubicBezTo>
                  <a:pt x="8934563" y="2388338"/>
                  <a:pt x="8941000" y="2356973"/>
                  <a:pt x="8941000" y="2318724"/>
                </a:cubicBezTo>
                <a:cubicBezTo>
                  <a:pt x="8941000" y="2266039"/>
                  <a:pt x="8926266" y="2225074"/>
                  <a:pt x="8896798" y="2195829"/>
                </a:cubicBezTo>
                <a:cubicBezTo>
                  <a:pt x="8867330" y="2166584"/>
                  <a:pt x="8825361" y="2151962"/>
                  <a:pt x="8770890" y="2151962"/>
                </a:cubicBezTo>
                <a:close/>
                <a:moveTo>
                  <a:pt x="8102205" y="2151962"/>
                </a:moveTo>
                <a:cubicBezTo>
                  <a:pt x="8064700" y="2151962"/>
                  <a:pt x="8034860" y="2157245"/>
                  <a:pt x="8012685" y="2167812"/>
                </a:cubicBezTo>
                <a:cubicBezTo>
                  <a:pt x="7984259" y="2181504"/>
                  <a:pt x="7962679" y="2201559"/>
                  <a:pt x="7947945" y="2227976"/>
                </a:cubicBezTo>
                <a:cubicBezTo>
                  <a:pt x="7933211" y="2254393"/>
                  <a:pt x="7925844" y="2285461"/>
                  <a:pt x="7925844" y="2321180"/>
                </a:cubicBezTo>
                <a:cubicBezTo>
                  <a:pt x="7925844" y="2355112"/>
                  <a:pt x="7932578" y="2385176"/>
                  <a:pt x="7946047" y="2411369"/>
                </a:cubicBezTo>
                <a:cubicBezTo>
                  <a:pt x="7959516" y="2437563"/>
                  <a:pt x="7978492" y="2457283"/>
                  <a:pt x="8002974" y="2470529"/>
                </a:cubicBezTo>
                <a:cubicBezTo>
                  <a:pt x="8027456" y="2483774"/>
                  <a:pt x="8059119" y="2490397"/>
                  <a:pt x="8097963" y="2490397"/>
                </a:cubicBezTo>
                <a:cubicBezTo>
                  <a:pt x="8129515" y="2490397"/>
                  <a:pt x="8156788" y="2486714"/>
                  <a:pt x="8179782" y="2479347"/>
                </a:cubicBezTo>
                <a:cubicBezTo>
                  <a:pt x="8202776" y="2471980"/>
                  <a:pt x="8229230" y="2458101"/>
                  <a:pt x="8259144" y="2437712"/>
                </a:cubicBezTo>
                <a:lnTo>
                  <a:pt x="8259144" y="2298186"/>
                </a:lnTo>
                <a:lnTo>
                  <a:pt x="8102875" y="2298186"/>
                </a:lnTo>
                <a:lnTo>
                  <a:pt x="8102875" y="2366274"/>
                </a:lnTo>
                <a:lnTo>
                  <a:pt x="8170517" y="2366274"/>
                </a:lnTo>
                <a:lnTo>
                  <a:pt x="8170517" y="2397082"/>
                </a:lnTo>
                <a:cubicBezTo>
                  <a:pt x="8157271" y="2404970"/>
                  <a:pt x="8145514" y="2410551"/>
                  <a:pt x="8135245" y="2413825"/>
                </a:cubicBezTo>
                <a:cubicBezTo>
                  <a:pt x="8124976" y="2417099"/>
                  <a:pt x="8114186" y="2418736"/>
                  <a:pt x="8102875" y="2418736"/>
                </a:cubicBezTo>
                <a:cubicBezTo>
                  <a:pt x="8079062" y="2418736"/>
                  <a:pt x="8060496" y="2411146"/>
                  <a:pt x="8047176" y="2395966"/>
                </a:cubicBezTo>
                <a:cubicBezTo>
                  <a:pt x="8033856" y="2380785"/>
                  <a:pt x="8027196" y="2355484"/>
                  <a:pt x="8027196" y="2320063"/>
                </a:cubicBezTo>
                <a:cubicBezTo>
                  <a:pt x="8027196" y="2286726"/>
                  <a:pt x="8033781" y="2262355"/>
                  <a:pt x="8046952" y="2246952"/>
                </a:cubicBezTo>
                <a:cubicBezTo>
                  <a:pt x="8060124" y="2231548"/>
                  <a:pt x="8077797" y="2223846"/>
                  <a:pt x="8099972" y="2223846"/>
                </a:cubicBezTo>
                <a:cubicBezTo>
                  <a:pt x="8114855" y="2223846"/>
                  <a:pt x="8127096" y="2227120"/>
                  <a:pt x="8136696" y="2233669"/>
                </a:cubicBezTo>
                <a:cubicBezTo>
                  <a:pt x="8146295" y="2240217"/>
                  <a:pt x="8153104" y="2249668"/>
                  <a:pt x="8157122" y="2262020"/>
                </a:cubicBezTo>
                <a:lnTo>
                  <a:pt x="8254679" y="2244608"/>
                </a:lnTo>
                <a:cubicBezTo>
                  <a:pt x="8248726" y="2223474"/>
                  <a:pt x="8239834" y="2206024"/>
                  <a:pt x="8228002" y="2192257"/>
                </a:cubicBezTo>
                <a:cubicBezTo>
                  <a:pt x="8216170" y="2178491"/>
                  <a:pt x="8201287" y="2168333"/>
                  <a:pt x="8183353" y="2161785"/>
                </a:cubicBezTo>
                <a:cubicBezTo>
                  <a:pt x="8165420" y="2155236"/>
                  <a:pt x="8138370" y="2151962"/>
                  <a:pt x="8102205" y="2151962"/>
                </a:cubicBezTo>
                <a:close/>
                <a:moveTo>
                  <a:pt x="7561215" y="2151962"/>
                </a:moveTo>
                <a:cubicBezTo>
                  <a:pt x="7508083" y="2151962"/>
                  <a:pt x="7466634" y="2166845"/>
                  <a:pt x="7436869" y="2196611"/>
                </a:cubicBezTo>
                <a:cubicBezTo>
                  <a:pt x="7407103" y="2226376"/>
                  <a:pt x="7392220" y="2267974"/>
                  <a:pt x="7392220" y="2321403"/>
                </a:cubicBezTo>
                <a:cubicBezTo>
                  <a:pt x="7392220" y="2359652"/>
                  <a:pt x="7399736" y="2391501"/>
                  <a:pt x="7414768" y="2416950"/>
                </a:cubicBezTo>
                <a:cubicBezTo>
                  <a:pt x="7429799" y="2442400"/>
                  <a:pt x="7449408" y="2461004"/>
                  <a:pt x="7473592" y="2472761"/>
                </a:cubicBezTo>
                <a:cubicBezTo>
                  <a:pt x="7497777" y="2484518"/>
                  <a:pt x="7528324" y="2490397"/>
                  <a:pt x="7565233" y="2490397"/>
                </a:cubicBezTo>
                <a:cubicBezTo>
                  <a:pt x="7601547" y="2490397"/>
                  <a:pt x="7631871" y="2483588"/>
                  <a:pt x="7656204" y="2469970"/>
                </a:cubicBezTo>
                <a:cubicBezTo>
                  <a:pt x="7680538" y="2456353"/>
                  <a:pt x="7699141" y="2437303"/>
                  <a:pt x="7712015" y="2412820"/>
                </a:cubicBezTo>
                <a:cubicBezTo>
                  <a:pt x="7724888" y="2388338"/>
                  <a:pt x="7731325" y="2356973"/>
                  <a:pt x="7731325" y="2318724"/>
                </a:cubicBezTo>
                <a:cubicBezTo>
                  <a:pt x="7731325" y="2266039"/>
                  <a:pt x="7716591" y="2225074"/>
                  <a:pt x="7687123" y="2195829"/>
                </a:cubicBezTo>
                <a:cubicBezTo>
                  <a:pt x="7657655" y="2166584"/>
                  <a:pt x="7615686" y="2151962"/>
                  <a:pt x="7561215" y="2151962"/>
                </a:cubicBezTo>
                <a:close/>
                <a:moveTo>
                  <a:pt x="3538986" y="2151962"/>
                </a:moveTo>
                <a:cubicBezTo>
                  <a:pt x="3486301" y="2151962"/>
                  <a:pt x="3445559" y="2166501"/>
                  <a:pt x="3416761" y="2195578"/>
                </a:cubicBezTo>
                <a:cubicBezTo>
                  <a:pt x="3387963" y="2224655"/>
                  <a:pt x="3373564" y="2266262"/>
                  <a:pt x="3373564" y="2320398"/>
                </a:cubicBezTo>
                <a:cubicBezTo>
                  <a:pt x="3373564" y="2361003"/>
                  <a:pt x="3381749" y="2394319"/>
                  <a:pt x="3398121" y="2420346"/>
                </a:cubicBezTo>
                <a:cubicBezTo>
                  <a:pt x="3414492" y="2446374"/>
                  <a:pt x="3433951" y="2464556"/>
                  <a:pt x="3456498" y="2474892"/>
                </a:cubicBezTo>
                <a:cubicBezTo>
                  <a:pt x="3479046" y="2485229"/>
                  <a:pt x="3508104" y="2490397"/>
                  <a:pt x="3543674" y="2490397"/>
                </a:cubicBezTo>
                <a:cubicBezTo>
                  <a:pt x="3572993" y="2490397"/>
                  <a:pt x="3597141" y="2486156"/>
                  <a:pt x="3616116" y="2477672"/>
                </a:cubicBezTo>
                <a:cubicBezTo>
                  <a:pt x="3635092" y="2469189"/>
                  <a:pt x="3650979" y="2456613"/>
                  <a:pt x="3663779" y="2439944"/>
                </a:cubicBezTo>
                <a:cubicBezTo>
                  <a:pt x="3676578" y="2423276"/>
                  <a:pt x="3685954" y="2402514"/>
                  <a:pt x="3691907" y="2377660"/>
                </a:cubicBezTo>
                <a:lnTo>
                  <a:pt x="3603280" y="2350871"/>
                </a:lnTo>
                <a:cubicBezTo>
                  <a:pt x="3598815" y="2371558"/>
                  <a:pt x="3591634" y="2387334"/>
                  <a:pt x="3581737" y="2398198"/>
                </a:cubicBezTo>
                <a:cubicBezTo>
                  <a:pt x="3571840" y="2409063"/>
                  <a:pt x="3557217" y="2414495"/>
                  <a:pt x="3537870" y="2414495"/>
                </a:cubicBezTo>
                <a:cubicBezTo>
                  <a:pt x="3517927" y="2414495"/>
                  <a:pt x="3502449" y="2407768"/>
                  <a:pt x="3491436" y="2394316"/>
                </a:cubicBezTo>
                <a:cubicBezTo>
                  <a:pt x="3480422" y="2380863"/>
                  <a:pt x="3474916" y="2356001"/>
                  <a:pt x="3474916" y="2319728"/>
                </a:cubicBezTo>
                <a:cubicBezTo>
                  <a:pt x="3474916" y="2290447"/>
                  <a:pt x="3479529" y="2268968"/>
                  <a:pt x="3488757" y="2255292"/>
                </a:cubicBezTo>
                <a:cubicBezTo>
                  <a:pt x="3500961" y="2236858"/>
                  <a:pt x="3518522" y="2227641"/>
                  <a:pt x="3541442" y="2227641"/>
                </a:cubicBezTo>
                <a:cubicBezTo>
                  <a:pt x="3551562" y="2227641"/>
                  <a:pt x="3560715" y="2229725"/>
                  <a:pt x="3568901" y="2233892"/>
                </a:cubicBezTo>
                <a:cubicBezTo>
                  <a:pt x="3577086" y="2238059"/>
                  <a:pt x="3584007" y="2244012"/>
                  <a:pt x="3589662" y="2251751"/>
                </a:cubicBezTo>
                <a:cubicBezTo>
                  <a:pt x="3593085" y="2256365"/>
                  <a:pt x="3596359" y="2263658"/>
                  <a:pt x="3599484" y="2273629"/>
                </a:cubicBezTo>
                <a:lnTo>
                  <a:pt x="3688782" y="2253761"/>
                </a:lnTo>
                <a:cubicBezTo>
                  <a:pt x="3677322" y="2219232"/>
                  <a:pt x="3659797" y="2193634"/>
                  <a:pt x="3636208" y="2176965"/>
                </a:cubicBezTo>
                <a:cubicBezTo>
                  <a:pt x="3612619" y="2160297"/>
                  <a:pt x="3580212" y="2151962"/>
                  <a:pt x="3538986" y="2151962"/>
                </a:cubicBezTo>
                <a:close/>
                <a:moveTo>
                  <a:pt x="7806223" y="1689925"/>
                </a:moveTo>
                <a:lnTo>
                  <a:pt x="7842346" y="1807574"/>
                </a:lnTo>
                <a:lnTo>
                  <a:pt x="7770476" y="1807574"/>
                </a:lnTo>
                <a:close/>
                <a:moveTo>
                  <a:pt x="8602788" y="1679210"/>
                </a:moveTo>
                <a:lnTo>
                  <a:pt x="8628015" y="1679210"/>
                </a:lnTo>
                <a:cubicBezTo>
                  <a:pt x="8654208" y="1679210"/>
                  <a:pt x="8672961" y="1685609"/>
                  <a:pt x="8684272" y="1698408"/>
                </a:cubicBezTo>
                <a:cubicBezTo>
                  <a:pt x="8695583" y="1711208"/>
                  <a:pt x="8701238" y="1734946"/>
                  <a:pt x="8701238" y="1769623"/>
                </a:cubicBezTo>
                <a:cubicBezTo>
                  <a:pt x="8701238" y="1795816"/>
                  <a:pt x="8698708" y="1814755"/>
                  <a:pt x="8693648" y="1826438"/>
                </a:cubicBezTo>
                <a:cubicBezTo>
                  <a:pt x="8688588" y="1838121"/>
                  <a:pt x="8681593" y="1846306"/>
                  <a:pt x="8672663" y="1850994"/>
                </a:cubicBezTo>
                <a:cubicBezTo>
                  <a:pt x="8663733" y="1855682"/>
                  <a:pt x="8648702" y="1858027"/>
                  <a:pt x="8627568" y="1858027"/>
                </a:cubicBezTo>
                <a:lnTo>
                  <a:pt x="8602788" y="1858027"/>
                </a:lnTo>
                <a:close/>
                <a:moveTo>
                  <a:pt x="4408217" y="1676084"/>
                </a:moveTo>
                <a:cubicBezTo>
                  <a:pt x="4429499" y="1676084"/>
                  <a:pt x="4446354" y="1683191"/>
                  <a:pt x="4458781" y="1697404"/>
                </a:cubicBezTo>
                <a:cubicBezTo>
                  <a:pt x="4471208" y="1711617"/>
                  <a:pt x="4477422" y="1734127"/>
                  <a:pt x="4477422" y="1764934"/>
                </a:cubicBezTo>
                <a:cubicBezTo>
                  <a:pt x="4477422" y="1801546"/>
                  <a:pt x="4471469" y="1826921"/>
                  <a:pt x="4459563" y="1841060"/>
                </a:cubicBezTo>
                <a:cubicBezTo>
                  <a:pt x="4447657" y="1855199"/>
                  <a:pt x="4430839" y="1862268"/>
                  <a:pt x="4409110" y="1862268"/>
                </a:cubicBezTo>
                <a:cubicBezTo>
                  <a:pt x="4387976" y="1862268"/>
                  <a:pt x="4371270" y="1855050"/>
                  <a:pt x="4358992" y="1840614"/>
                </a:cubicBezTo>
                <a:cubicBezTo>
                  <a:pt x="4346714" y="1826177"/>
                  <a:pt x="4340574" y="1802439"/>
                  <a:pt x="4340574" y="1769399"/>
                </a:cubicBezTo>
                <a:cubicBezTo>
                  <a:pt x="4340574" y="1736062"/>
                  <a:pt x="4346751" y="1712175"/>
                  <a:pt x="4359104" y="1697739"/>
                </a:cubicBezTo>
                <a:cubicBezTo>
                  <a:pt x="4371456" y="1683302"/>
                  <a:pt x="4387827" y="1676084"/>
                  <a:pt x="4408217" y="1676084"/>
                </a:cubicBezTo>
                <a:close/>
                <a:moveTo>
                  <a:pt x="9186120" y="1605093"/>
                </a:moveTo>
                <a:lnTo>
                  <a:pt x="9186120" y="1932366"/>
                </a:lnTo>
                <a:lnTo>
                  <a:pt x="9445081" y="1932366"/>
                </a:lnTo>
                <a:lnTo>
                  <a:pt x="9445081" y="1851776"/>
                </a:lnTo>
                <a:lnTo>
                  <a:pt x="9287249" y="1851776"/>
                </a:lnTo>
                <a:lnTo>
                  <a:pt x="9287249" y="1605093"/>
                </a:lnTo>
                <a:close/>
                <a:moveTo>
                  <a:pt x="8852521" y="1605093"/>
                </a:moveTo>
                <a:lnTo>
                  <a:pt x="8852521" y="1932366"/>
                </a:lnTo>
                <a:lnTo>
                  <a:pt x="9128449" y="1932366"/>
                </a:lnTo>
                <a:lnTo>
                  <a:pt x="9128449" y="1858250"/>
                </a:lnTo>
                <a:lnTo>
                  <a:pt x="8953873" y="1858250"/>
                </a:lnTo>
                <a:lnTo>
                  <a:pt x="8953873" y="1793733"/>
                </a:lnTo>
                <a:lnTo>
                  <a:pt x="9111259" y="1793733"/>
                </a:lnTo>
                <a:lnTo>
                  <a:pt x="9111259" y="1726983"/>
                </a:lnTo>
                <a:lnTo>
                  <a:pt x="8953873" y="1726983"/>
                </a:lnTo>
                <a:lnTo>
                  <a:pt x="8953873" y="1674968"/>
                </a:lnTo>
                <a:lnTo>
                  <a:pt x="9123537" y="1674968"/>
                </a:lnTo>
                <a:lnTo>
                  <a:pt x="9123537" y="1605093"/>
                </a:lnTo>
                <a:close/>
                <a:moveTo>
                  <a:pt x="8501660" y="1605093"/>
                </a:moveTo>
                <a:lnTo>
                  <a:pt x="8501660" y="1932366"/>
                </a:lnTo>
                <a:lnTo>
                  <a:pt x="8651902" y="1932366"/>
                </a:lnTo>
                <a:cubicBezTo>
                  <a:pt x="8669910" y="1932366"/>
                  <a:pt x="8690002" y="1929390"/>
                  <a:pt x="8712177" y="1923436"/>
                </a:cubicBezTo>
                <a:cubicBezTo>
                  <a:pt x="8728399" y="1919120"/>
                  <a:pt x="8743580" y="1910451"/>
                  <a:pt x="8757718" y="1897429"/>
                </a:cubicBezTo>
                <a:cubicBezTo>
                  <a:pt x="8771857" y="1884406"/>
                  <a:pt x="8782908" y="1868258"/>
                  <a:pt x="8790870" y="1848985"/>
                </a:cubicBezTo>
                <a:cubicBezTo>
                  <a:pt x="8798832" y="1829712"/>
                  <a:pt x="8802813" y="1802588"/>
                  <a:pt x="8802813" y="1767613"/>
                </a:cubicBezTo>
                <a:cubicBezTo>
                  <a:pt x="8802813" y="1745289"/>
                  <a:pt x="8800134" y="1724156"/>
                  <a:pt x="8794777" y="1704213"/>
                </a:cubicBezTo>
                <a:cubicBezTo>
                  <a:pt x="8789419" y="1684270"/>
                  <a:pt x="8780787" y="1666782"/>
                  <a:pt x="8768880" y="1651751"/>
                </a:cubicBezTo>
                <a:cubicBezTo>
                  <a:pt x="8756974" y="1636719"/>
                  <a:pt x="8741905" y="1625185"/>
                  <a:pt x="8723674" y="1617148"/>
                </a:cubicBezTo>
                <a:cubicBezTo>
                  <a:pt x="8705443" y="1609111"/>
                  <a:pt x="8681518" y="1605093"/>
                  <a:pt x="8651902" y="1605093"/>
                </a:cubicBezTo>
                <a:close/>
                <a:moveTo>
                  <a:pt x="7752310" y="1605093"/>
                </a:moveTo>
                <a:lnTo>
                  <a:pt x="7629304" y="1932366"/>
                </a:lnTo>
                <a:lnTo>
                  <a:pt x="7732560" y="1932366"/>
                </a:lnTo>
                <a:lnTo>
                  <a:pt x="7748511" y="1878342"/>
                </a:lnTo>
                <a:lnTo>
                  <a:pt x="7863324" y="1878342"/>
                </a:lnTo>
                <a:lnTo>
                  <a:pt x="7879698" y="1932366"/>
                </a:lnTo>
                <a:lnTo>
                  <a:pt x="7985598" y="1932366"/>
                </a:lnTo>
                <a:lnTo>
                  <a:pt x="7862620" y="1605093"/>
                </a:lnTo>
                <a:close/>
                <a:moveTo>
                  <a:pt x="7485164" y="1605093"/>
                </a:moveTo>
                <a:lnTo>
                  <a:pt x="7485164" y="1932366"/>
                </a:lnTo>
                <a:lnTo>
                  <a:pt x="7586515" y="1932366"/>
                </a:lnTo>
                <a:lnTo>
                  <a:pt x="7586515" y="1605093"/>
                </a:lnTo>
                <a:close/>
                <a:moveTo>
                  <a:pt x="6748390" y="1605093"/>
                </a:moveTo>
                <a:lnTo>
                  <a:pt x="6748390" y="1932366"/>
                </a:lnTo>
                <a:lnTo>
                  <a:pt x="6843491" y="1932366"/>
                </a:lnTo>
                <a:lnTo>
                  <a:pt x="6843491" y="1752670"/>
                </a:lnTo>
                <a:lnTo>
                  <a:pt x="6966051" y="1932366"/>
                </a:lnTo>
                <a:lnTo>
                  <a:pt x="7061375" y="1932366"/>
                </a:lnTo>
                <a:lnTo>
                  <a:pt x="7061375" y="1605093"/>
                </a:lnTo>
                <a:lnTo>
                  <a:pt x="6966051" y="1605093"/>
                </a:lnTo>
                <a:lnTo>
                  <a:pt x="6966051" y="1786157"/>
                </a:lnTo>
                <a:lnTo>
                  <a:pt x="6842821" y="1605093"/>
                </a:lnTo>
                <a:close/>
                <a:moveTo>
                  <a:pt x="6414122" y="1605093"/>
                </a:moveTo>
                <a:lnTo>
                  <a:pt x="6414122" y="1932366"/>
                </a:lnTo>
                <a:lnTo>
                  <a:pt x="6690049" y="1932366"/>
                </a:lnTo>
                <a:lnTo>
                  <a:pt x="6690049" y="1858250"/>
                </a:lnTo>
                <a:lnTo>
                  <a:pt x="6515474" y="1858250"/>
                </a:lnTo>
                <a:lnTo>
                  <a:pt x="6515474" y="1793733"/>
                </a:lnTo>
                <a:lnTo>
                  <a:pt x="6672860" y="1793733"/>
                </a:lnTo>
                <a:lnTo>
                  <a:pt x="6672860" y="1726983"/>
                </a:lnTo>
                <a:lnTo>
                  <a:pt x="6515474" y="1726983"/>
                </a:lnTo>
                <a:lnTo>
                  <a:pt x="6515474" y="1674968"/>
                </a:lnTo>
                <a:lnTo>
                  <a:pt x="6685138" y="1674968"/>
                </a:lnTo>
                <a:lnTo>
                  <a:pt x="6685138" y="1605093"/>
                </a:lnTo>
                <a:close/>
                <a:moveTo>
                  <a:pt x="6033569" y="1605093"/>
                </a:moveTo>
                <a:lnTo>
                  <a:pt x="6033569" y="1800078"/>
                </a:lnTo>
                <a:cubicBezTo>
                  <a:pt x="6033569" y="1816140"/>
                  <a:pt x="6036694" y="1834581"/>
                  <a:pt x="6042945" y="1855403"/>
                </a:cubicBezTo>
                <a:cubicBezTo>
                  <a:pt x="6046814" y="1868342"/>
                  <a:pt x="6053996" y="1880909"/>
                  <a:pt x="6064488" y="1893105"/>
                </a:cubicBezTo>
                <a:cubicBezTo>
                  <a:pt x="6074980" y="1905301"/>
                  <a:pt x="6086551" y="1914708"/>
                  <a:pt x="6099202" y="1921326"/>
                </a:cubicBezTo>
                <a:cubicBezTo>
                  <a:pt x="6111852" y="1927944"/>
                  <a:pt x="6127591" y="1932369"/>
                  <a:pt x="6146417" y="1934600"/>
                </a:cubicBezTo>
                <a:cubicBezTo>
                  <a:pt x="6165244" y="1936832"/>
                  <a:pt x="6182620" y="1937947"/>
                  <a:pt x="6198545" y="1937947"/>
                </a:cubicBezTo>
                <a:cubicBezTo>
                  <a:pt x="6226078" y="1937947"/>
                  <a:pt x="6249667" y="1934303"/>
                  <a:pt x="6269313" y="1927015"/>
                </a:cubicBezTo>
                <a:cubicBezTo>
                  <a:pt x="6283451" y="1921811"/>
                  <a:pt x="6296957" y="1912776"/>
                  <a:pt x="6309831" y="1899911"/>
                </a:cubicBezTo>
                <a:cubicBezTo>
                  <a:pt x="6322705" y="1887045"/>
                  <a:pt x="6332155" y="1872023"/>
                  <a:pt x="6338183" y="1854845"/>
                </a:cubicBezTo>
                <a:cubicBezTo>
                  <a:pt x="6344210" y="1837667"/>
                  <a:pt x="6347224" y="1819411"/>
                  <a:pt x="6347224" y="1800078"/>
                </a:cubicBezTo>
                <a:lnTo>
                  <a:pt x="6347224" y="1605093"/>
                </a:lnTo>
                <a:lnTo>
                  <a:pt x="6246318" y="1605093"/>
                </a:lnTo>
                <a:lnTo>
                  <a:pt x="6246318" y="1804720"/>
                </a:lnTo>
                <a:cubicBezTo>
                  <a:pt x="6246318" y="1822861"/>
                  <a:pt x="6241370" y="1836876"/>
                  <a:pt x="6231473" y="1846765"/>
                </a:cubicBezTo>
                <a:cubicBezTo>
                  <a:pt x="6221577" y="1856654"/>
                  <a:pt x="6207922" y="1861598"/>
                  <a:pt x="6190508" y="1861598"/>
                </a:cubicBezTo>
                <a:cubicBezTo>
                  <a:pt x="6172947" y="1861598"/>
                  <a:pt x="6159217" y="1856580"/>
                  <a:pt x="6149319" y="1846543"/>
                </a:cubicBezTo>
                <a:cubicBezTo>
                  <a:pt x="6139423" y="1836507"/>
                  <a:pt x="6134474" y="1822566"/>
                  <a:pt x="6134474" y="1804720"/>
                </a:cubicBezTo>
                <a:lnTo>
                  <a:pt x="6134474" y="1605093"/>
                </a:lnTo>
                <a:close/>
                <a:moveTo>
                  <a:pt x="5347322" y="1605093"/>
                </a:moveTo>
                <a:lnTo>
                  <a:pt x="5347322" y="1932366"/>
                </a:lnTo>
                <a:lnTo>
                  <a:pt x="5623249" y="1932366"/>
                </a:lnTo>
                <a:lnTo>
                  <a:pt x="5623249" y="1858250"/>
                </a:lnTo>
                <a:lnTo>
                  <a:pt x="5448674" y="1858250"/>
                </a:lnTo>
                <a:lnTo>
                  <a:pt x="5448674" y="1793733"/>
                </a:lnTo>
                <a:lnTo>
                  <a:pt x="5606059" y="1793733"/>
                </a:lnTo>
                <a:lnTo>
                  <a:pt x="5606059" y="1726983"/>
                </a:lnTo>
                <a:lnTo>
                  <a:pt x="5448674" y="1726983"/>
                </a:lnTo>
                <a:lnTo>
                  <a:pt x="5448674" y="1674968"/>
                </a:lnTo>
                <a:lnTo>
                  <a:pt x="5618338" y="1674968"/>
                </a:lnTo>
                <a:lnTo>
                  <a:pt x="5618338" y="1605093"/>
                </a:lnTo>
                <a:close/>
                <a:moveTo>
                  <a:pt x="4633840" y="1605093"/>
                </a:moveTo>
                <a:lnTo>
                  <a:pt x="4633840" y="1932366"/>
                </a:lnTo>
                <a:lnTo>
                  <a:pt x="4728941" y="1932366"/>
                </a:lnTo>
                <a:lnTo>
                  <a:pt x="4728941" y="1752670"/>
                </a:lnTo>
                <a:lnTo>
                  <a:pt x="4851502" y="1932366"/>
                </a:lnTo>
                <a:lnTo>
                  <a:pt x="4946825" y="1932366"/>
                </a:lnTo>
                <a:lnTo>
                  <a:pt x="4946825" y="1605093"/>
                </a:lnTo>
                <a:lnTo>
                  <a:pt x="4851502" y="1605093"/>
                </a:lnTo>
                <a:lnTo>
                  <a:pt x="4851502" y="1786157"/>
                </a:lnTo>
                <a:lnTo>
                  <a:pt x="4728272" y="1605093"/>
                </a:lnTo>
                <a:close/>
                <a:moveTo>
                  <a:pt x="8148267" y="1599512"/>
                </a:moveTo>
                <a:cubicBezTo>
                  <a:pt x="8114186" y="1599512"/>
                  <a:pt x="8087359" y="1603791"/>
                  <a:pt x="8067788" y="1612348"/>
                </a:cubicBezTo>
                <a:cubicBezTo>
                  <a:pt x="8048218" y="1620906"/>
                  <a:pt x="8033558" y="1632664"/>
                  <a:pt x="8023810" y="1647621"/>
                </a:cubicBezTo>
                <a:cubicBezTo>
                  <a:pt x="8014061" y="1662578"/>
                  <a:pt x="8009187" y="1678465"/>
                  <a:pt x="8009187" y="1695283"/>
                </a:cubicBezTo>
                <a:cubicBezTo>
                  <a:pt x="8009187" y="1720881"/>
                  <a:pt x="8018712" y="1741941"/>
                  <a:pt x="8037762" y="1758461"/>
                </a:cubicBezTo>
                <a:cubicBezTo>
                  <a:pt x="8056664" y="1774980"/>
                  <a:pt x="8088289" y="1788226"/>
                  <a:pt x="8132640" y="1798198"/>
                </a:cubicBezTo>
                <a:cubicBezTo>
                  <a:pt x="8159727" y="1804151"/>
                  <a:pt x="8176991" y="1810476"/>
                  <a:pt x="8184432" y="1817173"/>
                </a:cubicBezTo>
                <a:cubicBezTo>
                  <a:pt x="8191874" y="1823870"/>
                  <a:pt x="8195595" y="1831461"/>
                  <a:pt x="8195595" y="1839944"/>
                </a:cubicBezTo>
                <a:cubicBezTo>
                  <a:pt x="8195595" y="1848874"/>
                  <a:pt x="8191688" y="1856724"/>
                  <a:pt x="8183874" y="1863496"/>
                </a:cubicBezTo>
                <a:cubicBezTo>
                  <a:pt x="8176061" y="1870268"/>
                  <a:pt x="8164936" y="1873654"/>
                  <a:pt x="8150500" y="1873654"/>
                </a:cubicBezTo>
                <a:cubicBezTo>
                  <a:pt x="8131152" y="1873654"/>
                  <a:pt x="8116269" y="1867031"/>
                  <a:pt x="8105851" y="1853785"/>
                </a:cubicBezTo>
                <a:cubicBezTo>
                  <a:pt x="8099452" y="1845599"/>
                  <a:pt x="8095210" y="1833693"/>
                  <a:pt x="8093126" y="1818066"/>
                </a:cubicBezTo>
                <a:lnTo>
                  <a:pt x="7996909" y="1824094"/>
                </a:lnTo>
                <a:cubicBezTo>
                  <a:pt x="7999737" y="1857134"/>
                  <a:pt x="8011866" y="1884369"/>
                  <a:pt x="8033297" y="1905800"/>
                </a:cubicBezTo>
                <a:cubicBezTo>
                  <a:pt x="8054729" y="1927232"/>
                  <a:pt x="8093275" y="1937947"/>
                  <a:pt x="8148937" y="1937947"/>
                </a:cubicBezTo>
                <a:cubicBezTo>
                  <a:pt x="8180637" y="1937947"/>
                  <a:pt x="8206905" y="1933371"/>
                  <a:pt x="8227741" y="1924218"/>
                </a:cubicBezTo>
                <a:cubicBezTo>
                  <a:pt x="8248577" y="1915065"/>
                  <a:pt x="8264800" y="1901633"/>
                  <a:pt x="8276408" y="1883923"/>
                </a:cubicBezTo>
                <a:cubicBezTo>
                  <a:pt x="8288017" y="1866212"/>
                  <a:pt x="8293821" y="1846864"/>
                  <a:pt x="8293821" y="1825880"/>
                </a:cubicBezTo>
                <a:cubicBezTo>
                  <a:pt x="8293821" y="1808020"/>
                  <a:pt x="8289468" y="1791872"/>
                  <a:pt x="8280761" y="1777436"/>
                </a:cubicBezTo>
                <a:cubicBezTo>
                  <a:pt x="8272055" y="1763000"/>
                  <a:pt x="8258140" y="1750907"/>
                  <a:pt x="8239015" y="1741159"/>
                </a:cubicBezTo>
                <a:cubicBezTo>
                  <a:pt x="8219891" y="1731411"/>
                  <a:pt x="8188228" y="1721774"/>
                  <a:pt x="8144026" y="1712249"/>
                </a:cubicBezTo>
                <a:cubicBezTo>
                  <a:pt x="8126166" y="1708529"/>
                  <a:pt x="8114855" y="1704510"/>
                  <a:pt x="8110093" y="1700194"/>
                </a:cubicBezTo>
                <a:cubicBezTo>
                  <a:pt x="8105181" y="1696027"/>
                  <a:pt x="8102726" y="1691339"/>
                  <a:pt x="8102726" y="1686130"/>
                </a:cubicBezTo>
                <a:cubicBezTo>
                  <a:pt x="8102726" y="1678986"/>
                  <a:pt x="8105702" y="1672922"/>
                  <a:pt x="8111655" y="1667936"/>
                </a:cubicBezTo>
                <a:cubicBezTo>
                  <a:pt x="8117609" y="1662950"/>
                  <a:pt x="8126464" y="1660457"/>
                  <a:pt x="8138221" y="1660457"/>
                </a:cubicBezTo>
                <a:cubicBezTo>
                  <a:pt x="8152509" y="1660457"/>
                  <a:pt x="8163708" y="1663806"/>
                  <a:pt x="8171819" y="1670503"/>
                </a:cubicBezTo>
                <a:cubicBezTo>
                  <a:pt x="8179930" y="1677200"/>
                  <a:pt x="8185251" y="1687916"/>
                  <a:pt x="8187781" y="1702650"/>
                </a:cubicBezTo>
                <a:lnTo>
                  <a:pt x="8283105" y="1697069"/>
                </a:lnTo>
                <a:cubicBezTo>
                  <a:pt x="8278938" y="1663136"/>
                  <a:pt x="8265879" y="1638393"/>
                  <a:pt x="8243926" y="1622841"/>
                </a:cubicBezTo>
                <a:cubicBezTo>
                  <a:pt x="8221974" y="1607288"/>
                  <a:pt x="8190088" y="1599512"/>
                  <a:pt x="8148267" y="1599512"/>
                </a:cubicBezTo>
                <a:close/>
                <a:moveTo>
                  <a:pt x="7282311" y="1599512"/>
                </a:moveTo>
                <a:cubicBezTo>
                  <a:pt x="7229626" y="1599512"/>
                  <a:pt x="7188884" y="1614051"/>
                  <a:pt x="7160086" y="1643128"/>
                </a:cubicBezTo>
                <a:cubicBezTo>
                  <a:pt x="7131287" y="1672205"/>
                  <a:pt x="7116888" y="1713812"/>
                  <a:pt x="7116888" y="1767948"/>
                </a:cubicBezTo>
                <a:cubicBezTo>
                  <a:pt x="7116888" y="1808553"/>
                  <a:pt x="7125074" y="1841869"/>
                  <a:pt x="7141445" y="1867896"/>
                </a:cubicBezTo>
                <a:cubicBezTo>
                  <a:pt x="7157816" y="1893924"/>
                  <a:pt x="7177275" y="1912106"/>
                  <a:pt x="7199823" y="1922442"/>
                </a:cubicBezTo>
                <a:cubicBezTo>
                  <a:pt x="7222370" y="1932779"/>
                  <a:pt x="7251429" y="1937947"/>
                  <a:pt x="7286999" y="1937947"/>
                </a:cubicBezTo>
                <a:cubicBezTo>
                  <a:pt x="7316318" y="1937947"/>
                  <a:pt x="7340465" y="1933706"/>
                  <a:pt x="7359441" y="1925222"/>
                </a:cubicBezTo>
                <a:cubicBezTo>
                  <a:pt x="7378417" y="1916739"/>
                  <a:pt x="7394304" y="1904163"/>
                  <a:pt x="7407103" y="1887494"/>
                </a:cubicBezTo>
                <a:cubicBezTo>
                  <a:pt x="7419902" y="1870826"/>
                  <a:pt x="7429279" y="1850064"/>
                  <a:pt x="7435232" y="1825210"/>
                </a:cubicBezTo>
                <a:lnTo>
                  <a:pt x="7346605" y="1798421"/>
                </a:lnTo>
                <a:cubicBezTo>
                  <a:pt x="7342140" y="1819108"/>
                  <a:pt x="7334959" y="1834884"/>
                  <a:pt x="7325062" y="1845748"/>
                </a:cubicBezTo>
                <a:cubicBezTo>
                  <a:pt x="7315165" y="1856613"/>
                  <a:pt x="7300542" y="1862045"/>
                  <a:pt x="7281195" y="1862045"/>
                </a:cubicBezTo>
                <a:cubicBezTo>
                  <a:pt x="7261252" y="1862045"/>
                  <a:pt x="7245773" y="1855318"/>
                  <a:pt x="7234760" y="1841866"/>
                </a:cubicBezTo>
                <a:cubicBezTo>
                  <a:pt x="7223747" y="1828413"/>
                  <a:pt x="7218240" y="1803551"/>
                  <a:pt x="7218240" y="1767279"/>
                </a:cubicBezTo>
                <a:cubicBezTo>
                  <a:pt x="7218240" y="1737997"/>
                  <a:pt x="7222854" y="1716518"/>
                  <a:pt x="7232081" y="1702842"/>
                </a:cubicBezTo>
                <a:cubicBezTo>
                  <a:pt x="7244285" y="1684408"/>
                  <a:pt x="7261847" y="1675191"/>
                  <a:pt x="7284766" y="1675191"/>
                </a:cubicBezTo>
                <a:cubicBezTo>
                  <a:pt x="7294887" y="1675191"/>
                  <a:pt x="7304040" y="1677275"/>
                  <a:pt x="7312225" y="1681442"/>
                </a:cubicBezTo>
                <a:cubicBezTo>
                  <a:pt x="7320411" y="1685609"/>
                  <a:pt x="7327331" y="1691562"/>
                  <a:pt x="7332987" y="1699301"/>
                </a:cubicBezTo>
                <a:cubicBezTo>
                  <a:pt x="7336410" y="1703915"/>
                  <a:pt x="7339684" y="1711208"/>
                  <a:pt x="7342809" y="1721179"/>
                </a:cubicBezTo>
                <a:lnTo>
                  <a:pt x="7432106" y="1701311"/>
                </a:lnTo>
                <a:cubicBezTo>
                  <a:pt x="7420647" y="1666782"/>
                  <a:pt x="7403122" y="1641184"/>
                  <a:pt x="7379533" y="1624515"/>
                </a:cubicBezTo>
                <a:cubicBezTo>
                  <a:pt x="7355943" y="1607846"/>
                  <a:pt x="7323536" y="1599512"/>
                  <a:pt x="7282311" y="1599512"/>
                </a:cubicBezTo>
                <a:close/>
                <a:moveTo>
                  <a:pt x="5834511" y="1599512"/>
                </a:moveTo>
                <a:cubicBezTo>
                  <a:pt x="5781826" y="1599512"/>
                  <a:pt x="5741085" y="1614051"/>
                  <a:pt x="5712286" y="1643128"/>
                </a:cubicBezTo>
                <a:cubicBezTo>
                  <a:pt x="5683487" y="1672205"/>
                  <a:pt x="5669088" y="1713812"/>
                  <a:pt x="5669088" y="1767948"/>
                </a:cubicBezTo>
                <a:cubicBezTo>
                  <a:pt x="5669088" y="1808553"/>
                  <a:pt x="5677274" y="1841869"/>
                  <a:pt x="5693645" y="1867896"/>
                </a:cubicBezTo>
                <a:cubicBezTo>
                  <a:pt x="5710017" y="1893924"/>
                  <a:pt x="5729475" y="1912106"/>
                  <a:pt x="5752023" y="1922442"/>
                </a:cubicBezTo>
                <a:cubicBezTo>
                  <a:pt x="5774570" y="1932779"/>
                  <a:pt x="5803629" y="1937947"/>
                  <a:pt x="5839200" y="1937947"/>
                </a:cubicBezTo>
                <a:cubicBezTo>
                  <a:pt x="5868519" y="1937947"/>
                  <a:pt x="5892666" y="1933706"/>
                  <a:pt x="5911641" y="1925222"/>
                </a:cubicBezTo>
                <a:cubicBezTo>
                  <a:pt x="5930617" y="1916739"/>
                  <a:pt x="5946505" y="1904163"/>
                  <a:pt x="5959303" y="1887494"/>
                </a:cubicBezTo>
                <a:cubicBezTo>
                  <a:pt x="5972103" y="1870826"/>
                  <a:pt x="5981480" y="1850064"/>
                  <a:pt x="5987432" y="1825210"/>
                </a:cubicBezTo>
                <a:lnTo>
                  <a:pt x="5898805" y="1798421"/>
                </a:lnTo>
                <a:cubicBezTo>
                  <a:pt x="5894340" y="1819108"/>
                  <a:pt x="5887159" y="1834884"/>
                  <a:pt x="5877263" y="1845748"/>
                </a:cubicBezTo>
                <a:cubicBezTo>
                  <a:pt x="5867365" y="1856613"/>
                  <a:pt x="5852742" y="1862045"/>
                  <a:pt x="5833394" y="1862045"/>
                </a:cubicBezTo>
                <a:cubicBezTo>
                  <a:pt x="5813451" y="1862045"/>
                  <a:pt x="5797973" y="1855318"/>
                  <a:pt x="5786960" y="1841866"/>
                </a:cubicBezTo>
                <a:cubicBezTo>
                  <a:pt x="5775947" y="1828413"/>
                  <a:pt x="5770441" y="1803551"/>
                  <a:pt x="5770441" y="1767279"/>
                </a:cubicBezTo>
                <a:cubicBezTo>
                  <a:pt x="5770441" y="1737997"/>
                  <a:pt x="5775055" y="1716518"/>
                  <a:pt x="5784282" y="1702842"/>
                </a:cubicBezTo>
                <a:cubicBezTo>
                  <a:pt x="5796486" y="1684408"/>
                  <a:pt x="5814048" y="1675191"/>
                  <a:pt x="5836966" y="1675191"/>
                </a:cubicBezTo>
                <a:cubicBezTo>
                  <a:pt x="5847087" y="1675191"/>
                  <a:pt x="5856240" y="1677275"/>
                  <a:pt x="5864426" y="1681442"/>
                </a:cubicBezTo>
                <a:cubicBezTo>
                  <a:pt x="5872611" y="1685609"/>
                  <a:pt x="5879532" y="1691562"/>
                  <a:pt x="5885187" y="1699301"/>
                </a:cubicBezTo>
                <a:cubicBezTo>
                  <a:pt x="5888610" y="1703915"/>
                  <a:pt x="5891884" y="1711208"/>
                  <a:pt x="5895009" y="1721179"/>
                </a:cubicBezTo>
                <a:lnTo>
                  <a:pt x="5984307" y="1701311"/>
                </a:lnTo>
                <a:cubicBezTo>
                  <a:pt x="5972847" y="1666782"/>
                  <a:pt x="5955322" y="1641184"/>
                  <a:pt x="5931734" y="1624515"/>
                </a:cubicBezTo>
                <a:cubicBezTo>
                  <a:pt x="5908144" y="1607846"/>
                  <a:pt x="5875737" y="1599512"/>
                  <a:pt x="5834511" y="1599512"/>
                </a:cubicBezTo>
                <a:close/>
                <a:moveTo>
                  <a:pt x="5147893" y="1599512"/>
                </a:moveTo>
                <a:cubicBezTo>
                  <a:pt x="5113810" y="1599512"/>
                  <a:pt x="5086985" y="1603791"/>
                  <a:pt x="5067413" y="1612348"/>
                </a:cubicBezTo>
                <a:cubicBezTo>
                  <a:pt x="5047842" y="1620906"/>
                  <a:pt x="5033183" y="1632664"/>
                  <a:pt x="5023435" y="1647621"/>
                </a:cubicBezTo>
                <a:cubicBezTo>
                  <a:pt x="5013686" y="1662578"/>
                  <a:pt x="5008813" y="1678465"/>
                  <a:pt x="5008813" y="1695283"/>
                </a:cubicBezTo>
                <a:cubicBezTo>
                  <a:pt x="5008813" y="1720881"/>
                  <a:pt x="5018337" y="1741941"/>
                  <a:pt x="5037387" y="1758461"/>
                </a:cubicBezTo>
                <a:cubicBezTo>
                  <a:pt x="5056289" y="1774980"/>
                  <a:pt x="5087914" y="1788226"/>
                  <a:pt x="5132265" y="1798198"/>
                </a:cubicBezTo>
                <a:cubicBezTo>
                  <a:pt x="5159352" y="1804151"/>
                  <a:pt x="5176617" y="1810476"/>
                  <a:pt x="5184058" y="1817173"/>
                </a:cubicBezTo>
                <a:cubicBezTo>
                  <a:pt x="5191499" y="1823870"/>
                  <a:pt x="5195219" y="1831461"/>
                  <a:pt x="5195219" y="1839944"/>
                </a:cubicBezTo>
                <a:cubicBezTo>
                  <a:pt x="5195219" y="1848874"/>
                  <a:pt x="5191313" y="1856724"/>
                  <a:pt x="5183499" y="1863496"/>
                </a:cubicBezTo>
                <a:cubicBezTo>
                  <a:pt x="5175687" y="1870268"/>
                  <a:pt x="5164562" y="1873654"/>
                  <a:pt x="5150125" y="1873654"/>
                </a:cubicBezTo>
                <a:cubicBezTo>
                  <a:pt x="5130778" y="1873654"/>
                  <a:pt x="5115894" y="1867031"/>
                  <a:pt x="5105476" y="1853785"/>
                </a:cubicBezTo>
                <a:cubicBezTo>
                  <a:pt x="5099077" y="1845599"/>
                  <a:pt x="5094835" y="1833693"/>
                  <a:pt x="5092751" y="1818066"/>
                </a:cubicBezTo>
                <a:lnTo>
                  <a:pt x="4996534" y="1824094"/>
                </a:lnTo>
                <a:cubicBezTo>
                  <a:pt x="4999362" y="1857134"/>
                  <a:pt x="5011491" y="1884369"/>
                  <a:pt x="5032922" y="1905800"/>
                </a:cubicBezTo>
                <a:cubicBezTo>
                  <a:pt x="5054355" y="1927232"/>
                  <a:pt x="5092901" y="1937947"/>
                  <a:pt x="5148562" y="1937947"/>
                </a:cubicBezTo>
                <a:cubicBezTo>
                  <a:pt x="5180263" y="1937947"/>
                  <a:pt x="5206530" y="1933371"/>
                  <a:pt x="5227366" y="1924218"/>
                </a:cubicBezTo>
                <a:cubicBezTo>
                  <a:pt x="5248203" y="1915065"/>
                  <a:pt x="5264425" y="1901633"/>
                  <a:pt x="5276033" y="1883923"/>
                </a:cubicBezTo>
                <a:cubicBezTo>
                  <a:pt x="5287642" y="1866212"/>
                  <a:pt x="5293447" y="1846864"/>
                  <a:pt x="5293447" y="1825880"/>
                </a:cubicBezTo>
                <a:cubicBezTo>
                  <a:pt x="5293447" y="1808020"/>
                  <a:pt x="5289094" y="1791872"/>
                  <a:pt x="5280386" y="1777436"/>
                </a:cubicBezTo>
                <a:cubicBezTo>
                  <a:pt x="5271681" y="1763000"/>
                  <a:pt x="5257765" y="1750907"/>
                  <a:pt x="5238641" y="1741159"/>
                </a:cubicBezTo>
                <a:cubicBezTo>
                  <a:pt x="5219516" y="1731411"/>
                  <a:pt x="5187852" y="1721774"/>
                  <a:pt x="5143651" y="1712249"/>
                </a:cubicBezTo>
                <a:cubicBezTo>
                  <a:pt x="5125792" y="1708529"/>
                  <a:pt x="5114481" y="1704510"/>
                  <a:pt x="5109719" y="1700194"/>
                </a:cubicBezTo>
                <a:cubicBezTo>
                  <a:pt x="5104806" y="1696027"/>
                  <a:pt x="5102351" y="1691339"/>
                  <a:pt x="5102351" y="1686130"/>
                </a:cubicBezTo>
                <a:cubicBezTo>
                  <a:pt x="5102351" y="1678986"/>
                  <a:pt x="5105327" y="1672922"/>
                  <a:pt x="5111281" y="1667936"/>
                </a:cubicBezTo>
                <a:cubicBezTo>
                  <a:pt x="5117234" y="1662950"/>
                  <a:pt x="5126089" y="1660457"/>
                  <a:pt x="5137846" y="1660457"/>
                </a:cubicBezTo>
                <a:cubicBezTo>
                  <a:pt x="5152134" y="1660457"/>
                  <a:pt x="5163333" y="1663806"/>
                  <a:pt x="5171444" y="1670503"/>
                </a:cubicBezTo>
                <a:cubicBezTo>
                  <a:pt x="5179555" y="1677200"/>
                  <a:pt x="5184877" y="1687916"/>
                  <a:pt x="5187406" y="1702650"/>
                </a:cubicBezTo>
                <a:lnTo>
                  <a:pt x="5282731" y="1697069"/>
                </a:lnTo>
                <a:cubicBezTo>
                  <a:pt x="5278563" y="1663136"/>
                  <a:pt x="5265505" y="1638393"/>
                  <a:pt x="5243552" y="1622841"/>
                </a:cubicBezTo>
                <a:cubicBezTo>
                  <a:pt x="5221600" y="1607288"/>
                  <a:pt x="5189714" y="1599512"/>
                  <a:pt x="5147893" y="1599512"/>
                </a:cubicBezTo>
                <a:close/>
                <a:moveTo>
                  <a:pt x="4408440" y="1599512"/>
                </a:moveTo>
                <a:cubicBezTo>
                  <a:pt x="4355308" y="1599512"/>
                  <a:pt x="4313860" y="1614395"/>
                  <a:pt x="4284094" y="1644161"/>
                </a:cubicBezTo>
                <a:cubicBezTo>
                  <a:pt x="4254328" y="1673926"/>
                  <a:pt x="4239446" y="1715524"/>
                  <a:pt x="4239446" y="1768953"/>
                </a:cubicBezTo>
                <a:cubicBezTo>
                  <a:pt x="4239446" y="1807202"/>
                  <a:pt x="4246962" y="1839051"/>
                  <a:pt x="4261993" y="1864500"/>
                </a:cubicBezTo>
                <a:cubicBezTo>
                  <a:pt x="4277025" y="1889950"/>
                  <a:pt x="4296633" y="1908554"/>
                  <a:pt x="4320817" y="1920311"/>
                </a:cubicBezTo>
                <a:cubicBezTo>
                  <a:pt x="4345002" y="1932068"/>
                  <a:pt x="4375549" y="1937947"/>
                  <a:pt x="4412458" y="1937947"/>
                </a:cubicBezTo>
                <a:cubicBezTo>
                  <a:pt x="4448772" y="1937947"/>
                  <a:pt x="4479096" y="1931138"/>
                  <a:pt x="4503430" y="1917521"/>
                </a:cubicBezTo>
                <a:cubicBezTo>
                  <a:pt x="4527763" y="1903903"/>
                  <a:pt x="4546366" y="1884853"/>
                  <a:pt x="4559240" y="1860371"/>
                </a:cubicBezTo>
                <a:cubicBezTo>
                  <a:pt x="4572114" y="1835888"/>
                  <a:pt x="4578550" y="1804523"/>
                  <a:pt x="4578550" y="1766274"/>
                </a:cubicBezTo>
                <a:cubicBezTo>
                  <a:pt x="4578550" y="1713589"/>
                  <a:pt x="4563817" y="1672624"/>
                  <a:pt x="4534349" y="1643379"/>
                </a:cubicBezTo>
                <a:cubicBezTo>
                  <a:pt x="4504881" y="1614134"/>
                  <a:pt x="4462911" y="1599512"/>
                  <a:pt x="4408440" y="1599512"/>
                </a:cubicBezTo>
                <a:close/>
                <a:moveTo>
                  <a:pt x="4053336" y="1599512"/>
                </a:moveTo>
                <a:cubicBezTo>
                  <a:pt x="4000651" y="1599512"/>
                  <a:pt x="3959909" y="1614051"/>
                  <a:pt x="3931111" y="1643128"/>
                </a:cubicBezTo>
                <a:cubicBezTo>
                  <a:pt x="3902313" y="1672205"/>
                  <a:pt x="3887914" y="1713812"/>
                  <a:pt x="3887914" y="1767948"/>
                </a:cubicBezTo>
                <a:cubicBezTo>
                  <a:pt x="3887914" y="1808553"/>
                  <a:pt x="3896099" y="1841869"/>
                  <a:pt x="3912470" y="1867896"/>
                </a:cubicBezTo>
                <a:cubicBezTo>
                  <a:pt x="3928841" y="1893924"/>
                  <a:pt x="3948301" y="1912106"/>
                  <a:pt x="3970848" y="1922442"/>
                </a:cubicBezTo>
                <a:cubicBezTo>
                  <a:pt x="3993396" y="1932779"/>
                  <a:pt x="4022454" y="1937947"/>
                  <a:pt x="4058024" y="1937947"/>
                </a:cubicBezTo>
                <a:cubicBezTo>
                  <a:pt x="4087343" y="1937947"/>
                  <a:pt x="4111490" y="1933706"/>
                  <a:pt x="4130466" y="1925222"/>
                </a:cubicBezTo>
                <a:cubicBezTo>
                  <a:pt x="4149442" y="1916739"/>
                  <a:pt x="4165329" y="1904163"/>
                  <a:pt x="4178129" y="1887494"/>
                </a:cubicBezTo>
                <a:cubicBezTo>
                  <a:pt x="4190927" y="1870826"/>
                  <a:pt x="4200304" y="1850064"/>
                  <a:pt x="4206257" y="1825210"/>
                </a:cubicBezTo>
                <a:lnTo>
                  <a:pt x="4117630" y="1798421"/>
                </a:lnTo>
                <a:cubicBezTo>
                  <a:pt x="4113165" y="1819108"/>
                  <a:pt x="4105984" y="1834884"/>
                  <a:pt x="4096087" y="1845748"/>
                </a:cubicBezTo>
                <a:cubicBezTo>
                  <a:pt x="4086190" y="1856613"/>
                  <a:pt x="4071568" y="1862045"/>
                  <a:pt x="4052220" y="1862045"/>
                </a:cubicBezTo>
                <a:cubicBezTo>
                  <a:pt x="4032277" y="1862045"/>
                  <a:pt x="4016799" y="1855318"/>
                  <a:pt x="4005786" y="1841866"/>
                </a:cubicBezTo>
                <a:cubicBezTo>
                  <a:pt x="3994773" y="1828413"/>
                  <a:pt x="3989266" y="1803551"/>
                  <a:pt x="3989266" y="1767279"/>
                </a:cubicBezTo>
                <a:cubicBezTo>
                  <a:pt x="3989266" y="1737997"/>
                  <a:pt x="3993879" y="1716518"/>
                  <a:pt x="4003106" y="1702842"/>
                </a:cubicBezTo>
                <a:cubicBezTo>
                  <a:pt x="4015310" y="1684408"/>
                  <a:pt x="4032872" y="1675191"/>
                  <a:pt x="4055792" y="1675191"/>
                </a:cubicBezTo>
                <a:cubicBezTo>
                  <a:pt x="4065912" y="1675191"/>
                  <a:pt x="4075065" y="1677275"/>
                  <a:pt x="4083251" y="1681442"/>
                </a:cubicBezTo>
                <a:cubicBezTo>
                  <a:pt x="4091436" y="1685609"/>
                  <a:pt x="4098357" y="1691562"/>
                  <a:pt x="4104012" y="1699301"/>
                </a:cubicBezTo>
                <a:cubicBezTo>
                  <a:pt x="4107435" y="1703915"/>
                  <a:pt x="4110709" y="1711208"/>
                  <a:pt x="4113835" y="1721179"/>
                </a:cubicBezTo>
                <a:lnTo>
                  <a:pt x="4203132" y="1701311"/>
                </a:lnTo>
                <a:cubicBezTo>
                  <a:pt x="4191672" y="1666782"/>
                  <a:pt x="4174147" y="1641184"/>
                  <a:pt x="4150558" y="1624515"/>
                </a:cubicBezTo>
                <a:cubicBezTo>
                  <a:pt x="4126969" y="1607846"/>
                  <a:pt x="4094562" y="1599512"/>
                  <a:pt x="4053336" y="1599512"/>
                </a:cubicBezTo>
                <a:close/>
                <a:moveTo>
                  <a:pt x="6562578" y="0"/>
                </a:moveTo>
                <a:cubicBezTo>
                  <a:pt x="10186990" y="0"/>
                  <a:pt x="13125156" y="1029777"/>
                  <a:pt x="13125156" y="2300071"/>
                </a:cubicBezTo>
                <a:cubicBezTo>
                  <a:pt x="13125156" y="3570365"/>
                  <a:pt x="10186990" y="4600142"/>
                  <a:pt x="6562578" y="4600142"/>
                </a:cubicBezTo>
                <a:cubicBezTo>
                  <a:pt x="2938166" y="4600142"/>
                  <a:pt x="0" y="3570365"/>
                  <a:pt x="0" y="2300071"/>
                </a:cubicBezTo>
                <a:cubicBezTo>
                  <a:pt x="0" y="1029777"/>
                  <a:pt x="2938166" y="0"/>
                  <a:pt x="6562578" y="0"/>
                </a:cubicBezTo>
                <a:close/>
              </a:path>
            </a:pathLst>
          </a:custGeom>
          <a:solidFill>
            <a:schemeClr val="tx1">
              <a:alpha val="66000"/>
            </a:schemeClr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36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4251516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0</Words>
  <Application>Microsoft Office PowerPoint</Application>
  <PresentationFormat>Panorámica</PresentationFormat>
  <Paragraphs>0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8" baseType="lpstr">
      <vt:lpstr>Arial</vt:lpstr>
      <vt:lpstr>Arial Black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DELL</dc:creator>
  <cp:lastModifiedBy>DELL</cp:lastModifiedBy>
  <cp:revision>4</cp:revision>
  <dcterms:created xsi:type="dcterms:W3CDTF">2025-04-11T06:10:09Z</dcterms:created>
  <dcterms:modified xsi:type="dcterms:W3CDTF">2025-04-11T06:34:19Z</dcterms:modified>
</cp:coreProperties>
</file>