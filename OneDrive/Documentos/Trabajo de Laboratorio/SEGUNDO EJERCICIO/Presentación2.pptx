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7" d="100"/>
          <a:sy n="67" d="100"/>
        </p:scale>
        <p:origin x="132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3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3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6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0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1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8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6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9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108D-2905-4683-8644-A870C6B4D653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4B712-67FA-4CF7-A820-AB3942F0BF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3929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          </a:t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 descr="pink and blue hydrangea | This seemed to be one flowering he… | Flick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-1" y="0"/>
            <a:ext cx="12192001" cy="6949440"/>
          </a:xfrm>
          <a:custGeom>
            <a:avLst/>
            <a:gdLst/>
            <a:ahLst/>
            <a:cxnLst/>
            <a:rect l="l" t="t" r="r" b="b"/>
            <a:pathLst>
              <a:path w="12192001" h="6949440">
                <a:moveTo>
                  <a:pt x="2994628" y="3148439"/>
                </a:moveTo>
                <a:cubicBezTo>
                  <a:pt x="3020821" y="3148439"/>
                  <a:pt x="3042451" y="3157468"/>
                  <a:pt x="3059517" y="3175525"/>
                </a:cubicBezTo>
                <a:cubicBezTo>
                  <a:pt x="3076582" y="3193583"/>
                  <a:pt x="3085115" y="3216304"/>
                  <a:pt x="3085115" y="3243689"/>
                </a:cubicBezTo>
                <a:cubicBezTo>
                  <a:pt x="3085115" y="3271073"/>
                  <a:pt x="3076582" y="3293794"/>
                  <a:pt x="3059517" y="3311852"/>
                </a:cubicBezTo>
                <a:cubicBezTo>
                  <a:pt x="3042451" y="3329910"/>
                  <a:pt x="3020821" y="3338939"/>
                  <a:pt x="2994628" y="3338939"/>
                </a:cubicBezTo>
                <a:cubicBezTo>
                  <a:pt x="2968831" y="3338939"/>
                  <a:pt x="2947400" y="3329910"/>
                  <a:pt x="2930334" y="3311852"/>
                </a:cubicBezTo>
                <a:cubicBezTo>
                  <a:pt x="2913268" y="3293794"/>
                  <a:pt x="2904735" y="3271073"/>
                  <a:pt x="2904735" y="3243689"/>
                </a:cubicBezTo>
                <a:cubicBezTo>
                  <a:pt x="2904735" y="3216304"/>
                  <a:pt x="2913268" y="3193583"/>
                  <a:pt x="2930334" y="3175525"/>
                </a:cubicBezTo>
                <a:cubicBezTo>
                  <a:pt x="2947400" y="3157468"/>
                  <a:pt x="2968831" y="3148439"/>
                  <a:pt x="2994628" y="3148439"/>
                </a:cubicBezTo>
                <a:close/>
                <a:moveTo>
                  <a:pt x="9459721" y="3129389"/>
                </a:moveTo>
                <a:lnTo>
                  <a:pt x="9534135" y="3355012"/>
                </a:lnTo>
                <a:lnTo>
                  <a:pt x="9385307" y="3355012"/>
                </a:lnTo>
                <a:close/>
                <a:moveTo>
                  <a:pt x="4003682" y="3001396"/>
                </a:moveTo>
                <a:lnTo>
                  <a:pt x="4028090" y="3001396"/>
                </a:lnTo>
                <a:cubicBezTo>
                  <a:pt x="4062221" y="3001396"/>
                  <a:pt x="4086630" y="3010425"/>
                  <a:pt x="4101314" y="3028483"/>
                </a:cubicBezTo>
                <a:cubicBezTo>
                  <a:pt x="4115998" y="3046541"/>
                  <a:pt x="4123340" y="3067476"/>
                  <a:pt x="4123340" y="3091289"/>
                </a:cubicBezTo>
                <a:cubicBezTo>
                  <a:pt x="4123340" y="3148042"/>
                  <a:pt x="4087225" y="3176418"/>
                  <a:pt x="4014993" y="3176418"/>
                </a:cubicBezTo>
                <a:lnTo>
                  <a:pt x="4003682" y="3176418"/>
                </a:lnTo>
                <a:close/>
                <a:moveTo>
                  <a:pt x="9172780" y="2814468"/>
                </a:moveTo>
                <a:lnTo>
                  <a:pt x="8857265" y="3722915"/>
                </a:lnTo>
                <a:lnTo>
                  <a:pt x="9259695" y="3722915"/>
                </a:lnTo>
                <a:lnTo>
                  <a:pt x="9312083" y="3569325"/>
                </a:lnTo>
                <a:lnTo>
                  <a:pt x="9607358" y="3569325"/>
                </a:lnTo>
                <a:lnTo>
                  <a:pt x="9659746" y="3722915"/>
                </a:lnTo>
                <a:lnTo>
                  <a:pt x="10061582" y="3722915"/>
                </a:lnTo>
                <a:lnTo>
                  <a:pt x="9746066" y="2814468"/>
                </a:lnTo>
                <a:close/>
                <a:moveTo>
                  <a:pt x="8366727" y="2814468"/>
                </a:moveTo>
                <a:lnTo>
                  <a:pt x="8366727" y="3722915"/>
                </a:lnTo>
                <a:lnTo>
                  <a:pt x="8768563" y="3722915"/>
                </a:lnTo>
                <a:lnTo>
                  <a:pt x="8768563" y="2814468"/>
                </a:lnTo>
                <a:close/>
                <a:moveTo>
                  <a:pt x="6402196" y="2814468"/>
                </a:moveTo>
                <a:lnTo>
                  <a:pt x="6402196" y="3722915"/>
                </a:lnTo>
                <a:lnTo>
                  <a:pt x="6804032" y="3722915"/>
                </a:lnTo>
                <a:lnTo>
                  <a:pt x="6804032" y="3443714"/>
                </a:lnTo>
                <a:lnTo>
                  <a:pt x="6999294" y="3730059"/>
                </a:lnTo>
                <a:lnTo>
                  <a:pt x="7304094" y="3730059"/>
                </a:lnTo>
                <a:lnTo>
                  <a:pt x="7304094" y="2814468"/>
                </a:lnTo>
                <a:lnTo>
                  <a:pt x="6901663" y="2814468"/>
                </a:lnTo>
                <a:lnTo>
                  <a:pt x="6901663" y="3121650"/>
                </a:lnTo>
                <a:lnTo>
                  <a:pt x="6689732" y="2814468"/>
                </a:lnTo>
                <a:close/>
                <a:moveTo>
                  <a:pt x="5525896" y="2814468"/>
                </a:moveTo>
                <a:lnTo>
                  <a:pt x="5525896" y="3722915"/>
                </a:lnTo>
                <a:lnTo>
                  <a:pt x="6280157" y="3722915"/>
                </a:lnTo>
                <a:lnTo>
                  <a:pt x="6280157" y="3494910"/>
                </a:lnTo>
                <a:lnTo>
                  <a:pt x="5927732" y="3494910"/>
                </a:lnTo>
                <a:lnTo>
                  <a:pt x="5927732" y="3382992"/>
                </a:lnTo>
                <a:lnTo>
                  <a:pt x="6173001" y="3382992"/>
                </a:lnTo>
                <a:lnTo>
                  <a:pt x="6173001" y="3154987"/>
                </a:lnTo>
                <a:lnTo>
                  <a:pt x="5927732" y="3154987"/>
                </a:lnTo>
                <a:lnTo>
                  <a:pt x="5927732" y="3042473"/>
                </a:lnTo>
                <a:lnTo>
                  <a:pt x="6280157" y="3042473"/>
                </a:lnTo>
                <a:lnTo>
                  <a:pt x="6280157" y="2814468"/>
                </a:lnTo>
                <a:close/>
                <a:moveTo>
                  <a:pt x="4610901" y="2814468"/>
                </a:moveTo>
                <a:lnTo>
                  <a:pt x="4610901" y="3216900"/>
                </a:lnTo>
                <a:lnTo>
                  <a:pt x="4813307" y="3216900"/>
                </a:lnTo>
                <a:lnTo>
                  <a:pt x="4813307" y="3722915"/>
                </a:lnTo>
                <a:lnTo>
                  <a:pt x="5215738" y="3722915"/>
                </a:lnTo>
                <a:lnTo>
                  <a:pt x="5215738" y="3216900"/>
                </a:lnTo>
                <a:lnTo>
                  <a:pt x="5418145" y="3216900"/>
                </a:lnTo>
                <a:lnTo>
                  <a:pt x="5418145" y="2814468"/>
                </a:lnTo>
                <a:close/>
                <a:moveTo>
                  <a:pt x="3601846" y="2814468"/>
                </a:moveTo>
                <a:lnTo>
                  <a:pt x="3601846" y="3722915"/>
                </a:lnTo>
                <a:lnTo>
                  <a:pt x="4003682" y="3722915"/>
                </a:lnTo>
                <a:lnTo>
                  <a:pt x="4003682" y="3386564"/>
                </a:lnTo>
                <a:cubicBezTo>
                  <a:pt x="4060436" y="3386564"/>
                  <a:pt x="4102206" y="3413948"/>
                  <a:pt x="4128996" y="3468717"/>
                </a:cubicBezTo>
                <a:cubicBezTo>
                  <a:pt x="4155785" y="3523485"/>
                  <a:pt x="4172950" y="3608218"/>
                  <a:pt x="4180490" y="3722915"/>
                </a:cubicBezTo>
                <a:lnTo>
                  <a:pt x="4597804" y="3722915"/>
                </a:lnTo>
                <a:cubicBezTo>
                  <a:pt x="4578754" y="3544718"/>
                  <a:pt x="4520215" y="3399660"/>
                  <a:pt x="4422187" y="3287742"/>
                </a:cubicBezTo>
                <a:cubicBezTo>
                  <a:pt x="4491243" y="3239323"/>
                  <a:pt x="4525772" y="3172251"/>
                  <a:pt x="4525772" y="3086526"/>
                </a:cubicBezTo>
                <a:cubicBezTo>
                  <a:pt x="4525772" y="3008739"/>
                  <a:pt x="4496402" y="2943949"/>
                  <a:pt x="4437666" y="2892157"/>
                </a:cubicBezTo>
                <a:cubicBezTo>
                  <a:pt x="4378927" y="2840364"/>
                  <a:pt x="4298163" y="2814468"/>
                  <a:pt x="4195373" y="2814468"/>
                </a:cubicBezTo>
                <a:close/>
                <a:moveTo>
                  <a:pt x="1378354" y="2814468"/>
                </a:moveTo>
                <a:lnTo>
                  <a:pt x="1378354" y="3722915"/>
                </a:lnTo>
                <a:lnTo>
                  <a:pt x="1780785" y="3722915"/>
                </a:lnTo>
                <a:lnTo>
                  <a:pt x="1780785" y="3385373"/>
                </a:lnTo>
                <a:lnTo>
                  <a:pt x="1985573" y="3385373"/>
                </a:lnTo>
                <a:lnTo>
                  <a:pt x="1985573" y="3722915"/>
                </a:lnTo>
                <a:lnTo>
                  <a:pt x="2388004" y="3722915"/>
                </a:lnTo>
                <a:lnTo>
                  <a:pt x="2388004" y="2814468"/>
                </a:lnTo>
                <a:lnTo>
                  <a:pt x="1985573" y="2814468"/>
                </a:lnTo>
                <a:lnTo>
                  <a:pt x="1985573" y="3147248"/>
                </a:lnTo>
                <a:lnTo>
                  <a:pt x="1780785" y="3147248"/>
                </a:lnTo>
                <a:lnTo>
                  <a:pt x="1780785" y="2814468"/>
                </a:lnTo>
                <a:close/>
                <a:moveTo>
                  <a:pt x="10553310" y="2800181"/>
                </a:moveTo>
                <a:cubicBezTo>
                  <a:pt x="10410038" y="2800181"/>
                  <a:pt x="10301691" y="2825779"/>
                  <a:pt x="10228269" y="2876976"/>
                </a:cubicBezTo>
                <a:cubicBezTo>
                  <a:pt x="10154847" y="2928173"/>
                  <a:pt x="10118136" y="3004174"/>
                  <a:pt x="10118136" y="3104981"/>
                </a:cubicBezTo>
                <a:cubicBezTo>
                  <a:pt x="10118136" y="3156971"/>
                  <a:pt x="10129844" y="3200033"/>
                  <a:pt x="10153260" y="3234164"/>
                </a:cubicBezTo>
                <a:cubicBezTo>
                  <a:pt x="10176675" y="3268295"/>
                  <a:pt x="10204258" y="3294588"/>
                  <a:pt x="10236008" y="3313043"/>
                </a:cubicBezTo>
                <a:cubicBezTo>
                  <a:pt x="10267758" y="3331497"/>
                  <a:pt x="10307843" y="3350448"/>
                  <a:pt x="10356261" y="3369895"/>
                </a:cubicBezTo>
                <a:cubicBezTo>
                  <a:pt x="10409839" y="3391723"/>
                  <a:pt x="10442879" y="3408789"/>
                  <a:pt x="10455381" y="3421092"/>
                </a:cubicBezTo>
                <a:cubicBezTo>
                  <a:pt x="10467882" y="3433395"/>
                  <a:pt x="10474133" y="3446293"/>
                  <a:pt x="10474133" y="3459787"/>
                </a:cubicBezTo>
                <a:cubicBezTo>
                  <a:pt x="10474133" y="3474075"/>
                  <a:pt x="10467684" y="3486179"/>
                  <a:pt x="10454785" y="3496101"/>
                </a:cubicBezTo>
                <a:cubicBezTo>
                  <a:pt x="10441887" y="3506023"/>
                  <a:pt x="10425913" y="3510984"/>
                  <a:pt x="10406863" y="3510984"/>
                </a:cubicBezTo>
                <a:cubicBezTo>
                  <a:pt x="10367969" y="3510984"/>
                  <a:pt x="10327389" y="3497887"/>
                  <a:pt x="10285121" y="3471693"/>
                </a:cubicBezTo>
                <a:cubicBezTo>
                  <a:pt x="10242854" y="3445500"/>
                  <a:pt x="10207433" y="3410178"/>
                  <a:pt x="10178858" y="3365728"/>
                </a:cubicBezTo>
                <a:lnTo>
                  <a:pt x="10080632" y="3669337"/>
                </a:lnTo>
                <a:cubicBezTo>
                  <a:pt x="10196916" y="3714978"/>
                  <a:pt x="10335425" y="3737798"/>
                  <a:pt x="10496160" y="3737798"/>
                </a:cubicBezTo>
                <a:cubicBezTo>
                  <a:pt x="10639432" y="3737798"/>
                  <a:pt x="10747977" y="3712299"/>
                  <a:pt x="10821796" y="3661300"/>
                </a:cubicBezTo>
                <a:cubicBezTo>
                  <a:pt x="10895614" y="3610302"/>
                  <a:pt x="10932524" y="3536185"/>
                  <a:pt x="10932524" y="3438951"/>
                </a:cubicBezTo>
                <a:cubicBezTo>
                  <a:pt x="10932524" y="3392517"/>
                  <a:pt x="10923197" y="3351837"/>
                  <a:pt x="10904544" y="3316912"/>
                </a:cubicBezTo>
                <a:cubicBezTo>
                  <a:pt x="10885891" y="3281987"/>
                  <a:pt x="10857812" y="3253313"/>
                  <a:pt x="10820307" y="3230889"/>
                </a:cubicBezTo>
                <a:cubicBezTo>
                  <a:pt x="10782803" y="3208466"/>
                  <a:pt x="10729324" y="3183562"/>
                  <a:pt x="10659871" y="3156178"/>
                </a:cubicBezTo>
                <a:cubicBezTo>
                  <a:pt x="10596768" y="3131571"/>
                  <a:pt x="10557775" y="3113514"/>
                  <a:pt x="10542892" y="3102004"/>
                </a:cubicBezTo>
                <a:cubicBezTo>
                  <a:pt x="10528009" y="3090495"/>
                  <a:pt x="10520568" y="3079184"/>
                  <a:pt x="10520568" y="3068071"/>
                </a:cubicBezTo>
                <a:cubicBezTo>
                  <a:pt x="10520568" y="3032353"/>
                  <a:pt x="10544182" y="3014493"/>
                  <a:pt x="10591410" y="3014493"/>
                </a:cubicBezTo>
                <a:cubicBezTo>
                  <a:pt x="10676341" y="3014493"/>
                  <a:pt x="10751549" y="3058745"/>
                  <a:pt x="10817033" y="3147248"/>
                </a:cubicBezTo>
                <a:lnTo>
                  <a:pt x="10917046" y="2860903"/>
                </a:lnTo>
                <a:cubicBezTo>
                  <a:pt x="10805524" y="2820421"/>
                  <a:pt x="10684278" y="2800181"/>
                  <a:pt x="10553310" y="2800181"/>
                </a:cubicBezTo>
                <a:close/>
                <a:moveTo>
                  <a:pt x="7876785" y="2800181"/>
                </a:moveTo>
                <a:cubicBezTo>
                  <a:pt x="7733513" y="2800181"/>
                  <a:pt x="7625166" y="2825779"/>
                  <a:pt x="7551744" y="2876976"/>
                </a:cubicBezTo>
                <a:cubicBezTo>
                  <a:pt x="7478323" y="2928173"/>
                  <a:pt x="7441612" y="3004174"/>
                  <a:pt x="7441612" y="3104981"/>
                </a:cubicBezTo>
                <a:cubicBezTo>
                  <a:pt x="7441612" y="3156971"/>
                  <a:pt x="7453320" y="3200033"/>
                  <a:pt x="7476735" y="3234164"/>
                </a:cubicBezTo>
                <a:cubicBezTo>
                  <a:pt x="7500150" y="3268295"/>
                  <a:pt x="7527734" y="3294588"/>
                  <a:pt x="7559483" y="3313043"/>
                </a:cubicBezTo>
                <a:cubicBezTo>
                  <a:pt x="7591233" y="3331497"/>
                  <a:pt x="7631318" y="3350448"/>
                  <a:pt x="7679737" y="3369895"/>
                </a:cubicBezTo>
                <a:cubicBezTo>
                  <a:pt x="7733315" y="3391723"/>
                  <a:pt x="7766354" y="3408789"/>
                  <a:pt x="7778856" y="3421092"/>
                </a:cubicBezTo>
                <a:cubicBezTo>
                  <a:pt x="7791358" y="3433395"/>
                  <a:pt x="7797608" y="3446293"/>
                  <a:pt x="7797608" y="3459787"/>
                </a:cubicBezTo>
                <a:cubicBezTo>
                  <a:pt x="7797608" y="3474075"/>
                  <a:pt x="7791159" y="3486179"/>
                  <a:pt x="7778261" y="3496101"/>
                </a:cubicBezTo>
                <a:cubicBezTo>
                  <a:pt x="7765362" y="3506023"/>
                  <a:pt x="7749388" y="3510984"/>
                  <a:pt x="7730338" y="3510984"/>
                </a:cubicBezTo>
                <a:cubicBezTo>
                  <a:pt x="7691445" y="3510984"/>
                  <a:pt x="7650864" y="3497887"/>
                  <a:pt x="7608597" y="3471693"/>
                </a:cubicBezTo>
                <a:cubicBezTo>
                  <a:pt x="7566329" y="3445500"/>
                  <a:pt x="7530908" y="3410178"/>
                  <a:pt x="7502333" y="3365728"/>
                </a:cubicBezTo>
                <a:lnTo>
                  <a:pt x="7404107" y="3669337"/>
                </a:lnTo>
                <a:cubicBezTo>
                  <a:pt x="7520391" y="3714978"/>
                  <a:pt x="7658901" y="3737798"/>
                  <a:pt x="7819635" y="3737798"/>
                </a:cubicBezTo>
                <a:cubicBezTo>
                  <a:pt x="7962907" y="3737798"/>
                  <a:pt x="8071452" y="3712299"/>
                  <a:pt x="8145271" y="3661300"/>
                </a:cubicBezTo>
                <a:cubicBezTo>
                  <a:pt x="8219090" y="3610302"/>
                  <a:pt x="8255999" y="3536185"/>
                  <a:pt x="8255999" y="3438951"/>
                </a:cubicBezTo>
                <a:cubicBezTo>
                  <a:pt x="8255999" y="3392517"/>
                  <a:pt x="8246672" y="3351837"/>
                  <a:pt x="8228019" y="3316912"/>
                </a:cubicBezTo>
                <a:cubicBezTo>
                  <a:pt x="8209366" y="3281987"/>
                  <a:pt x="8181287" y="3253313"/>
                  <a:pt x="8143783" y="3230889"/>
                </a:cubicBezTo>
                <a:cubicBezTo>
                  <a:pt x="8106278" y="3208466"/>
                  <a:pt x="8052799" y="3183562"/>
                  <a:pt x="7983346" y="3156178"/>
                </a:cubicBezTo>
                <a:cubicBezTo>
                  <a:pt x="7920243" y="3131571"/>
                  <a:pt x="7881250" y="3113514"/>
                  <a:pt x="7866367" y="3102004"/>
                </a:cubicBezTo>
                <a:cubicBezTo>
                  <a:pt x="7851484" y="3090495"/>
                  <a:pt x="7844043" y="3079184"/>
                  <a:pt x="7844043" y="3068071"/>
                </a:cubicBezTo>
                <a:cubicBezTo>
                  <a:pt x="7844043" y="3032353"/>
                  <a:pt x="7867657" y="3014493"/>
                  <a:pt x="7914885" y="3014493"/>
                </a:cubicBezTo>
                <a:cubicBezTo>
                  <a:pt x="7999816" y="3014493"/>
                  <a:pt x="8075024" y="3058745"/>
                  <a:pt x="8140508" y="3147248"/>
                </a:cubicBezTo>
                <a:lnTo>
                  <a:pt x="8240521" y="2860903"/>
                </a:lnTo>
                <a:cubicBezTo>
                  <a:pt x="8128999" y="2820421"/>
                  <a:pt x="8007754" y="2800181"/>
                  <a:pt x="7876785" y="2800181"/>
                </a:cubicBezTo>
                <a:close/>
                <a:moveTo>
                  <a:pt x="2994628" y="2800181"/>
                </a:moveTo>
                <a:cubicBezTo>
                  <a:pt x="2864850" y="2800181"/>
                  <a:pt x="2754816" y="2845524"/>
                  <a:pt x="2664527" y="2936210"/>
                </a:cubicBezTo>
                <a:cubicBezTo>
                  <a:pt x="2574238" y="3026896"/>
                  <a:pt x="2529093" y="3137525"/>
                  <a:pt x="2529093" y="3268096"/>
                </a:cubicBezTo>
                <a:cubicBezTo>
                  <a:pt x="2529093" y="3399065"/>
                  <a:pt x="2574238" y="3510091"/>
                  <a:pt x="2664527" y="3601174"/>
                </a:cubicBezTo>
                <a:cubicBezTo>
                  <a:pt x="2754816" y="3692257"/>
                  <a:pt x="2864850" y="3737798"/>
                  <a:pt x="2994628" y="3737798"/>
                </a:cubicBezTo>
                <a:cubicBezTo>
                  <a:pt x="3124802" y="3737798"/>
                  <a:pt x="3235035" y="3692257"/>
                  <a:pt x="3325324" y="3601174"/>
                </a:cubicBezTo>
                <a:cubicBezTo>
                  <a:pt x="3415613" y="3510091"/>
                  <a:pt x="3460757" y="3399065"/>
                  <a:pt x="3460757" y="3268096"/>
                </a:cubicBezTo>
                <a:cubicBezTo>
                  <a:pt x="3460757" y="3137525"/>
                  <a:pt x="3415613" y="3026896"/>
                  <a:pt x="3325324" y="2936210"/>
                </a:cubicBezTo>
                <a:cubicBezTo>
                  <a:pt x="3235035" y="2845524"/>
                  <a:pt x="3124802" y="2800181"/>
                  <a:pt x="2994628" y="2800181"/>
                </a:cubicBezTo>
                <a:close/>
                <a:moveTo>
                  <a:pt x="0" y="0"/>
                </a:moveTo>
                <a:lnTo>
                  <a:pt x="12192001" y="0"/>
                </a:lnTo>
                <a:lnTo>
                  <a:pt x="12192001" y="6949440"/>
                </a:lnTo>
                <a:lnTo>
                  <a:pt x="0" y="6949440"/>
                </a:lnTo>
                <a:close/>
              </a:path>
            </a:pathLst>
          </a:custGeom>
          <a:solidFill>
            <a:schemeClr val="tx1">
              <a:alpha val="74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8238872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Marcador de contenido 6" descr="&lt;strong&gt;hortensias&lt;/strong&gt; | por todas partes | Merche Sanz | Flickr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15850" cy="7215188"/>
          </a:xfrm>
        </p:spPr>
      </p:pic>
      <p:sp>
        <p:nvSpPr>
          <p:cNvPr id="9" name="CuadroTexto 8"/>
          <p:cNvSpPr txBox="1"/>
          <p:nvPr/>
        </p:nvSpPr>
        <p:spPr>
          <a:xfrm>
            <a:off x="2521527" y="429925"/>
            <a:ext cx="7148946" cy="1200329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dirty="0" smtClean="0">
                <a:latin typeface="Gill Sans Ultra Bold" panose="020B0A02020104020203" pitchFamily="34" charset="0"/>
              </a:rPr>
              <a:t>CUIDADOS DE LAS HORTENSIAS </a:t>
            </a:r>
            <a:endParaRPr lang="en-US" sz="3600" dirty="0">
              <a:latin typeface="Gill Sans Ultra Bold" panose="020B0A02020104020203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61106" y="1929124"/>
            <a:ext cx="3539836" cy="3693319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fontAlgn="ctr"/>
            <a:r>
              <a:rPr lang="es-ES" dirty="0">
                <a:latin typeface="Gill Sans Ultra Bold" panose="020B0A02020104020203" pitchFamily="34" charset="0"/>
              </a:rPr>
              <a:t>Riego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s-ES" dirty="0">
                <a:latin typeface="Gill Sans Ultra Bold" panose="020B0A02020104020203" pitchFamily="34" charset="0"/>
              </a:rPr>
              <a:t>Las hortensias son plantas muy exigentes en cuanto a humedad, especialmente durante la primavera y el verano.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Gill Sans Ultra Bold" panose="020B0A02020104020203" pitchFamily="34" charset="0"/>
              </a:rPr>
              <a:t>Riega casi a diario para mantener el sustrato húmedo, especialmente durante la floración. 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4301834" y="1929124"/>
            <a:ext cx="3588327" cy="2308324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pPr fontAlgn="ctr"/>
            <a:r>
              <a:rPr lang="es-ES" dirty="0">
                <a:latin typeface="Gill Sans Ultra Bold" panose="020B0A02020104020203" pitchFamily="34" charset="0"/>
              </a:rPr>
              <a:t>Luz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s-ES" dirty="0">
                <a:latin typeface="Gill Sans Ultra Bold" panose="020B0A02020104020203" pitchFamily="34" charset="0"/>
              </a:rPr>
              <a:t>Las hortensias prefieren la sombra y la </a:t>
            </a:r>
            <a:r>
              <a:rPr lang="es-ES" dirty="0" err="1">
                <a:latin typeface="Gill Sans Ultra Bold" panose="020B0A02020104020203" pitchFamily="34" charset="0"/>
              </a:rPr>
              <a:t>semisombra</a:t>
            </a:r>
            <a:r>
              <a:rPr lang="es-ES" dirty="0">
                <a:latin typeface="Gill Sans Ultra Bold" panose="020B0A02020104020203" pitchFamily="34" charset="0"/>
              </a:rPr>
              <a:t>.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s-ES" dirty="0">
                <a:latin typeface="Gill Sans Ultra Bold" panose="020B0A02020104020203" pitchFamily="34" charset="0"/>
              </a:rPr>
              <a:t>No expongas las hortensias a pleno sol, ya que puede quemar sus hojas. 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8291946" y="1929124"/>
            <a:ext cx="3061854" cy="3970318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fontAlgn="ctr"/>
            <a:r>
              <a:rPr lang="es-ES" dirty="0">
                <a:latin typeface="Gill Sans Ultra Bold" panose="020B0A02020104020203" pitchFamily="34" charset="0"/>
              </a:rPr>
              <a:t>Podar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s-ES" dirty="0" smtClean="0">
                <a:latin typeface="Gill Sans Ultra Bold" panose="020B0A02020104020203" pitchFamily="34" charset="0"/>
              </a:rPr>
              <a:t>Poda </a:t>
            </a:r>
            <a:r>
              <a:rPr lang="es-ES" dirty="0">
                <a:latin typeface="Gill Sans Ultra Bold" panose="020B0A02020104020203" pitchFamily="34" charset="0"/>
              </a:rPr>
              <a:t>las ramas en mal estado al final del invierno, cortando las viejas y las que florecieron el año anterior.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Gill Sans Ultra Bold" panose="020B0A02020104020203" pitchFamily="34" charset="0"/>
              </a:rPr>
              <a:t>Retira las flores marchitas durante el verano para facilitar nuevas floraciones. </a:t>
            </a:r>
          </a:p>
        </p:txBody>
      </p:sp>
    </p:spTree>
    <p:extLst>
      <p:ext uri="{BB962C8B-B14F-4D97-AF65-F5344CB8AC3E}">
        <p14:creationId xmlns:p14="http://schemas.microsoft.com/office/powerpoint/2010/main" val="1876708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 descr="&lt;strong&gt;Hortensias&lt;/strong&gt; : déambulations et photos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380513"/>
          </a:xfrm>
        </p:spPr>
      </p:pic>
      <p:sp>
        <p:nvSpPr>
          <p:cNvPr id="5" name="CuadroTexto 4"/>
          <p:cNvSpPr txBox="1"/>
          <p:nvPr/>
        </p:nvSpPr>
        <p:spPr>
          <a:xfrm>
            <a:off x="414337" y="874100"/>
            <a:ext cx="4557714" cy="5632311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s-ES" sz="2000" dirty="0">
                <a:latin typeface="Gill Sans Ultra Bold" panose="020B0A02020104020203" pitchFamily="34" charset="0"/>
              </a:rPr>
              <a:t>Abono: Utiliza abono especial para hortensias (o </a:t>
            </a:r>
            <a:r>
              <a:rPr lang="es-ES" sz="2000" dirty="0" err="1">
                <a:latin typeface="Gill Sans Ultra Bold" panose="020B0A02020104020203" pitchFamily="34" charset="0"/>
              </a:rPr>
              <a:t>acidófilas</a:t>
            </a:r>
            <a:r>
              <a:rPr lang="es-ES" sz="2000" dirty="0">
                <a:latin typeface="Gill Sans Ultra Bold" panose="020B0A02020104020203" pitchFamily="34" charset="0"/>
              </a:rPr>
              <a:t>) para proporcionar nutrientes esenciales</a:t>
            </a:r>
            <a:r>
              <a:rPr lang="es-ES" sz="2000" dirty="0" smtClean="0">
                <a:latin typeface="Gill Sans Ultra Bold" panose="020B0A02020104020203" pitchFamily="34" charset="0"/>
              </a:rPr>
              <a:t>.</a:t>
            </a:r>
          </a:p>
          <a:p>
            <a:pPr fontAlgn="ctr"/>
            <a:endParaRPr lang="es-ES" sz="2000" dirty="0">
              <a:latin typeface="Gill Sans Ultra Bold" panose="020B0A02020104020203" pitchFamily="34" charset="0"/>
            </a:endParaRP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s-ES" sz="2000" dirty="0">
                <a:latin typeface="Gill Sans Ultra Bold" panose="020B0A02020104020203" pitchFamily="34" charset="0"/>
              </a:rPr>
              <a:t>Protección contra el frío: En invierno, cubre las raíces con acolchado para protegerlas de las heladas. </a:t>
            </a:r>
            <a:endParaRPr lang="es-ES" sz="2000" dirty="0" smtClean="0">
              <a:latin typeface="Gill Sans Ultra Bold" panose="020B0A02020104020203" pitchFamily="34" charset="0"/>
            </a:endParaRPr>
          </a:p>
          <a:p>
            <a:pPr fontAlgn="ctr"/>
            <a:endParaRPr lang="es-ES" sz="2000" dirty="0">
              <a:latin typeface="Gill Sans Ultra Bold" panose="020B0A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Gill Sans Ultra Bold" panose="020B0A02020104020203" pitchFamily="34" charset="0"/>
              </a:rPr>
              <a:t>Plagas y enfermedades: Controla el oídio, un hongo común en las hortensias, con fungicidas si es necesario. 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386388" y="2400300"/>
            <a:ext cx="6600825" cy="2308324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dirty="0" smtClean="0">
                <a:latin typeface="Gill Sans Ultra Bold" panose="020B0A02020104020203" pitchFamily="34" charset="0"/>
              </a:rPr>
              <a:t>OTROS CUIDADOS</a:t>
            </a:r>
            <a:endParaRPr lang="en-US" sz="7200" dirty="0">
              <a:latin typeface="Gill Sans Ultra Bold" panose="020B0A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110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Gill Sans Ultra Bold</vt:lpstr>
      <vt:lpstr>Tema de Office</vt:lpstr>
      <vt:lpstr>             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</dc:title>
  <dc:creator>DELL</dc:creator>
  <cp:lastModifiedBy>DELL</cp:lastModifiedBy>
  <cp:revision>6</cp:revision>
  <dcterms:created xsi:type="dcterms:W3CDTF">2025-04-11T05:12:33Z</dcterms:created>
  <dcterms:modified xsi:type="dcterms:W3CDTF">2025-04-11T05:56:31Z</dcterms:modified>
</cp:coreProperties>
</file>