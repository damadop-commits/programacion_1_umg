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0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7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45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40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51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8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3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0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52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1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5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F7B30-2AE6-429A-8351-9D0E20508FB4}" type="datetimeFigureOut">
              <a:rPr lang="en-US" smtClean="0"/>
              <a:t>4/10/2025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4563E-3217-4F2A-B25E-19DA89059BA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7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54628" y="1214438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63"/>
            <a:ext cx="12514217" cy="7001691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7097487" y="1623408"/>
            <a:ext cx="4397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 smtClean="0">
                <a:solidFill>
                  <a:schemeClr val="bg1"/>
                </a:solidFill>
                <a:latin typeface="Ravie" panose="04040805050809020602" pitchFamily="82" charset="0"/>
              </a:rPr>
              <a:t>SATURNO</a:t>
            </a:r>
            <a:endParaRPr lang="en-US" sz="4800" dirty="0">
              <a:solidFill>
                <a:schemeClr val="bg1"/>
              </a:solidFill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28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12920" y="3832360"/>
            <a:ext cx="7404463" cy="2694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</a:rPr>
              <a:t>Aquí hay algunos </a:t>
            </a:r>
            <a:r>
              <a:rPr lang="es-ES" sz="4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avie" panose="04040805050809020602" pitchFamily="82" charset="0"/>
              </a:rPr>
              <a:t>detalles sobre Saturno:</a:t>
            </a:r>
            <a:endParaRPr lang="en-US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86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537" y="-1"/>
            <a:ext cx="12217537" cy="702781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169818" y="365125"/>
            <a:ext cx="5277394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Tipo de planeta:</a:t>
            </a:r>
          </a:p>
          <a:p>
            <a:r>
              <a:rPr lang="es-ES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Saturno es un gigante gaseoso, como Júpiter, compuesto principalmente por hidrógeno y helio. </a:t>
            </a:r>
          </a:p>
          <a:p>
            <a:endParaRPr lang="es-ES" dirty="0" smtClean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  <a:p>
            <a:r>
              <a:rPr lang="es-ES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Anillos:</a:t>
            </a:r>
          </a:p>
          <a:p>
            <a:r>
              <a:rPr lang="es-ES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Los anillos de Saturno son su característica más distintiva, formados por partículas de hielo y roca. </a:t>
            </a:r>
          </a:p>
          <a:p>
            <a:endParaRPr lang="es-ES" dirty="0" smtClean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  <a:p>
            <a:r>
              <a:rPr lang="es-ES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Lunas:</a:t>
            </a:r>
          </a:p>
          <a:p>
            <a:r>
              <a:rPr lang="es-ES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Saturno tiene 146 satélites naturales, lo que lo convierte </a:t>
            </a:r>
            <a:r>
              <a:rPr lang="es-ES" sz="2000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en el planeta con más lunas del sistema solar. </a:t>
            </a:r>
          </a:p>
          <a:p>
            <a:endParaRPr lang="es-ES" sz="2000" dirty="0" smtClean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  <a:p>
            <a:r>
              <a:rPr lang="es-ES" sz="2000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Origen del nombre:</a:t>
            </a:r>
          </a:p>
          <a:p>
            <a:r>
              <a:rPr lang="es-ES" sz="2000" dirty="0" smtClean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El nombre de Saturno proviene del dios romano Saturno, que en la mitología romana era el dios de la agricultura y la cosecha. </a:t>
            </a:r>
            <a:endParaRPr lang="en-US" sz="2000" dirty="0">
              <a:solidFill>
                <a:schemeClr val="accent2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277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99</Words>
  <Application>Microsoft Office PowerPoint</Application>
  <PresentationFormat>Panorámica</PresentationFormat>
  <Paragraphs>13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Cooper Black</vt:lpstr>
      <vt:lpstr>Ravie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DELL</dc:creator>
  <cp:lastModifiedBy>DELL</cp:lastModifiedBy>
  <cp:revision>6</cp:revision>
  <dcterms:created xsi:type="dcterms:W3CDTF">2025-04-11T04:02:19Z</dcterms:created>
  <dcterms:modified xsi:type="dcterms:W3CDTF">2025-04-11T04:59:19Z</dcterms:modified>
</cp:coreProperties>
</file>